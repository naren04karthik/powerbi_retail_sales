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theme/theme3.xml" ContentType="application/vnd.openxmlformats-officedocument.theme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6" r:id="rId4"/>
    <p:sldMasterId id="2147483699" r:id="rId5"/>
    <p:sldMasterId id="2147483659" r:id="rId6"/>
    <p:sldMasterId id="2147483684" r:id="rId7"/>
  </p:sldMasterIdLst>
  <p:notesMasterIdLst>
    <p:notesMasterId r:id="rId21"/>
  </p:notesMasterIdLst>
  <p:handoutMasterIdLst>
    <p:handoutMasterId r:id="rId22"/>
  </p:handoutMasterIdLst>
  <p:sldIdLst>
    <p:sldId id="268" r:id="rId8"/>
    <p:sldId id="361" r:id="rId9"/>
    <p:sldId id="322" r:id="rId10"/>
    <p:sldId id="321" r:id="rId11"/>
    <p:sldId id="338" r:id="rId12"/>
    <p:sldId id="373" r:id="rId13"/>
    <p:sldId id="375" r:id="rId14"/>
    <p:sldId id="376" r:id="rId15"/>
    <p:sldId id="377" r:id="rId16"/>
    <p:sldId id="378" r:id="rId17"/>
    <p:sldId id="379" r:id="rId18"/>
    <p:sldId id="360" r:id="rId19"/>
    <p:sldId id="380" r:id="rId20"/>
  </p:sldIdLst>
  <p:sldSz cx="12192000" cy="6858000"/>
  <p:notesSz cx="9144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40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athish Kumar" initials="SK" lastIdx="1" clrIdx="0">
    <p:extLst>
      <p:ext uri="{19B8F6BF-5375-455C-9EA6-DF929625EA0E}">
        <p15:presenceInfo xmlns:p15="http://schemas.microsoft.com/office/powerpoint/2012/main" userId="S::sathishkumar@imitorgraphica.com::13cfecb2-67b5-47b5-8917-124861ec6366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9105B"/>
    <a:srgbClr val="120A33"/>
    <a:srgbClr val="C1BAF3"/>
    <a:srgbClr val="FFDFEA"/>
    <a:srgbClr val="73EAE1"/>
    <a:srgbClr val="83E2E1"/>
    <a:srgbClr val="93CAE0"/>
    <a:srgbClr val="86DFE0"/>
    <a:srgbClr val="616161"/>
    <a:srgbClr val="95C4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4.xml"/><Relationship Id="rId24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8.xml"/><Relationship Id="rId23" Type="http://schemas.openxmlformats.org/officeDocument/2006/relationships/commentAuthors" Target="commentAuthors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handoutMaster" Target="handoutMasters/handout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C4ABEF0-A749-4FAC-4961-3D4BB00789C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FDFEB04-0519-1863-5212-5950A780095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8255A1-989B-6943-A27A-1FBD0413D4A5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E09B76C-43AC-DF08-CDF0-66B1F12FE69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0BA83A-FED4-2D0E-09BC-81CAD06056F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5C3FCA-6314-8F4D-AE0F-A13C4FBDDD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18873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7DD801-C50E-3941-88AE-2805A8373381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4DFB1B-604A-654A-B4FF-ECE7AF17C7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5331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4DFB1B-604A-654A-B4FF-ECE7AF17C73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11861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4DFB1B-604A-654A-B4FF-ECE7AF17C73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4814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jmangroup.com/" TargetMode="External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jmangroup.com/" TargetMode="External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jpe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hyperlink" Target="https://www.jmangroup.com/" TargetMode="Externa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hyperlink" Target="https://www.jmangroup.com/" TargetMode="Externa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hyperlink" Target="https://www.jmangroup.com/" TargetMode="Externa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hyperlink" Target="https://www.jmangroup.com/" TargetMode="Externa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hyperlink" Target="https://www.jmangroup.com/" TargetMode="Externa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hyperlink" Target="https://www.jmangroup.com/" TargetMode="Externa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hyperlink" Target="https://www.jmangroup.com/" TargetMode="Externa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hyperlink" Target="https://www.jmangroup.com/" TargetMode="Externa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3.xml"/><Relationship Id="rId4" Type="http://schemas.openxmlformats.org/officeDocument/2006/relationships/hyperlink" Target="https://www.jmangroup.com/" TargetMode="Externa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14E23-4D5A-C225-A302-6C9C57B22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643127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bg object 17">
            <a:extLst>
              <a:ext uri="{FF2B5EF4-FFF2-40B4-BE49-F238E27FC236}">
                <a16:creationId xmlns:a16="http://schemas.microsoft.com/office/drawing/2014/main" id="{5AE8EB3F-06DA-9660-72EB-9FC6330A4F34}"/>
              </a:ext>
            </a:extLst>
          </p:cNvPr>
          <p:cNvSpPr/>
          <p:nvPr userDrawn="1"/>
        </p:nvSpPr>
        <p:spPr>
          <a:xfrm>
            <a:off x="3791345" y="1"/>
            <a:ext cx="8400655" cy="6858000"/>
          </a:xfrm>
          <a:custGeom>
            <a:avLst/>
            <a:gdLst/>
            <a:ahLst/>
            <a:cxnLst/>
            <a:rect l="l" t="t" r="r" b="b"/>
            <a:pathLst>
              <a:path w="13852525" h="11308715">
                <a:moveTo>
                  <a:pt x="13663594" y="541274"/>
                </a:moveTo>
                <a:lnTo>
                  <a:pt x="13337552" y="886374"/>
                </a:lnTo>
                <a:lnTo>
                  <a:pt x="13458406" y="2559160"/>
                </a:lnTo>
                <a:lnTo>
                  <a:pt x="13784438" y="2214071"/>
                </a:lnTo>
                <a:lnTo>
                  <a:pt x="13663594" y="541274"/>
                </a:lnTo>
                <a:close/>
              </a:path>
              <a:path w="13852525" h="11308715">
                <a:moveTo>
                  <a:pt x="12862427" y="0"/>
                </a:moveTo>
                <a:lnTo>
                  <a:pt x="12842864" y="0"/>
                </a:lnTo>
                <a:lnTo>
                  <a:pt x="12849922" y="22955"/>
                </a:lnTo>
                <a:lnTo>
                  <a:pt x="12862427" y="0"/>
                </a:lnTo>
                <a:close/>
              </a:path>
              <a:path w="13852525" h="11308715">
                <a:moveTo>
                  <a:pt x="1356744" y="11181556"/>
                </a:moveTo>
                <a:lnTo>
                  <a:pt x="1317802" y="11206956"/>
                </a:lnTo>
                <a:lnTo>
                  <a:pt x="1288384" y="11308556"/>
                </a:lnTo>
                <a:lnTo>
                  <a:pt x="1318869" y="11308556"/>
                </a:lnTo>
                <a:lnTo>
                  <a:pt x="1356744" y="11181556"/>
                </a:lnTo>
                <a:close/>
              </a:path>
              <a:path w="13852525" h="11308715">
                <a:moveTo>
                  <a:pt x="2108543" y="10737056"/>
                </a:moveTo>
                <a:lnTo>
                  <a:pt x="1991771" y="10813256"/>
                </a:lnTo>
                <a:lnTo>
                  <a:pt x="1863059" y="11308556"/>
                </a:lnTo>
                <a:lnTo>
                  <a:pt x="1960085" y="11308556"/>
                </a:lnTo>
                <a:lnTo>
                  <a:pt x="2108543" y="10737056"/>
                </a:lnTo>
                <a:close/>
              </a:path>
              <a:path w="13852525" h="11308715">
                <a:moveTo>
                  <a:pt x="2860321" y="10292556"/>
                </a:moveTo>
                <a:lnTo>
                  <a:pt x="2665698" y="10419556"/>
                </a:lnTo>
                <a:lnTo>
                  <a:pt x="2464479" y="11308556"/>
                </a:lnTo>
                <a:lnTo>
                  <a:pt x="2631287" y="11308556"/>
                </a:lnTo>
                <a:lnTo>
                  <a:pt x="2860321" y="10292556"/>
                </a:lnTo>
                <a:close/>
              </a:path>
              <a:path w="13852525" h="11308715">
                <a:moveTo>
                  <a:pt x="4206856" y="10991056"/>
                </a:moveTo>
                <a:lnTo>
                  <a:pt x="3978528" y="11232356"/>
                </a:lnTo>
                <a:lnTo>
                  <a:pt x="3984302" y="11308556"/>
                </a:lnTo>
                <a:lnTo>
                  <a:pt x="4230674" y="11308556"/>
                </a:lnTo>
                <a:lnTo>
                  <a:pt x="4206856" y="10991056"/>
                </a:lnTo>
                <a:close/>
              </a:path>
              <a:path w="13852525" h="11308715">
                <a:moveTo>
                  <a:pt x="4844187" y="10356056"/>
                </a:moveTo>
                <a:lnTo>
                  <a:pt x="4550207" y="10660856"/>
                </a:lnTo>
                <a:lnTo>
                  <a:pt x="4626194" y="11308556"/>
                </a:lnTo>
                <a:lnTo>
                  <a:pt x="4956321" y="11308556"/>
                </a:lnTo>
                <a:lnTo>
                  <a:pt x="4844187" y="10356056"/>
                </a:lnTo>
                <a:close/>
              </a:path>
              <a:path w="13852525" h="11308715">
                <a:moveTo>
                  <a:pt x="5579023" y="11168856"/>
                </a:moveTo>
                <a:lnTo>
                  <a:pt x="5495758" y="11308556"/>
                </a:lnTo>
                <a:lnTo>
                  <a:pt x="5639011" y="11308556"/>
                </a:lnTo>
                <a:lnTo>
                  <a:pt x="5579023" y="11168856"/>
                </a:lnTo>
                <a:close/>
              </a:path>
              <a:path w="13852525" h="11308715">
                <a:moveTo>
                  <a:pt x="6049721" y="10356056"/>
                </a:moveTo>
                <a:lnTo>
                  <a:pt x="5788221" y="10825956"/>
                </a:lnTo>
                <a:lnTo>
                  <a:pt x="6010322" y="11308556"/>
                </a:lnTo>
                <a:lnTo>
                  <a:pt x="6481959" y="11308556"/>
                </a:lnTo>
                <a:lnTo>
                  <a:pt x="6049721" y="10356056"/>
                </a:lnTo>
                <a:close/>
              </a:path>
              <a:path w="13852525" h="11308715">
                <a:moveTo>
                  <a:pt x="6792159" y="10851356"/>
                </a:moveTo>
                <a:lnTo>
                  <a:pt x="6670546" y="11308556"/>
                </a:lnTo>
                <a:lnTo>
                  <a:pt x="7184035" y="11308556"/>
                </a:lnTo>
                <a:lnTo>
                  <a:pt x="6792159" y="10851356"/>
                </a:lnTo>
                <a:close/>
              </a:path>
              <a:path w="13852525" h="11308715">
                <a:moveTo>
                  <a:pt x="7666782" y="11130756"/>
                </a:moveTo>
                <a:lnTo>
                  <a:pt x="7667177" y="11308556"/>
                </a:lnTo>
                <a:lnTo>
                  <a:pt x="7938091" y="11308556"/>
                </a:lnTo>
                <a:lnTo>
                  <a:pt x="7666782" y="11130756"/>
                </a:lnTo>
                <a:close/>
              </a:path>
              <a:path w="13852525" h="11308715">
                <a:moveTo>
                  <a:pt x="9478281" y="10813256"/>
                </a:moveTo>
                <a:lnTo>
                  <a:pt x="7686195" y="10813256"/>
                </a:lnTo>
                <a:lnTo>
                  <a:pt x="8511158" y="11308556"/>
                </a:lnTo>
                <a:lnTo>
                  <a:pt x="8554593" y="11308556"/>
                </a:lnTo>
                <a:lnTo>
                  <a:pt x="8554315" y="10851356"/>
                </a:lnTo>
                <a:lnTo>
                  <a:pt x="9488564" y="10851356"/>
                </a:lnTo>
                <a:lnTo>
                  <a:pt x="9478281" y="10813256"/>
                </a:lnTo>
                <a:close/>
              </a:path>
              <a:path w="13852525" h="11308715">
                <a:moveTo>
                  <a:pt x="8619486" y="11168856"/>
                </a:moveTo>
                <a:lnTo>
                  <a:pt x="8658631" y="11308556"/>
                </a:lnTo>
                <a:lnTo>
                  <a:pt x="9042097" y="11308556"/>
                </a:lnTo>
                <a:lnTo>
                  <a:pt x="8619486" y="11168856"/>
                </a:lnTo>
                <a:close/>
              </a:path>
              <a:path w="13852525" h="11308715">
                <a:moveTo>
                  <a:pt x="9587425" y="10952956"/>
                </a:moveTo>
                <a:lnTo>
                  <a:pt x="9799117" y="11308556"/>
                </a:lnTo>
                <a:lnTo>
                  <a:pt x="10926641" y="11308556"/>
                </a:lnTo>
                <a:lnTo>
                  <a:pt x="10757923" y="11029156"/>
                </a:lnTo>
                <a:lnTo>
                  <a:pt x="9587425" y="10952956"/>
                </a:lnTo>
                <a:close/>
              </a:path>
              <a:path w="13852525" h="11308715">
                <a:moveTo>
                  <a:pt x="12527880" y="11029156"/>
                </a:moveTo>
                <a:lnTo>
                  <a:pt x="11234160" y="11219656"/>
                </a:lnTo>
                <a:lnTo>
                  <a:pt x="11329752" y="11308556"/>
                </a:lnTo>
                <a:lnTo>
                  <a:pt x="12829487" y="11308556"/>
                </a:lnTo>
                <a:lnTo>
                  <a:pt x="12527880" y="11029156"/>
                </a:lnTo>
                <a:close/>
              </a:path>
              <a:path w="13852525" h="11308715">
                <a:moveTo>
                  <a:pt x="7638137" y="10546556"/>
                </a:moveTo>
                <a:lnTo>
                  <a:pt x="6890020" y="10546556"/>
                </a:lnTo>
                <a:lnTo>
                  <a:pt x="6887821" y="10559256"/>
                </a:lnTo>
                <a:lnTo>
                  <a:pt x="7563947" y="11270456"/>
                </a:lnTo>
                <a:lnTo>
                  <a:pt x="7686195" y="10813256"/>
                </a:lnTo>
                <a:lnTo>
                  <a:pt x="9478281" y="10813256"/>
                </a:lnTo>
                <a:lnTo>
                  <a:pt x="9437147" y="10660856"/>
                </a:lnTo>
                <a:lnTo>
                  <a:pt x="10524376" y="10660856"/>
                </a:lnTo>
                <a:lnTo>
                  <a:pt x="10516980" y="10648156"/>
                </a:lnTo>
                <a:lnTo>
                  <a:pt x="8499343" y="10648156"/>
                </a:lnTo>
                <a:lnTo>
                  <a:pt x="8414694" y="10597356"/>
                </a:lnTo>
                <a:lnTo>
                  <a:pt x="7686069" y="10597356"/>
                </a:lnTo>
                <a:lnTo>
                  <a:pt x="7638137" y="10546556"/>
                </a:lnTo>
                <a:close/>
              </a:path>
              <a:path w="13852525" h="11308715">
                <a:moveTo>
                  <a:pt x="3612099" y="9848056"/>
                </a:moveTo>
                <a:lnTo>
                  <a:pt x="3339678" y="10013156"/>
                </a:lnTo>
                <a:lnTo>
                  <a:pt x="3128616" y="11143456"/>
                </a:lnTo>
                <a:lnTo>
                  <a:pt x="3401069" y="10978356"/>
                </a:lnTo>
                <a:lnTo>
                  <a:pt x="3612099" y="9848056"/>
                </a:lnTo>
                <a:close/>
              </a:path>
              <a:path w="13852525" h="11308715">
                <a:moveTo>
                  <a:pt x="9488564" y="10851356"/>
                </a:moveTo>
                <a:lnTo>
                  <a:pt x="8556681" y="10851356"/>
                </a:lnTo>
                <a:lnTo>
                  <a:pt x="9567405" y="11143456"/>
                </a:lnTo>
                <a:lnTo>
                  <a:pt x="9488564" y="10851356"/>
                </a:lnTo>
                <a:close/>
              </a:path>
              <a:path w="13852525" h="11308715">
                <a:moveTo>
                  <a:pt x="5481518" y="9708356"/>
                </a:moveTo>
                <a:lnTo>
                  <a:pt x="5121885" y="10089356"/>
                </a:lnTo>
                <a:lnTo>
                  <a:pt x="5288310" y="11092656"/>
                </a:lnTo>
                <a:lnTo>
                  <a:pt x="5647953" y="10711656"/>
                </a:lnTo>
                <a:lnTo>
                  <a:pt x="5481518" y="9708356"/>
                </a:lnTo>
                <a:close/>
              </a:path>
              <a:path w="13852525" h="11308715">
                <a:moveTo>
                  <a:pt x="13851902" y="10571956"/>
                </a:moveTo>
                <a:lnTo>
                  <a:pt x="13158437" y="10838656"/>
                </a:lnTo>
                <a:lnTo>
                  <a:pt x="13506593" y="11029156"/>
                </a:lnTo>
                <a:lnTo>
                  <a:pt x="13851902" y="10889456"/>
                </a:lnTo>
                <a:lnTo>
                  <a:pt x="13851902" y="10571956"/>
                </a:lnTo>
                <a:close/>
              </a:path>
              <a:path w="13852525" h="11308715">
                <a:moveTo>
                  <a:pt x="6806761" y="10102056"/>
                </a:moveTo>
                <a:lnTo>
                  <a:pt x="6214962" y="10102056"/>
                </a:lnTo>
                <a:lnTo>
                  <a:pt x="6210816" y="10114756"/>
                </a:lnTo>
                <a:lnTo>
                  <a:pt x="6660446" y="10965656"/>
                </a:lnTo>
                <a:lnTo>
                  <a:pt x="6890020" y="10546556"/>
                </a:lnTo>
                <a:lnTo>
                  <a:pt x="7638137" y="10546556"/>
                </a:lnTo>
                <a:lnTo>
                  <a:pt x="7458393" y="10356056"/>
                </a:lnTo>
                <a:lnTo>
                  <a:pt x="6941610" y="10356056"/>
                </a:lnTo>
                <a:lnTo>
                  <a:pt x="6806761" y="10102056"/>
                </a:lnTo>
                <a:close/>
              </a:path>
              <a:path w="13852525" h="11308715">
                <a:moveTo>
                  <a:pt x="11697937" y="10241756"/>
                </a:moveTo>
                <a:lnTo>
                  <a:pt x="10502769" y="10483056"/>
                </a:lnTo>
                <a:lnTo>
                  <a:pt x="10933949" y="10902156"/>
                </a:lnTo>
                <a:lnTo>
                  <a:pt x="12129107" y="10660856"/>
                </a:lnTo>
                <a:lnTo>
                  <a:pt x="11697937" y="10241756"/>
                </a:lnTo>
                <a:close/>
              </a:path>
              <a:path w="13852525" h="11308715">
                <a:moveTo>
                  <a:pt x="4363898" y="9390856"/>
                </a:moveTo>
                <a:lnTo>
                  <a:pt x="4013595" y="9619456"/>
                </a:lnTo>
                <a:lnTo>
                  <a:pt x="3860447" y="10673556"/>
                </a:lnTo>
                <a:lnTo>
                  <a:pt x="4210719" y="10457656"/>
                </a:lnTo>
                <a:lnTo>
                  <a:pt x="4363898" y="9390856"/>
                </a:lnTo>
                <a:close/>
              </a:path>
              <a:path w="13852525" h="11308715">
                <a:moveTo>
                  <a:pt x="10524376" y="10660856"/>
                </a:moveTo>
                <a:lnTo>
                  <a:pt x="9441827" y="10660856"/>
                </a:lnTo>
                <a:lnTo>
                  <a:pt x="10531773" y="10673556"/>
                </a:lnTo>
                <a:lnTo>
                  <a:pt x="10524376" y="10660856"/>
                </a:lnTo>
                <a:close/>
              </a:path>
              <a:path w="13852525" h="11308715">
                <a:moveTo>
                  <a:pt x="9253203" y="10025856"/>
                </a:moveTo>
                <a:lnTo>
                  <a:pt x="7875927" y="10025856"/>
                </a:lnTo>
                <a:lnTo>
                  <a:pt x="8408372" y="10305256"/>
                </a:lnTo>
                <a:lnTo>
                  <a:pt x="8499343" y="10648156"/>
                </a:lnTo>
                <a:lnTo>
                  <a:pt x="10516980" y="10648156"/>
                </a:lnTo>
                <a:lnTo>
                  <a:pt x="10413427" y="10470356"/>
                </a:lnTo>
                <a:lnTo>
                  <a:pt x="9327893" y="10470356"/>
                </a:lnTo>
                <a:lnTo>
                  <a:pt x="8539708" y="10241756"/>
                </a:lnTo>
                <a:lnTo>
                  <a:pt x="8539834" y="10038556"/>
                </a:lnTo>
                <a:lnTo>
                  <a:pt x="9256753" y="10038556"/>
                </a:lnTo>
                <a:lnTo>
                  <a:pt x="9253203" y="10025856"/>
                </a:lnTo>
                <a:close/>
              </a:path>
              <a:path w="13852525" h="11308715">
                <a:moveTo>
                  <a:pt x="9207049" y="9860756"/>
                </a:moveTo>
                <a:lnTo>
                  <a:pt x="7259580" y="9860756"/>
                </a:lnTo>
                <a:lnTo>
                  <a:pt x="7685860" y="10254456"/>
                </a:lnTo>
                <a:lnTo>
                  <a:pt x="7686069" y="10597356"/>
                </a:lnTo>
                <a:lnTo>
                  <a:pt x="8414694" y="10597356"/>
                </a:lnTo>
                <a:lnTo>
                  <a:pt x="7822149" y="10241756"/>
                </a:lnTo>
                <a:lnTo>
                  <a:pt x="7875927" y="10025856"/>
                </a:lnTo>
                <a:lnTo>
                  <a:pt x="9253203" y="10025856"/>
                </a:lnTo>
                <a:lnTo>
                  <a:pt x="9207049" y="9860756"/>
                </a:lnTo>
                <a:close/>
              </a:path>
              <a:path w="13852525" h="11308715">
                <a:moveTo>
                  <a:pt x="13475066" y="9759156"/>
                </a:moveTo>
                <a:lnTo>
                  <a:pt x="12227920" y="10305256"/>
                </a:lnTo>
                <a:lnTo>
                  <a:pt x="12673708" y="10546556"/>
                </a:lnTo>
                <a:lnTo>
                  <a:pt x="13851902" y="10025856"/>
                </a:lnTo>
                <a:lnTo>
                  <a:pt x="13851902" y="9962356"/>
                </a:lnTo>
                <a:lnTo>
                  <a:pt x="13475066" y="9759156"/>
                </a:lnTo>
                <a:close/>
              </a:path>
              <a:path w="13852525" h="11308715">
                <a:moveTo>
                  <a:pt x="918223" y="9301956"/>
                </a:moveTo>
                <a:lnTo>
                  <a:pt x="874706" y="9314656"/>
                </a:lnTo>
                <a:lnTo>
                  <a:pt x="182915" y="10495756"/>
                </a:lnTo>
                <a:lnTo>
                  <a:pt x="226443" y="10470356"/>
                </a:lnTo>
                <a:lnTo>
                  <a:pt x="918223" y="9301956"/>
                </a:lnTo>
                <a:close/>
              </a:path>
              <a:path w="13852525" h="11308715">
                <a:moveTo>
                  <a:pt x="9256753" y="10038556"/>
                </a:moveTo>
                <a:lnTo>
                  <a:pt x="8539834" y="10038556"/>
                </a:lnTo>
                <a:lnTo>
                  <a:pt x="9147072" y="10152856"/>
                </a:lnTo>
                <a:lnTo>
                  <a:pt x="9327893" y="10470356"/>
                </a:lnTo>
                <a:lnTo>
                  <a:pt x="10413427" y="10470356"/>
                </a:lnTo>
                <a:lnTo>
                  <a:pt x="10272891" y="10229056"/>
                </a:lnTo>
                <a:lnTo>
                  <a:pt x="10279707" y="10229056"/>
                </a:lnTo>
                <a:lnTo>
                  <a:pt x="10877850" y="10076656"/>
                </a:lnTo>
                <a:lnTo>
                  <a:pt x="10113807" y="10076656"/>
                </a:lnTo>
                <a:lnTo>
                  <a:pt x="9263854" y="10063956"/>
                </a:lnTo>
                <a:lnTo>
                  <a:pt x="9256753" y="10038556"/>
                </a:lnTo>
                <a:close/>
              </a:path>
              <a:path w="13852525" h="11308715">
                <a:moveTo>
                  <a:pt x="6217188" y="9505156"/>
                </a:moveTo>
                <a:lnTo>
                  <a:pt x="5699250" y="9505156"/>
                </a:lnTo>
                <a:lnTo>
                  <a:pt x="5693554" y="9517856"/>
                </a:lnTo>
                <a:lnTo>
                  <a:pt x="5899569" y="10432256"/>
                </a:lnTo>
                <a:lnTo>
                  <a:pt x="6214962" y="10102056"/>
                </a:lnTo>
                <a:lnTo>
                  <a:pt x="6806761" y="10102056"/>
                </a:lnTo>
                <a:lnTo>
                  <a:pt x="6712367" y="9924256"/>
                </a:lnTo>
                <a:lnTo>
                  <a:pt x="6311860" y="9924256"/>
                </a:lnTo>
                <a:lnTo>
                  <a:pt x="6217188" y="9505156"/>
                </a:lnTo>
                <a:close/>
              </a:path>
              <a:path w="13852525" h="11308715">
                <a:moveTo>
                  <a:pt x="9853036" y="9543256"/>
                </a:moveTo>
                <a:lnTo>
                  <a:pt x="6729292" y="9543256"/>
                </a:lnTo>
                <a:lnTo>
                  <a:pt x="7027000" y="10025856"/>
                </a:lnTo>
                <a:lnTo>
                  <a:pt x="6941610" y="10356056"/>
                </a:lnTo>
                <a:lnTo>
                  <a:pt x="7458393" y="10356056"/>
                </a:lnTo>
                <a:lnTo>
                  <a:pt x="7158818" y="10038556"/>
                </a:lnTo>
                <a:lnTo>
                  <a:pt x="7259580" y="9860756"/>
                </a:lnTo>
                <a:lnTo>
                  <a:pt x="9207049" y="9860756"/>
                </a:lnTo>
                <a:lnTo>
                  <a:pt x="9850537" y="9809956"/>
                </a:lnTo>
                <a:lnTo>
                  <a:pt x="11233329" y="9809956"/>
                </a:lnTo>
                <a:lnTo>
                  <a:pt x="11116350" y="9695656"/>
                </a:lnTo>
                <a:lnTo>
                  <a:pt x="9943571" y="9695656"/>
                </a:lnTo>
                <a:lnTo>
                  <a:pt x="9853036" y="9543256"/>
                </a:lnTo>
                <a:close/>
              </a:path>
              <a:path w="13852525" h="11308715">
                <a:moveTo>
                  <a:pt x="1727580" y="9060656"/>
                </a:moveTo>
                <a:lnTo>
                  <a:pt x="1599951" y="9111456"/>
                </a:lnTo>
                <a:lnTo>
                  <a:pt x="979394" y="10229056"/>
                </a:lnTo>
                <a:lnTo>
                  <a:pt x="1107013" y="10190956"/>
                </a:lnTo>
                <a:lnTo>
                  <a:pt x="1727580" y="9060656"/>
                </a:lnTo>
                <a:close/>
              </a:path>
              <a:path w="13852525" h="11308715">
                <a:moveTo>
                  <a:pt x="5115655" y="8946356"/>
                </a:moveTo>
                <a:lnTo>
                  <a:pt x="4687553" y="9213056"/>
                </a:lnTo>
                <a:lnTo>
                  <a:pt x="4592258" y="10203656"/>
                </a:lnTo>
                <a:lnTo>
                  <a:pt x="5020360" y="9936956"/>
                </a:lnTo>
                <a:lnTo>
                  <a:pt x="5115655" y="8946356"/>
                </a:lnTo>
                <a:close/>
              </a:path>
              <a:path w="13852525" h="11308715">
                <a:moveTo>
                  <a:pt x="11233329" y="9809956"/>
                </a:moveTo>
                <a:lnTo>
                  <a:pt x="9850537" y="9809956"/>
                </a:lnTo>
                <a:lnTo>
                  <a:pt x="10113807" y="10076656"/>
                </a:lnTo>
                <a:lnTo>
                  <a:pt x="10877850" y="10076656"/>
                </a:lnTo>
                <a:lnTo>
                  <a:pt x="11376302" y="9949656"/>
                </a:lnTo>
                <a:lnTo>
                  <a:pt x="11233329" y="9809956"/>
                </a:lnTo>
                <a:close/>
              </a:path>
              <a:path w="13852525" h="11308715">
                <a:moveTo>
                  <a:pt x="12433862" y="9213056"/>
                </a:moveTo>
                <a:lnTo>
                  <a:pt x="11297383" y="9771856"/>
                </a:lnTo>
                <a:lnTo>
                  <a:pt x="11840833" y="10063956"/>
                </a:lnTo>
                <a:lnTo>
                  <a:pt x="12977322" y="9505156"/>
                </a:lnTo>
                <a:lnTo>
                  <a:pt x="12433862" y="9213056"/>
                </a:lnTo>
                <a:close/>
              </a:path>
              <a:path w="13852525" h="11308715">
                <a:moveTo>
                  <a:pt x="2536927" y="8832056"/>
                </a:moveTo>
                <a:lnTo>
                  <a:pt x="2325217" y="8908256"/>
                </a:lnTo>
                <a:lnTo>
                  <a:pt x="1775893" y="9975056"/>
                </a:lnTo>
                <a:lnTo>
                  <a:pt x="1987583" y="9911556"/>
                </a:lnTo>
                <a:lnTo>
                  <a:pt x="2536927" y="8832056"/>
                </a:lnTo>
                <a:close/>
              </a:path>
              <a:path w="13852525" h="11308715">
                <a:moveTo>
                  <a:pt x="10489852" y="9111456"/>
                </a:moveTo>
                <a:lnTo>
                  <a:pt x="6315661" y="9111456"/>
                </a:lnTo>
                <a:lnTo>
                  <a:pt x="6472200" y="9644856"/>
                </a:lnTo>
                <a:lnTo>
                  <a:pt x="6311860" y="9924256"/>
                </a:lnTo>
                <a:lnTo>
                  <a:pt x="6712367" y="9924256"/>
                </a:lnTo>
                <a:lnTo>
                  <a:pt x="6591003" y="9695656"/>
                </a:lnTo>
                <a:lnTo>
                  <a:pt x="6729292" y="9543256"/>
                </a:lnTo>
                <a:lnTo>
                  <a:pt x="9853036" y="9543256"/>
                </a:lnTo>
                <a:lnTo>
                  <a:pt x="9830402" y="9505156"/>
                </a:lnTo>
                <a:lnTo>
                  <a:pt x="10466644" y="9289256"/>
                </a:lnTo>
                <a:lnTo>
                  <a:pt x="11532261" y="9289256"/>
                </a:lnTo>
                <a:lnTo>
                  <a:pt x="11783015" y="9149556"/>
                </a:lnTo>
                <a:lnTo>
                  <a:pt x="10527909" y="9149556"/>
                </a:lnTo>
                <a:lnTo>
                  <a:pt x="10489852" y="9111456"/>
                </a:lnTo>
                <a:close/>
              </a:path>
              <a:path w="13852525" h="11308715">
                <a:moveTo>
                  <a:pt x="5854782" y="8819356"/>
                </a:moveTo>
                <a:lnTo>
                  <a:pt x="5368265" y="8819356"/>
                </a:lnTo>
                <a:lnTo>
                  <a:pt x="5361413" y="8821283"/>
                </a:lnTo>
                <a:lnTo>
                  <a:pt x="5324057" y="9746456"/>
                </a:lnTo>
                <a:lnTo>
                  <a:pt x="5699250" y="9505156"/>
                </a:lnTo>
                <a:lnTo>
                  <a:pt x="6217188" y="9505156"/>
                </a:lnTo>
                <a:lnTo>
                  <a:pt x="6185631" y="9365456"/>
                </a:lnTo>
                <a:lnTo>
                  <a:pt x="5832366" y="9365456"/>
                </a:lnTo>
                <a:lnTo>
                  <a:pt x="5854782" y="8819356"/>
                </a:lnTo>
                <a:close/>
              </a:path>
              <a:path w="13852525" h="11308715">
                <a:moveTo>
                  <a:pt x="3346275" y="8603456"/>
                </a:moveTo>
                <a:lnTo>
                  <a:pt x="3050472" y="8692356"/>
                </a:lnTo>
                <a:lnTo>
                  <a:pt x="2572382" y="9721056"/>
                </a:lnTo>
                <a:lnTo>
                  <a:pt x="2868174" y="9619456"/>
                </a:lnTo>
                <a:lnTo>
                  <a:pt x="3346275" y="8603456"/>
                </a:lnTo>
                <a:close/>
              </a:path>
              <a:path w="13852525" h="11308715">
                <a:moveTo>
                  <a:pt x="11532261" y="9289256"/>
                </a:moveTo>
                <a:lnTo>
                  <a:pt x="10466644" y="9289256"/>
                </a:lnTo>
                <a:lnTo>
                  <a:pt x="10798718" y="9467056"/>
                </a:lnTo>
                <a:lnTo>
                  <a:pt x="9943571" y="9695656"/>
                </a:lnTo>
                <a:lnTo>
                  <a:pt x="11116350" y="9695656"/>
                </a:lnTo>
                <a:lnTo>
                  <a:pt x="10999371" y="9581356"/>
                </a:lnTo>
                <a:lnTo>
                  <a:pt x="11007958" y="9581356"/>
                </a:lnTo>
                <a:lnTo>
                  <a:pt x="11532261" y="9289256"/>
                </a:lnTo>
                <a:close/>
              </a:path>
              <a:path w="13852525" h="11308715">
                <a:moveTo>
                  <a:pt x="4155632" y="8374856"/>
                </a:moveTo>
                <a:lnTo>
                  <a:pt x="3775727" y="8489156"/>
                </a:lnTo>
                <a:lnTo>
                  <a:pt x="3368860" y="9454356"/>
                </a:lnTo>
                <a:lnTo>
                  <a:pt x="3748765" y="9340056"/>
                </a:lnTo>
                <a:lnTo>
                  <a:pt x="4155632" y="8374856"/>
                </a:lnTo>
                <a:close/>
              </a:path>
              <a:path w="13852525" h="11308715">
                <a:moveTo>
                  <a:pt x="11727822" y="8590756"/>
                </a:moveTo>
                <a:lnTo>
                  <a:pt x="6039638" y="8590756"/>
                </a:lnTo>
                <a:lnTo>
                  <a:pt x="6052663" y="9136856"/>
                </a:lnTo>
                <a:lnTo>
                  <a:pt x="5832366" y="9365456"/>
                </a:lnTo>
                <a:lnTo>
                  <a:pt x="6185631" y="9365456"/>
                </a:lnTo>
                <a:lnTo>
                  <a:pt x="6151205" y="9213056"/>
                </a:lnTo>
                <a:lnTo>
                  <a:pt x="6315661" y="9111456"/>
                </a:lnTo>
                <a:lnTo>
                  <a:pt x="10489852" y="9111456"/>
                </a:lnTo>
                <a:lnTo>
                  <a:pt x="10362993" y="8984456"/>
                </a:lnTo>
                <a:lnTo>
                  <a:pt x="10946389" y="8603456"/>
                </a:lnTo>
                <a:lnTo>
                  <a:pt x="11714521" y="8603456"/>
                </a:lnTo>
                <a:lnTo>
                  <a:pt x="11727822" y="8590756"/>
                </a:lnTo>
                <a:close/>
              </a:path>
              <a:path w="13852525" h="11308715">
                <a:moveTo>
                  <a:pt x="13851902" y="8451056"/>
                </a:moveTo>
                <a:lnTo>
                  <a:pt x="12983206" y="9124156"/>
                </a:lnTo>
                <a:lnTo>
                  <a:pt x="13494719" y="9251156"/>
                </a:lnTo>
                <a:lnTo>
                  <a:pt x="13851902" y="8959056"/>
                </a:lnTo>
                <a:lnTo>
                  <a:pt x="13851902" y="8451056"/>
                </a:lnTo>
                <a:close/>
              </a:path>
              <a:path w="13852525" h="11308715">
                <a:moveTo>
                  <a:pt x="4964979" y="8133556"/>
                </a:moveTo>
                <a:lnTo>
                  <a:pt x="4500993" y="8285956"/>
                </a:lnTo>
                <a:lnTo>
                  <a:pt x="4165328" y="9200356"/>
                </a:lnTo>
                <a:lnTo>
                  <a:pt x="4629345" y="9047956"/>
                </a:lnTo>
                <a:lnTo>
                  <a:pt x="4964979" y="8133556"/>
                </a:lnTo>
                <a:close/>
              </a:path>
              <a:path w="13852525" h="11308715">
                <a:moveTo>
                  <a:pt x="11714521" y="8603456"/>
                </a:moveTo>
                <a:lnTo>
                  <a:pt x="10946389" y="8603456"/>
                </a:lnTo>
                <a:lnTo>
                  <a:pt x="11327843" y="8692356"/>
                </a:lnTo>
                <a:lnTo>
                  <a:pt x="10527909" y="9149556"/>
                </a:lnTo>
                <a:lnTo>
                  <a:pt x="11783015" y="9149556"/>
                </a:lnTo>
                <a:lnTo>
                  <a:pt x="12033769" y="9009856"/>
                </a:lnTo>
                <a:lnTo>
                  <a:pt x="11558349" y="8743156"/>
                </a:lnTo>
                <a:lnTo>
                  <a:pt x="11568202" y="8743156"/>
                </a:lnTo>
                <a:lnTo>
                  <a:pt x="11714521" y="8603456"/>
                </a:lnTo>
                <a:close/>
              </a:path>
              <a:path w="13852525" h="11308715">
                <a:moveTo>
                  <a:pt x="12901020" y="7993856"/>
                </a:moveTo>
                <a:lnTo>
                  <a:pt x="11907469" y="8857456"/>
                </a:lnTo>
                <a:lnTo>
                  <a:pt x="12531471" y="8997156"/>
                </a:lnTo>
                <a:lnTo>
                  <a:pt x="13525022" y="8133556"/>
                </a:lnTo>
                <a:lnTo>
                  <a:pt x="12901020" y="7993856"/>
                </a:lnTo>
                <a:close/>
              </a:path>
              <a:path w="13852525" h="11308715">
                <a:moveTo>
                  <a:pt x="5725039" y="8070056"/>
                </a:moveTo>
                <a:lnTo>
                  <a:pt x="5233589" y="8070056"/>
                </a:lnTo>
                <a:lnTo>
                  <a:pt x="5226178" y="8070286"/>
                </a:lnTo>
                <a:lnTo>
                  <a:pt x="4961838" y="8933656"/>
                </a:lnTo>
                <a:lnTo>
                  <a:pt x="5361413" y="8821283"/>
                </a:lnTo>
                <a:lnTo>
                  <a:pt x="5361491" y="8819356"/>
                </a:lnTo>
                <a:lnTo>
                  <a:pt x="5854782" y="8819356"/>
                </a:lnTo>
                <a:lnTo>
                  <a:pt x="5858953" y="8717756"/>
                </a:lnTo>
                <a:lnTo>
                  <a:pt x="5526627" y="8717756"/>
                </a:lnTo>
                <a:lnTo>
                  <a:pt x="5725039" y="8070056"/>
                </a:lnTo>
                <a:close/>
              </a:path>
              <a:path w="13852525" h="11308715">
                <a:moveTo>
                  <a:pt x="5368265" y="8819356"/>
                </a:moveTo>
                <a:lnTo>
                  <a:pt x="5361491" y="8819356"/>
                </a:lnTo>
                <a:lnTo>
                  <a:pt x="5361413" y="8821283"/>
                </a:lnTo>
                <a:lnTo>
                  <a:pt x="5368265" y="8819356"/>
                </a:lnTo>
                <a:close/>
              </a:path>
              <a:path w="13852525" h="11308715">
                <a:moveTo>
                  <a:pt x="11034068" y="8031956"/>
                </a:moveTo>
                <a:lnTo>
                  <a:pt x="5911840" y="8031956"/>
                </a:lnTo>
                <a:lnTo>
                  <a:pt x="5788671" y="8552656"/>
                </a:lnTo>
                <a:lnTo>
                  <a:pt x="5526627" y="8717756"/>
                </a:lnTo>
                <a:lnTo>
                  <a:pt x="5858953" y="8717756"/>
                </a:lnTo>
                <a:lnTo>
                  <a:pt x="5861559" y="8654256"/>
                </a:lnTo>
                <a:lnTo>
                  <a:pt x="6039638" y="8590756"/>
                </a:lnTo>
                <a:lnTo>
                  <a:pt x="11727822" y="8590756"/>
                </a:lnTo>
                <a:lnTo>
                  <a:pt x="11887442" y="8438356"/>
                </a:lnTo>
                <a:lnTo>
                  <a:pt x="10969582" y="8438356"/>
                </a:lnTo>
                <a:lnTo>
                  <a:pt x="10761483" y="8324056"/>
                </a:lnTo>
                <a:lnTo>
                  <a:pt x="11034068" y="8031956"/>
                </a:lnTo>
                <a:close/>
              </a:path>
              <a:path w="13852525" h="11308715">
                <a:moveTo>
                  <a:pt x="11954577" y="7790656"/>
                </a:moveTo>
                <a:lnTo>
                  <a:pt x="11654158" y="7790656"/>
                </a:lnTo>
                <a:lnTo>
                  <a:pt x="10969582" y="8438356"/>
                </a:lnTo>
                <a:lnTo>
                  <a:pt x="11887442" y="8438356"/>
                </a:lnTo>
                <a:lnTo>
                  <a:pt x="12446113" y="7904956"/>
                </a:lnTo>
                <a:lnTo>
                  <a:pt x="11954577" y="7790656"/>
                </a:lnTo>
                <a:close/>
              </a:path>
              <a:path w="13852525" h="11308715">
                <a:moveTo>
                  <a:pt x="979970" y="7396956"/>
                </a:moveTo>
                <a:lnTo>
                  <a:pt x="935060" y="7409656"/>
                </a:lnTo>
                <a:lnTo>
                  <a:pt x="0" y="8349456"/>
                </a:lnTo>
                <a:lnTo>
                  <a:pt x="44899" y="8336756"/>
                </a:lnTo>
                <a:lnTo>
                  <a:pt x="979970" y="7396956"/>
                </a:lnTo>
                <a:close/>
              </a:path>
              <a:path w="13852525" h="11308715">
                <a:moveTo>
                  <a:pt x="1789442" y="7384256"/>
                </a:moveTo>
                <a:lnTo>
                  <a:pt x="1660137" y="7396956"/>
                </a:lnTo>
                <a:lnTo>
                  <a:pt x="804153" y="8298656"/>
                </a:lnTo>
                <a:lnTo>
                  <a:pt x="933427" y="8298656"/>
                </a:lnTo>
                <a:lnTo>
                  <a:pt x="1789442" y="7384256"/>
                </a:lnTo>
                <a:close/>
              </a:path>
              <a:path w="13852525" h="11308715">
                <a:moveTo>
                  <a:pt x="2598884" y="7371556"/>
                </a:moveTo>
                <a:lnTo>
                  <a:pt x="2385225" y="7384256"/>
                </a:lnTo>
                <a:lnTo>
                  <a:pt x="1608296" y="8260556"/>
                </a:lnTo>
                <a:lnTo>
                  <a:pt x="1821944" y="8247856"/>
                </a:lnTo>
                <a:lnTo>
                  <a:pt x="2598884" y="7371556"/>
                </a:lnTo>
                <a:close/>
              </a:path>
              <a:path w="13852525" h="11308715">
                <a:moveTo>
                  <a:pt x="3408325" y="7358856"/>
                </a:moveTo>
                <a:lnTo>
                  <a:pt x="3110324" y="7371556"/>
                </a:lnTo>
                <a:lnTo>
                  <a:pt x="2412450" y="8222456"/>
                </a:lnTo>
                <a:lnTo>
                  <a:pt x="2710472" y="8197056"/>
                </a:lnTo>
                <a:lnTo>
                  <a:pt x="3408325" y="7358856"/>
                </a:lnTo>
                <a:close/>
              </a:path>
              <a:path w="13852525" h="11308715">
                <a:moveTo>
                  <a:pt x="4217798" y="7346156"/>
                </a:moveTo>
                <a:lnTo>
                  <a:pt x="3835401" y="7358856"/>
                </a:lnTo>
                <a:lnTo>
                  <a:pt x="3216593" y="8171656"/>
                </a:lnTo>
                <a:lnTo>
                  <a:pt x="3598979" y="8158956"/>
                </a:lnTo>
                <a:lnTo>
                  <a:pt x="4217798" y="7346156"/>
                </a:lnTo>
                <a:close/>
              </a:path>
              <a:path w="13852525" h="11308715">
                <a:moveTo>
                  <a:pt x="5027260" y="7333456"/>
                </a:moveTo>
                <a:lnTo>
                  <a:pt x="4560478" y="7346156"/>
                </a:lnTo>
                <a:lnTo>
                  <a:pt x="4020736" y="8133556"/>
                </a:lnTo>
                <a:lnTo>
                  <a:pt x="4487507" y="8108156"/>
                </a:lnTo>
                <a:lnTo>
                  <a:pt x="5027260" y="7333456"/>
                </a:lnTo>
                <a:close/>
              </a:path>
              <a:path w="13852525" h="11308715">
                <a:moveTo>
                  <a:pt x="11539800" y="6863556"/>
                </a:moveTo>
                <a:lnTo>
                  <a:pt x="5944960" y="6863556"/>
                </a:lnTo>
                <a:lnTo>
                  <a:pt x="6091165" y="6939756"/>
                </a:lnTo>
                <a:lnTo>
                  <a:pt x="5750913" y="7320756"/>
                </a:lnTo>
                <a:lnTo>
                  <a:pt x="5465456" y="7333456"/>
                </a:lnTo>
                <a:lnTo>
                  <a:pt x="5285566" y="7333456"/>
                </a:lnTo>
                <a:lnTo>
                  <a:pt x="4824879" y="8082756"/>
                </a:lnTo>
                <a:lnTo>
                  <a:pt x="5226178" y="8070286"/>
                </a:lnTo>
                <a:lnTo>
                  <a:pt x="5226249" y="8070056"/>
                </a:lnTo>
                <a:lnTo>
                  <a:pt x="5725039" y="8070056"/>
                </a:lnTo>
                <a:lnTo>
                  <a:pt x="5732820" y="8044656"/>
                </a:lnTo>
                <a:lnTo>
                  <a:pt x="5911840" y="8031956"/>
                </a:lnTo>
                <a:lnTo>
                  <a:pt x="11034068" y="8031956"/>
                </a:lnTo>
                <a:lnTo>
                  <a:pt x="11045920" y="8019256"/>
                </a:lnTo>
                <a:lnTo>
                  <a:pt x="5405133" y="8019256"/>
                </a:lnTo>
                <a:lnTo>
                  <a:pt x="5764379" y="7435056"/>
                </a:lnTo>
                <a:lnTo>
                  <a:pt x="11064475" y="7435056"/>
                </a:lnTo>
                <a:lnTo>
                  <a:pt x="11337424" y="6927056"/>
                </a:lnTo>
                <a:lnTo>
                  <a:pt x="11539800" y="6863556"/>
                </a:lnTo>
                <a:close/>
              </a:path>
              <a:path w="13852525" h="11308715">
                <a:moveTo>
                  <a:pt x="5233589" y="8070056"/>
                </a:moveTo>
                <a:lnTo>
                  <a:pt x="5226249" y="8070056"/>
                </a:lnTo>
                <a:lnTo>
                  <a:pt x="5226178" y="8070286"/>
                </a:lnTo>
                <a:lnTo>
                  <a:pt x="5233589" y="8070056"/>
                </a:lnTo>
                <a:close/>
              </a:path>
              <a:path w="13852525" h="11308715">
                <a:moveTo>
                  <a:pt x="11064475" y="7435056"/>
                </a:moveTo>
                <a:lnTo>
                  <a:pt x="5764379" y="7435056"/>
                </a:lnTo>
                <a:lnTo>
                  <a:pt x="5932290" y="7473156"/>
                </a:lnTo>
                <a:lnTo>
                  <a:pt x="5689010" y="7930356"/>
                </a:lnTo>
                <a:lnTo>
                  <a:pt x="5405133" y="8019256"/>
                </a:lnTo>
                <a:lnTo>
                  <a:pt x="11045920" y="8019256"/>
                </a:lnTo>
                <a:lnTo>
                  <a:pt x="11247395" y="7803356"/>
                </a:lnTo>
                <a:lnTo>
                  <a:pt x="11654158" y="7790656"/>
                </a:lnTo>
                <a:lnTo>
                  <a:pt x="11954577" y="7790656"/>
                </a:lnTo>
                <a:lnTo>
                  <a:pt x="11899962" y="7777956"/>
                </a:lnTo>
                <a:lnTo>
                  <a:pt x="11910475" y="7777956"/>
                </a:lnTo>
                <a:lnTo>
                  <a:pt x="11996729" y="7638256"/>
                </a:lnTo>
                <a:lnTo>
                  <a:pt x="11228548" y="7638256"/>
                </a:lnTo>
                <a:lnTo>
                  <a:pt x="10989414" y="7574756"/>
                </a:lnTo>
                <a:lnTo>
                  <a:pt x="11064475" y="7435056"/>
                </a:lnTo>
                <a:close/>
              </a:path>
              <a:path w="13852525" h="11308715">
                <a:moveTo>
                  <a:pt x="13715058" y="6647656"/>
                </a:moveTo>
                <a:lnTo>
                  <a:pt x="13049916" y="6673056"/>
                </a:lnTo>
                <a:lnTo>
                  <a:pt x="12278526" y="7790656"/>
                </a:lnTo>
                <a:lnTo>
                  <a:pt x="12943658" y="7765256"/>
                </a:lnTo>
                <a:lnTo>
                  <a:pt x="13715058" y="6647656"/>
                </a:lnTo>
                <a:close/>
              </a:path>
              <a:path w="13852525" h="11308715">
                <a:moveTo>
                  <a:pt x="13851902" y="7219156"/>
                </a:moveTo>
                <a:lnTo>
                  <a:pt x="13431926" y="7765256"/>
                </a:lnTo>
                <a:lnTo>
                  <a:pt x="13851902" y="7752556"/>
                </a:lnTo>
                <a:lnTo>
                  <a:pt x="13851902" y="7219156"/>
                </a:lnTo>
                <a:close/>
              </a:path>
              <a:path w="13852525" h="11308715">
                <a:moveTo>
                  <a:pt x="12514256" y="6800056"/>
                </a:moveTo>
                <a:lnTo>
                  <a:pt x="11742176" y="6800056"/>
                </a:lnTo>
                <a:lnTo>
                  <a:pt x="11228548" y="7638256"/>
                </a:lnTo>
                <a:lnTo>
                  <a:pt x="11996729" y="7638256"/>
                </a:lnTo>
                <a:lnTo>
                  <a:pt x="12514256" y="6800056"/>
                </a:lnTo>
                <a:close/>
              </a:path>
              <a:path w="13852525" h="11308715">
                <a:moveTo>
                  <a:pt x="5518683" y="6653162"/>
                </a:moveTo>
                <a:lnTo>
                  <a:pt x="4909473" y="7244556"/>
                </a:lnTo>
                <a:lnTo>
                  <a:pt x="5292969" y="7333456"/>
                </a:lnTo>
                <a:lnTo>
                  <a:pt x="5465456" y="7333456"/>
                </a:lnTo>
                <a:lnTo>
                  <a:pt x="5944960" y="6863556"/>
                </a:lnTo>
                <a:lnTo>
                  <a:pt x="11539800" y="6863556"/>
                </a:lnTo>
                <a:lnTo>
                  <a:pt x="11742176" y="6800056"/>
                </a:lnTo>
                <a:lnTo>
                  <a:pt x="12514256" y="6800056"/>
                </a:lnTo>
                <a:lnTo>
                  <a:pt x="12529939" y="6774656"/>
                </a:lnTo>
                <a:lnTo>
                  <a:pt x="11020240" y="6774656"/>
                </a:lnTo>
                <a:lnTo>
                  <a:pt x="11026344" y="6749256"/>
                </a:lnTo>
                <a:lnTo>
                  <a:pt x="5960991" y="6749256"/>
                </a:lnTo>
                <a:lnTo>
                  <a:pt x="5693135" y="6685756"/>
                </a:lnTo>
                <a:lnTo>
                  <a:pt x="5737997" y="6660356"/>
                </a:lnTo>
                <a:lnTo>
                  <a:pt x="5531297" y="6660356"/>
                </a:lnTo>
                <a:lnTo>
                  <a:pt x="5518683" y="6653162"/>
                </a:lnTo>
                <a:close/>
              </a:path>
              <a:path w="13852525" h="11308715">
                <a:moveTo>
                  <a:pt x="4847957" y="6482556"/>
                </a:moveTo>
                <a:lnTo>
                  <a:pt x="4151925" y="7079456"/>
                </a:lnTo>
                <a:lnTo>
                  <a:pt x="4590069" y="7181056"/>
                </a:lnTo>
                <a:lnTo>
                  <a:pt x="5286111" y="6584156"/>
                </a:lnTo>
                <a:lnTo>
                  <a:pt x="4847957" y="6482556"/>
                </a:lnTo>
                <a:close/>
              </a:path>
              <a:path w="13852525" h="11308715">
                <a:moveTo>
                  <a:pt x="4171558" y="6304756"/>
                </a:moveTo>
                <a:lnTo>
                  <a:pt x="3394367" y="6914356"/>
                </a:lnTo>
                <a:lnTo>
                  <a:pt x="3753519" y="7003256"/>
                </a:lnTo>
                <a:lnTo>
                  <a:pt x="4530731" y="6393656"/>
                </a:lnTo>
                <a:lnTo>
                  <a:pt x="4171558" y="6304756"/>
                </a:lnTo>
                <a:close/>
              </a:path>
              <a:path w="13852525" h="11308715">
                <a:moveTo>
                  <a:pt x="3495139" y="6139656"/>
                </a:moveTo>
                <a:lnTo>
                  <a:pt x="2636809" y="6761956"/>
                </a:lnTo>
                <a:lnTo>
                  <a:pt x="2916968" y="6825456"/>
                </a:lnTo>
                <a:lnTo>
                  <a:pt x="3775330" y="6203156"/>
                </a:lnTo>
                <a:lnTo>
                  <a:pt x="3495139" y="6139656"/>
                </a:lnTo>
                <a:close/>
              </a:path>
              <a:path w="13852525" h="11308715">
                <a:moveTo>
                  <a:pt x="12278779" y="5809456"/>
                </a:moveTo>
                <a:lnTo>
                  <a:pt x="11571134" y="5809456"/>
                </a:lnTo>
                <a:lnTo>
                  <a:pt x="11275332" y="6774656"/>
                </a:lnTo>
                <a:lnTo>
                  <a:pt x="12529939" y="6774656"/>
                </a:lnTo>
                <a:lnTo>
                  <a:pt x="12561304" y="6723856"/>
                </a:lnTo>
                <a:lnTo>
                  <a:pt x="11986744" y="6723856"/>
                </a:lnTo>
                <a:lnTo>
                  <a:pt x="11997286" y="6723626"/>
                </a:lnTo>
                <a:lnTo>
                  <a:pt x="12278779" y="5809456"/>
                </a:lnTo>
                <a:close/>
              </a:path>
              <a:path w="13852525" h="11308715">
                <a:moveTo>
                  <a:pt x="11117907" y="6368256"/>
                </a:moveTo>
                <a:lnTo>
                  <a:pt x="6253903" y="6368256"/>
                </a:lnTo>
                <a:lnTo>
                  <a:pt x="6369868" y="6482556"/>
                </a:lnTo>
                <a:lnTo>
                  <a:pt x="5960991" y="6749256"/>
                </a:lnTo>
                <a:lnTo>
                  <a:pt x="11026344" y="6749256"/>
                </a:lnTo>
                <a:lnTo>
                  <a:pt x="11117907" y="6368256"/>
                </a:lnTo>
                <a:close/>
              </a:path>
              <a:path w="13852525" h="11308715">
                <a:moveTo>
                  <a:pt x="11997286" y="6723626"/>
                </a:moveTo>
                <a:lnTo>
                  <a:pt x="11986744" y="6723856"/>
                </a:lnTo>
                <a:lnTo>
                  <a:pt x="11997215" y="6723856"/>
                </a:lnTo>
                <a:lnTo>
                  <a:pt x="11997286" y="6723626"/>
                </a:lnTo>
                <a:close/>
              </a:path>
              <a:path w="13852525" h="11308715">
                <a:moveTo>
                  <a:pt x="12569146" y="6711156"/>
                </a:moveTo>
                <a:lnTo>
                  <a:pt x="11997286" y="6723626"/>
                </a:lnTo>
                <a:lnTo>
                  <a:pt x="11997215" y="6723856"/>
                </a:lnTo>
                <a:lnTo>
                  <a:pt x="12561304" y="6723856"/>
                </a:lnTo>
                <a:lnTo>
                  <a:pt x="12569146" y="6711156"/>
                </a:lnTo>
                <a:close/>
              </a:path>
              <a:path w="13852525" h="11308715">
                <a:moveTo>
                  <a:pt x="5524355" y="6647656"/>
                </a:moveTo>
                <a:lnTo>
                  <a:pt x="5518683" y="6653162"/>
                </a:lnTo>
                <a:lnTo>
                  <a:pt x="5531297" y="6660356"/>
                </a:lnTo>
                <a:lnTo>
                  <a:pt x="5524355" y="6647656"/>
                </a:lnTo>
                <a:close/>
              </a:path>
              <a:path w="13852525" h="11308715">
                <a:moveTo>
                  <a:pt x="5760427" y="6647656"/>
                </a:moveTo>
                <a:lnTo>
                  <a:pt x="5524355" y="6647656"/>
                </a:lnTo>
                <a:lnTo>
                  <a:pt x="5531297" y="6660356"/>
                </a:lnTo>
                <a:lnTo>
                  <a:pt x="5737997" y="6660356"/>
                </a:lnTo>
                <a:lnTo>
                  <a:pt x="5760427" y="6647656"/>
                </a:lnTo>
                <a:close/>
              </a:path>
              <a:path w="13852525" h="11308715">
                <a:moveTo>
                  <a:pt x="6424317" y="5606831"/>
                </a:moveTo>
                <a:lnTo>
                  <a:pt x="5657293" y="5809456"/>
                </a:lnTo>
                <a:lnTo>
                  <a:pt x="5922374" y="6063456"/>
                </a:lnTo>
                <a:lnTo>
                  <a:pt x="5916343" y="6063456"/>
                </a:lnTo>
                <a:lnTo>
                  <a:pt x="5197244" y="6469856"/>
                </a:lnTo>
                <a:lnTo>
                  <a:pt x="5518683" y="6653162"/>
                </a:lnTo>
                <a:lnTo>
                  <a:pt x="5524355" y="6647656"/>
                </a:lnTo>
                <a:lnTo>
                  <a:pt x="5760427" y="6647656"/>
                </a:lnTo>
                <a:lnTo>
                  <a:pt x="6253903" y="6368256"/>
                </a:lnTo>
                <a:lnTo>
                  <a:pt x="11117907" y="6368256"/>
                </a:lnTo>
                <a:lnTo>
                  <a:pt x="11142323" y="6266656"/>
                </a:lnTo>
                <a:lnTo>
                  <a:pt x="6296677" y="6266656"/>
                </a:lnTo>
                <a:lnTo>
                  <a:pt x="6063354" y="6139656"/>
                </a:lnTo>
                <a:lnTo>
                  <a:pt x="6663200" y="5987256"/>
                </a:lnTo>
                <a:lnTo>
                  <a:pt x="10839816" y="5987256"/>
                </a:lnTo>
                <a:lnTo>
                  <a:pt x="10837873" y="5898356"/>
                </a:lnTo>
                <a:lnTo>
                  <a:pt x="6728318" y="5898356"/>
                </a:lnTo>
                <a:lnTo>
                  <a:pt x="6543162" y="5720556"/>
                </a:lnTo>
                <a:lnTo>
                  <a:pt x="7526064" y="5720556"/>
                </a:lnTo>
                <a:lnTo>
                  <a:pt x="7221518" y="5657056"/>
                </a:lnTo>
                <a:lnTo>
                  <a:pt x="7199043" y="5618956"/>
                </a:lnTo>
                <a:lnTo>
                  <a:pt x="6431280" y="5618956"/>
                </a:lnTo>
                <a:lnTo>
                  <a:pt x="6424317" y="5606831"/>
                </a:lnTo>
                <a:close/>
              </a:path>
              <a:path w="13852525" h="11308715">
                <a:moveTo>
                  <a:pt x="2818762" y="5961856"/>
                </a:moveTo>
                <a:lnTo>
                  <a:pt x="1879251" y="6596856"/>
                </a:lnTo>
                <a:lnTo>
                  <a:pt x="2080439" y="6634956"/>
                </a:lnTo>
                <a:lnTo>
                  <a:pt x="3019960" y="5999956"/>
                </a:lnTo>
                <a:lnTo>
                  <a:pt x="2818762" y="5961856"/>
                </a:lnTo>
                <a:close/>
              </a:path>
              <a:path w="13852525" h="11308715">
                <a:moveTo>
                  <a:pt x="13512185" y="5123656"/>
                </a:moveTo>
                <a:lnTo>
                  <a:pt x="12850645" y="5326856"/>
                </a:lnTo>
                <a:lnTo>
                  <a:pt x="12369675" y="6634956"/>
                </a:lnTo>
                <a:lnTo>
                  <a:pt x="13031205" y="6431756"/>
                </a:lnTo>
                <a:lnTo>
                  <a:pt x="13512185" y="5123656"/>
                </a:lnTo>
                <a:close/>
              </a:path>
              <a:path w="13852525" h="11308715">
                <a:moveTo>
                  <a:pt x="2142343" y="5784056"/>
                </a:moveTo>
                <a:lnTo>
                  <a:pt x="1121683" y="6431756"/>
                </a:lnTo>
                <a:lnTo>
                  <a:pt x="1243888" y="6457156"/>
                </a:lnTo>
                <a:lnTo>
                  <a:pt x="2264569" y="5809456"/>
                </a:lnTo>
                <a:lnTo>
                  <a:pt x="2142343" y="5784056"/>
                </a:lnTo>
                <a:close/>
              </a:path>
              <a:path w="13852525" h="11308715">
                <a:moveTo>
                  <a:pt x="5331094" y="5733256"/>
                </a:moveTo>
                <a:lnTo>
                  <a:pt x="4534301" y="6126956"/>
                </a:lnTo>
                <a:lnTo>
                  <a:pt x="4916153" y="6330156"/>
                </a:lnTo>
                <a:lnTo>
                  <a:pt x="5712935" y="5936456"/>
                </a:lnTo>
                <a:lnTo>
                  <a:pt x="5331094" y="5733256"/>
                </a:lnTo>
                <a:close/>
              </a:path>
              <a:path w="13852525" h="11308715">
                <a:moveTo>
                  <a:pt x="13851902" y="5530056"/>
                </a:moveTo>
                <a:lnTo>
                  <a:pt x="13523546" y="6304756"/>
                </a:lnTo>
                <a:lnTo>
                  <a:pt x="13851902" y="6203156"/>
                </a:lnTo>
                <a:lnTo>
                  <a:pt x="13851902" y="5530056"/>
                </a:lnTo>
                <a:close/>
              </a:path>
              <a:path w="13852525" h="11308715">
                <a:moveTo>
                  <a:pt x="1509179" y="5618956"/>
                </a:moveTo>
                <a:lnTo>
                  <a:pt x="1465955" y="5618956"/>
                </a:lnTo>
                <a:lnTo>
                  <a:pt x="364135" y="6266656"/>
                </a:lnTo>
                <a:lnTo>
                  <a:pt x="407359" y="6266656"/>
                </a:lnTo>
                <a:lnTo>
                  <a:pt x="1509179" y="5618956"/>
                </a:lnTo>
                <a:close/>
              </a:path>
              <a:path w="13852525" h="11308715">
                <a:moveTo>
                  <a:pt x="11840169" y="4882356"/>
                </a:moveTo>
                <a:lnTo>
                  <a:pt x="11137440" y="4882356"/>
                </a:lnTo>
                <a:lnTo>
                  <a:pt x="11093704" y="5898356"/>
                </a:lnTo>
                <a:lnTo>
                  <a:pt x="10839816" y="5987256"/>
                </a:lnTo>
                <a:lnTo>
                  <a:pt x="6663200" y="5987256"/>
                </a:lnTo>
                <a:lnTo>
                  <a:pt x="6742904" y="6126956"/>
                </a:lnTo>
                <a:lnTo>
                  <a:pt x="6296677" y="6266656"/>
                </a:lnTo>
                <a:lnTo>
                  <a:pt x="11142323" y="6266656"/>
                </a:lnTo>
                <a:lnTo>
                  <a:pt x="11197261" y="6038056"/>
                </a:lnTo>
                <a:lnTo>
                  <a:pt x="11571134" y="5809456"/>
                </a:lnTo>
                <a:lnTo>
                  <a:pt x="12278779" y="5809456"/>
                </a:lnTo>
                <a:lnTo>
                  <a:pt x="12321796" y="5669756"/>
                </a:lnTo>
                <a:lnTo>
                  <a:pt x="11797054" y="5669756"/>
                </a:lnTo>
                <a:lnTo>
                  <a:pt x="11806857" y="5666748"/>
                </a:lnTo>
                <a:lnTo>
                  <a:pt x="11840169" y="4882356"/>
                </a:lnTo>
                <a:close/>
              </a:path>
              <a:path w="13852525" h="11308715">
                <a:moveTo>
                  <a:pt x="4745855" y="5390356"/>
                </a:moveTo>
                <a:lnTo>
                  <a:pt x="3871369" y="5784056"/>
                </a:lnTo>
                <a:lnTo>
                  <a:pt x="4184595" y="5949156"/>
                </a:lnTo>
                <a:lnTo>
                  <a:pt x="5059081" y="5568156"/>
                </a:lnTo>
                <a:lnTo>
                  <a:pt x="4745855" y="5390356"/>
                </a:lnTo>
                <a:close/>
              </a:path>
              <a:path w="13852525" h="11308715">
                <a:moveTo>
                  <a:pt x="7526064" y="5720556"/>
                </a:moveTo>
                <a:lnTo>
                  <a:pt x="7139688" y="5720556"/>
                </a:lnTo>
                <a:lnTo>
                  <a:pt x="7179875" y="5872956"/>
                </a:lnTo>
                <a:lnTo>
                  <a:pt x="6728318" y="5898356"/>
                </a:lnTo>
                <a:lnTo>
                  <a:pt x="10837873" y="5898356"/>
                </a:lnTo>
                <a:lnTo>
                  <a:pt x="10834542" y="5745956"/>
                </a:lnTo>
                <a:lnTo>
                  <a:pt x="7647882" y="5745956"/>
                </a:lnTo>
                <a:lnTo>
                  <a:pt x="7526064" y="5720556"/>
                </a:lnTo>
                <a:close/>
              </a:path>
              <a:path w="13852525" h="11308715">
                <a:moveTo>
                  <a:pt x="7709259" y="5441156"/>
                </a:moveTo>
                <a:lnTo>
                  <a:pt x="7094160" y="5441156"/>
                </a:lnTo>
                <a:lnTo>
                  <a:pt x="7647651" y="5593556"/>
                </a:lnTo>
                <a:lnTo>
                  <a:pt x="7647882" y="5745956"/>
                </a:lnTo>
                <a:lnTo>
                  <a:pt x="10834542" y="5745956"/>
                </a:lnTo>
                <a:lnTo>
                  <a:pt x="10831212" y="5593556"/>
                </a:lnTo>
                <a:lnTo>
                  <a:pt x="7807228" y="5593556"/>
                </a:lnTo>
                <a:lnTo>
                  <a:pt x="7739743" y="5555456"/>
                </a:lnTo>
                <a:lnTo>
                  <a:pt x="7709259" y="5441156"/>
                </a:lnTo>
                <a:close/>
              </a:path>
              <a:path w="13852525" h="11308715">
                <a:moveTo>
                  <a:pt x="11806857" y="5666748"/>
                </a:moveTo>
                <a:lnTo>
                  <a:pt x="11797054" y="5669756"/>
                </a:lnTo>
                <a:lnTo>
                  <a:pt x="11806729" y="5669756"/>
                </a:lnTo>
                <a:lnTo>
                  <a:pt x="11806857" y="5666748"/>
                </a:lnTo>
                <a:close/>
              </a:path>
              <a:path w="13852525" h="11308715">
                <a:moveTo>
                  <a:pt x="12376544" y="5491956"/>
                </a:moveTo>
                <a:lnTo>
                  <a:pt x="11806857" y="5666748"/>
                </a:lnTo>
                <a:lnTo>
                  <a:pt x="11806729" y="5669756"/>
                </a:lnTo>
                <a:lnTo>
                  <a:pt x="12321796" y="5669756"/>
                </a:lnTo>
                <a:lnTo>
                  <a:pt x="12376544" y="5491956"/>
                </a:lnTo>
                <a:close/>
              </a:path>
              <a:path w="13852525" h="11308715">
                <a:moveTo>
                  <a:pt x="6426495" y="5606256"/>
                </a:moveTo>
                <a:lnTo>
                  <a:pt x="6424317" y="5606831"/>
                </a:lnTo>
                <a:lnTo>
                  <a:pt x="6431280" y="5618956"/>
                </a:lnTo>
                <a:lnTo>
                  <a:pt x="6426495" y="5606256"/>
                </a:lnTo>
                <a:close/>
              </a:path>
              <a:path w="13852525" h="11308715">
                <a:moveTo>
                  <a:pt x="7191551" y="5606256"/>
                </a:moveTo>
                <a:lnTo>
                  <a:pt x="6426495" y="5606256"/>
                </a:lnTo>
                <a:lnTo>
                  <a:pt x="6431280" y="5618956"/>
                </a:lnTo>
                <a:lnTo>
                  <a:pt x="7199043" y="5618956"/>
                </a:lnTo>
                <a:lnTo>
                  <a:pt x="7191551" y="5606256"/>
                </a:lnTo>
                <a:close/>
              </a:path>
              <a:path w="13852525" h="11308715">
                <a:moveTo>
                  <a:pt x="7013797" y="5301456"/>
                </a:moveTo>
                <a:lnTo>
                  <a:pt x="6248940" y="5301456"/>
                </a:lnTo>
                <a:lnTo>
                  <a:pt x="6424317" y="5606831"/>
                </a:lnTo>
                <a:lnTo>
                  <a:pt x="6426495" y="5606256"/>
                </a:lnTo>
                <a:lnTo>
                  <a:pt x="7191551" y="5606256"/>
                </a:lnTo>
                <a:lnTo>
                  <a:pt x="7094160" y="5441156"/>
                </a:lnTo>
                <a:lnTo>
                  <a:pt x="7709259" y="5441156"/>
                </a:lnTo>
                <a:lnTo>
                  <a:pt x="7675389" y="5314156"/>
                </a:lnTo>
                <a:lnTo>
                  <a:pt x="7017210" y="5314156"/>
                </a:lnTo>
                <a:lnTo>
                  <a:pt x="7013797" y="5301456"/>
                </a:lnTo>
                <a:close/>
              </a:path>
              <a:path w="13852525" h="11308715">
                <a:moveTo>
                  <a:pt x="5966362" y="5149056"/>
                </a:moveTo>
                <a:lnTo>
                  <a:pt x="5127917" y="5314156"/>
                </a:lnTo>
                <a:lnTo>
                  <a:pt x="5431122" y="5606256"/>
                </a:lnTo>
                <a:lnTo>
                  <a:pt x="6269568" y="5441156"/>
                </a:lnTo>
                <a:lnTo>
                  <a:pt x="5966362" y="5149056"/>
                </a:lnTo>
                <a:close/>
              </a:path>
              <a:path w="13852525" h="11308715">
                <a:moveTo>
                  <a:pt x="10824828" y="5301456"/>
                </a:moveTo>
                <a:lnTo>
                  <a:pt x="7013912" y="5301456"/>
                </a:lnTo>
                <a:lnTo>
                  <a:pt x="7017210" y="5314156"/>
                </a:lnTo>
                <a:lnTo>
                  <a:pt x="7675389" y="5314156"/>
                </a:lnTo>
                <a:lnTo>
                  <a:pt x="7851561" y="5428456"/>
                </a:lnTo>
                <a:lnTo>
                  <a:pt x="7807228" y="5593556"/>
                </a:lnTo>
                <a:lnTo>
                  <a:pt x="10831212" y="5593556"/>
                </a:lnTo>
                <a:lnTo>
                  <a:pt x="10824828" y="5301456"/>
                </a:lnTo>
                <a:close/>
              </a:path>
              <a:path w="13852525" h="11308715">
                <a:moveTo>
                  <a:pt x="4160606" y="5060156"/>
                </a:moveTo>
                <a:lnTo>
                  <a:pt x="3208425" y="5428456"/>
                </a:lnTo>
                <a:lnTo>
                  <a:pt x="3453025" y="5568156"/>
                </a:lnTo>
                <a:lnTo>
                  <a:pt x="4405227" y="5187156"/>
                </a:lnTo>
                <a:lnTo>
                  <a:pt x="4160606" y="5060156"/>
                </a:lnTo>
                <a:close/>
              </a:path>
              <a:path w="13852525" h="11308715">
                <a:moveTo>
                  <a:pt x="12906926" y="3688556"/>
                </a:moveTo>
                <a:lnTo>
                  <a:pt x="12296149" y="4056856"/>
                </a:lnTo>
                <a:lnTo>
                  <a:pt x="12157399" y="5479256"/>
                </a:lnTo>
                <a:lnTo>
                  <a:pt x="12768176" y="5098256"/>
                </a:lnTo>
                <a:lnTo>
                  <a:pt x="12906926" y="3688556"/>
                </a:lnTo>
                <a:close/>
              </a:path>
              <a:path w="13852525" h="11308715">
                <a:moveTo>
                  <a:pt x="6925066" y="4971256"/>
                </a:moveTo>
                <a:lnTo>
                  <a:pt x="7017210" y="5314156"/>
                </a:lnTo>
                <a:lnTo>
                  <a:pt x="7013912" y="5301456"/>
                </a:lnTo>
                <a:lnTo>
                  <a:pt x="10824828" y="5301456"/>
                </a:lnTo>
                <a:lnTo>
                  <a:pt x="10823717" y="5250656"/>
                </a:lnTo>
                <a:lnTo>
                  <a:pt x="10448079" y="5250656"/>
                </a:lnTo>
                <a:lnTo>
                  <a:pt x="10425930" y="5174456"/>
                </a:lnTo>
                <a:lnTo>
                  <a:pt x="7634846" y="5174456"/>
                </a:lnTo>
                <a:lnTo>
                  <a:pt x="6925066" y="4971256"/>
                </a:lnTo>
                <a:close/>
              </a:path>
              <a:path w="13852525" h="11308715">
                <a:moveTo>
                  <a:pt x="11205803" y="4082256"/>
                </a:moveTo>
                <a:lnTo>
                  <a:pt x="10455922" y="4082256"/>
                </a:lnTo>
                <a:lnTo>
                  <a:pt x="10682669" y="5098256"/>
                </a:lnTo>
                <a:lnTo>
                  <a:pt x="10448079" y="5250656"/>
                </a:lnTo>
                <a:lnTo>
                  <a:pt x="10823717" y="5250656"/>
                </a:lnTo>
                <a:lnTo>
                  <a:pt x="10822885" y="5212556"/>
                </a:lnTo>
                <a:lnTo>
                  <a:pt x="11137440" y="4882356"/>
                </a:lnTo>
                <a:lnTo>
                  <a:pt x="11840169" y="4882356"/>
                </a:lnTo>
                <a:lnTo>
                  <a:pt x="11848798" y="4679156"/>
                </a:lnTo>
                <a:lnTo>
                  <a:pt x="11327529" y="4679156"/>
                </a:lnTo>
                <a:lnTo>
                  <a:pt x="11335665" y="4666456"/>
                </a:lnTo>
                <a:lnTo>
                  <a:pt x="11205803" y="4082256"/>
                </a:lnTo>
                <a:close/>
              </a:path>
              <a:path w="13852525" h="11308715">
                <a:moveTo>
                  <a:pt x="3575367" y="4729956"/>
                </a:moveTo>
                <a:lnTo>
                  <a:pt x="2545503" y="5085556"/>
                </a:lnTo>
                <a:lnTo>
                  <a:pt x="2721508" y="5174456"/>
                </a:lnTo>
                <a:lnTo>
                  <a:pt x="3751372" y="4818856"/>
                </a:lnTo>
                <a:lnTo>
                  <a:pt x="3575367" y="4729956"/>
                </a:lnTo>
                <a:close/>
              </a:path>
              <a:path w="13852525" h="11308715">
                <a:moveTo>
                  <a:pt x="7635599" y="4831556"/>
                </a:moveTo>
                <a:lnTo>
                  <a:pt x="7636510" y="5174456"/>
                </a:lnTo>
                <a:lnTo>
                  <a:pt x="10425930" y="5174456"/>
                </a:lnTo>
                <a:lnTo>
                  <a:pt x="10381632" y="5022056"/>
                </a:lnTo>
                <a:lnTo>
                  <a:pt x="7958396" y="5022056"/>
                </a:lnTo>
                <a:lnTo>
                  <a:pt x="7635599" y="4831556"/>
                </a:lnTo>
                <a:close/>
              </a:path>
              <a:path w="13852525" h="11308715">
                <a:moveTo>
                  <a:pt x="5880899" y="4704556"/>
                </a:moveTo>
                <a:lnTo>
                  <a:pt x="6089699" y="5047456"/>
                </a:lnTo>
                <a:lnTo>
                  <a:pt x="6911307" y="5098256"/>
                </a:lnTo>
                <a:lnTo>
                  <a:pt x="6702487" y="4742656"/>
                </a:lnTo>
                <a:lnTo>
                  <a:pt x="5880899" y="4704556"/>
                </a:lnTo>
                <a:close/>
              </a:path>
              <a:path w="13852525" h="11308715">
                <a:moveTo>
                  <a:pt x="5506209" y="4679156"/>
                </a:moveTo>
                <a:lnTo>
                  <a:pt x="4598540" y="4818856"/>
                </a:lnTo>
                <a:lnTo>
                  <a:pt x="4847496" y="5060156"/>
                </a:lnTo>
                <a:lnTo>
                  <a:pt x="5755175" y="4920456"/>
                </a:lnTo>
                <a:lnTo>
                  <a:pt x="5506209" y="4679156"/>
                </a:lnTo>
                <a:close/>
              </a:path>
              <a:path w="13852525" h="11308715">
                <a:moveTo>
                  <a:pt x="7623663" y="4145756"/>
                </a:moveTo>
                <a:lnTo>
                  <a:pt x="7625328" y="4539456"/>
                </a:lnTo>
                <a:lnTo>
                  <a:pt x="8015075" y="4806156"/>
                </a:lnTo>
                <a:lnTo>
                  <a:pt x="7958396" y="5022056"/>
                </a:lnTo>
                <a:lnTo>
                  <a:pt x="10381632" y="5022056"/>
                </a:lnTo>
                <a:lnTo>
                  <a:pt x="10267195" y="4628356"/>
                </a:lnTo>
                <a:lnTo>
                  <a:pt x="9859992" y="4628356"/>
                </a:lnTo>
                <a:lnTo>
                  <a:pt x="9760072" y="4463256"/>
                </a:lnTo>
                <a:lnTo>
                  <a:pt x="8084937" y="4463256"/>
                </a:lnTo>
                <a:lnTo>
                  <a:pt x="7623663" y="4145756"/>
                </a:lnTo>
                <a:close/>
              </a:path>
              <a:path w="13852525" h="11308715">
                <a:moveTo>
                  <a:pt x="6733763" y="4310856"/>
                </a:moveTo>
                <a:lnTo>
                  <a:pt x="6839582" y="4691856"/>
                </a:lnTo>
                <a:lnTo>
                  <a:pt x="7590302" y="4945856"/>
                </a:lnTo>
                <a:lnTo>
                  <a:pt x="7484484" y="4564856"/>
                </a:lnTo>
                <a:lnTo>
                  <a:pt x="6733763" y="4310856"/>
                </a:lnTo>
                <a:close/>
              </a:path>
              <a:path w="13852525" h="11308715">
                <a:moveTo>
                  <a:pt x="13851902" y="3078956"/>
                </a:moveTo>
                <a:lnTo>
                  <a:pt x="13451318" y="3332956"/>
                </a:lnTo>
                <a:lnTo>
                  <a:pt x="13229900" y="4844256"/>
                </a:lnTo>
                <a:lnTo>
                  <a:pt x="13729634" y="4526756"/>
                </a:lnTo>
                <a:lnTo>
                  <a:pt x="13851902" y="3688556"/>
                </a:lnTo>
                <a:lnTo>
                  <a:pt x="13851902" y="3078956"/>
                </a:lnTo>
                <a:close/>
              </a:path>
              <a:path w="13852525" h="11308715">
                <a:moveTo>
                  <a:pt x="2990128" y="4387056"/>
                </a:moveTo>
                <a:lnTo>
                  <a:pt x="1882560" y="4742656"/>
                </a:lnTo>
                <a:lnTo>
                  <a:pt x="1989928" y="4793456"/>
                </a:lnTo>
                <a:lnTo>
                  <a:pt x="3097518" y="4437856"/>
                </a:lnTo>
                <a:lnTo>
                  <a:pt x="2990128" y="4387056"/>
                </a:lnTo>
                <a:close/>
              </a:path>
              <a:path w="13852525" h="11308715">
                <a:moveTo>
                  <a:pt x="11862822" y="4348956"/>
                </a:moveTo>
                <a:lnTo>
                  <a:pt x="11327529" y="4679156"/>
                </a:lnTo>
                <a:lnTo>
                  <a:pt x="11848798" y="4679156"/>
                </a:lnTo>
                <a:lnTo>
                  <a:pt x="11862822" y="4348956"/>
                </a:lnTo>
                <a:close/>
              </a:path>
              <a:path w="13852525" h="11308715">
                <a:moveTo>
                  <a:pt x="10419085" y="3472656"/>
                </a:moveTo>
                <a:lnTo>
                  <a:pt x="9559876" y="3472656"/>
                </a:lnTo>
                <a:lnTo>
                  <a:pt x="10057473" y="4412456"/>
                </a:lnTo>
                <a:lnTo>
                  <a:pt x="9859992" y="4628356"/>
                </a:lnTo>
                <a:lnTo>
                  <a:pt x="10267195" y="4628356"/>
                </a:lnTo>
                <a:lnTo>
                  <a:pt x="10226589" y="4488656"/>
                </a:lnTo>
                <a:lnTo>
                  <a:pt x="10455922" y="4082256"/>
                </a:lnTo>
                <a:lnTo>
                  <a:pt x="11205803" y="4082256"/>
                </a:lnTo>
                <a:lnTo>
                  <a:pt x="11149342" y="3828256"/>
                </a:lnTo>
                <a:lnTo>
                  <a:pt x="10594494" y="3828256"/>
                </a:lnTo>
                <a:lnTo>
                  <a:pt x="10600441" y="3815556"/>
                </a:lnTo>
                <a:lnTo>
                  <a:pt x="10419085" y="3472656"/>
                </a:lnTo>
                <a:close/>
              </a:path>
              <a:path w="13852525" h="11308715">
                <a:moveTo>
                  <a:pt x="5046076" y="4209256"/>
                </a:moveTo>
                <a:lnTo>
                  <a:pt x="4069174" y="4323556"/>
                </a:lnTo>
                <a:lnTo>
                  <a:pt x="4263849" y="4501356"/>
                </a:lnTo>
                <a:lnTo>
                  <a:pt x="5240793" y="4399756"/>
                </a:lnTo>
                <a:lnTo>
                  <a:pt x="5046076" y="4209256"/>
                </a:lnTo>
                <a:close/>
              </a:path>
              <a:path w="13852525" h="11308715">
                <a:moveTo>
                  <a:pt x="5512868" y="4094956"/>
                </a:moveTo>
                <a:lnTo>
                  <a:pt x="5684591" y="4387056"/>
                </a:lnTo>
                <a:lnTo>
                  <a:pt x="6562805" y="4475956"/>
                </a:lnTo>
                <a:lnTo>
                  <a:pt x="6391082" y="4196556"/>
                </a:lnTo>
                <a:lnTo>
                  <a:pt x="5512868" y="4094956"/>
                </a:lnTo>
                <a:close/>
              </a:path>
              <a:path w="13852525" h="11308715">
                <a:moveTo>
                  <a:pt x="7611736" y="3472656"/>
                </a:moveTo>
                <a:lnTo>
                  <a:pt x="7613820" y="3790156"/>
                </a:lnTo>
                <a:lnTo>
                  <a:pt x="8154243" y="4209256"/>
                </a:lnTo>
                <a:lnTo>
                  <a:pt x="8084937" y="4463256"/>
                </a:lnTo>
                <a:lnTo>
                  <a:pt x="9760072" y="4463256"/>
                </a:lnTo>
                <a:lnTo>
                  <a:pt x="9583289" y="4171156"/>
                </a:lnTo>
                <a:lnTo>
                  <a:pt x="9105377" y="4171156"/>
                </a:lnTo>
                <a:lnTo>
                  <a:pt x="8844315" y="3929856"/>
                </a:lnTo>
                <a:lnTo>
                  <a:pt x="8225341" y="3929856"/>
                </a:lnTo>
                <a:lnTo>
                  <a:pt x="7611736" y="3472656"/>
                </a:lnTo>
                <a:close/>
              </a:path>
              <a:path w="13852525" h="11308715">
                <a:moveTo>
                  <a:pt x="2404879" y="4056856"/>
                </a:moveTo>
                <a:lnTo>
                  <a:pt x="1219606" y="4387056"/>
                </a:lnTo>
                <a:lnTo>
                  <a:pt x="1258380" y="4412456"/>
                </a:lnTo>
                <a:lnTo>
                  <a:pt x="2443632" y="4069556"/>
                </a:lnTo>
                <a:lnTo>
                  <a:pt x="2404879" y="4056856"/>
                </a:lnTo>
                <a:close/>
              </a:path>
              <a:path w="13852525" h="11308715">
                <a:moveTo>
                  <a:pt x="11917783" y="2418556"/>
                </a:moveTo>
                <a:lnTo>
                  <a:pt x="11404218" y="2964656"/>
                </a:lnTo>
                <a:lnTo>
                  <a:pt x="11638347" y="4387056"/>
                </a:lnTo>
                <a:lnTo>
                  <a:pt x="12151912" y="3853656"/>
                </a:lnTo>
                <a:lnTo>
                  <a:pt x="11917783" y="2418556"/>
                </a:lnTo>
                <a:close/>
              </a:path>
              <a:path w="13852525" h="11308715">
                <a:moveTo>
                  <a:pt x="6542429" y="3637756"/>
                </a:moveTo>
                <a:lnTo>
                  <a:pt x="6629840" y="3955256"/>
                </a:lnTo>
                <a:lnTo>
                  <a:pt x="7421512" y="4272756"/>
                </a:lnTo>
                <a:lnTo>
                  <a:pt x="7334111" y="3955256"/>
                </a:lnTo>
                <a:lnTo>
                  <a:pt x="6542429" y="3637756"/>
                </a:lnTo>
                <a:close/>
              </a:path>
              <a:path w="13852525" h="11308715">
                <a:moveTo>
                  <a:pt x="8675913" y="2151856"/>
                </a:moveTo>
                <a:lnTo>
                  <a:pt x="8439135" y="3053556"/>
                </a:lnTo>
                <a:lnTo>
                  <a:pt x="9249467" y="3917156"/>
                </a:lnTo>
                <a:lnTo>
                  <a:pt x="9105377" y="4171156"/>
                </a:lnTo>
                <a:lnTo>
                  <a:pt x="9583289" y="4171156"/>
                </a:lnTo>
                <a:lnTo>
                  <a:pt x="9437251" y="3929856"/>
                </a:lnTo>
                <a:lnTo>
                  <a:pt x="9559876" y="3472656"/>
                </a:lnTo>
                <a:lnTo>
                  <a:pt x="10419085" y="3472656"/>
                </a:lnTo>
                <a:lnTo>
                  <a:pt x="10271313" y="3193256"/>
                </a:lnTo>
                <a:lnTo>
                  <a:pt x="9633989" y="3193256"/>
                </a:lnTo>
                <a:lnTo>
                  <a:pt x="9637151" y="3180556"/>
                </a:lnTo>
                <a:lnTo>
                  <a:pt x="8675913" y="2151856"/>
                </a:lnTo>
                <a:close/>
              </a:path>
              <a:path w="13852525" h="11308715">
                <a:moveTo>
                  <a:pt x="4585933" y="3739356"/>
                </a:moveTo>
                <a:lnTo>
                  <a:pt x="3539797" y="3828256"/>
                </a:lnTo>
                <a:lnTo>
                  <a:pt x="3680254" y="3955256"/>
                </a:lnTo>
                <a:lnTo>
                  <a:pt x="4726390" y="3879056"/>
                </a:lnTo>
                <a:lnTo>
                  <a:pt x="4585933" y="3739356"/>
                </a:lnTo>
                <a:close/>
              </a:path>
              <a:path w="13852525" h="11308715">
                <a:moveTo>
                  <a:pt x="8349672" y="3472656"/>
                </a:moveTo>
                <a:lnTo>
                  <a:pt x="8225341" y="3929856"/>
                </a:lnTo>
                <a:lnTo>
                  <a:pt x="8844315" y="3929856"/>
                </a:lnTo>
                <a:lnTo>
                  <a:pt x="8349672" y="3472656"/>
                </a:lnTo>
                <a:close/>
              </a:path>
              <a:path w="13852525" h="11308715">
                <a:moveTo>
                  <a:pt x="5144827" y="3485356"/>
                </a:moveTo>
                <a:lnTo>
                  <a:pt x="5279462" y="3713956"/>
                </a:lnTo>
                <a:lnTo>
                  <a:pt x="6214302" y="3853656"/>
                </a:lnTo>
                <a:lnTo>
                  <a:pt x="6079668" y="3637756"/>
                </a:lnTo>
                <a:lnTo>
                  <a:pt x="5144827" y="3485356"/>
                </a:lnTo>
                <a:close/>
              </a:path>
              <a:path w="13852525" h="11308715">
                <a:moveTo>
                  <a:pt x="11044888" y="3358356"/>
                </a:moveTo>
                <a:lnTo>
                  <a:pt x="10594494" y="3828256"/>
                </a:lnTo>
                <a:lnTo>
                  <a:pt x="11149342" y="3828256"/>
                </a:lnTo>
                <a:lnTo>
                  <a:pt x="11044888" y="3358356"/>
                </a:lnTo>
                <a:close/>
              </a:path>
              <a:path w="13852525" h="11308715">
                <a:moveTo>
                  <a:pt x="7599810" y="2786856"/>
                </a:moveTo>
                <a:lnTo>
                  <a:pt x="7602313" y="3040856"/>
                </a:lnTo>
                <a:lnTo>
                  <a:pt x="8282857" y="3612356"/>
                </a:lnTo>
                <a:lnTo>
                  <a:pt x="8280355" y="3358356"/>
                </a:lnTo>
                <a:lnTo>
                  <a:pt x="7599810" y="2786856"/>
                </a:lnTo>
                <a:close/>
              </a:path>
              <a:path w="13852525" h="11308715">
                <a:moveTo>
                  <a:pt x="6351115" y="2977356"/>
                </a:moveTo>
                <a:lnTo>
                  <a:pt x="6420118" y="3218656"/>
                </a:lnTo>
                <a:lnTo>
                  <a:pt x="7252732" y="3599656"/>
                </a:lnTo>
                <a:lnTo>
                  <a:pt x="7183739" y="3345656"/>
                </a:lnTo>
                <a:lnTo>
                  <a:pt x="6351115" y="2977356"/>
                </a:lnTo>
                <a:close/>
              </a:path>
              <a:path w="13852525" h="11308715">
                <a:moveTo>
                  <a:pt x="12790678" y="1491456"/>
                </a:moveTo>
                <a:lnTo>
                  <a:pt x="12370890" y="1923256"/>
                </a:lnTo>
                <a:lnTo>
                  <a:pt x="12548382" y="3472656"/>
                </a:lnTo>
                <a:lnTo>
                  <a:pt x="12968181" y="3040856"/>
                </a:lnTo>
                <a:lnTo>
                  <a:pt x="12790678" y="1491456"/>
                </a:lnTo>
                <a:close/>
              </a:path>
              <a:path w="13852525" h="11308715">
                <a:moveTo>
                  <a:pt x="10591646" y="1453356"/>
                </a:moveTo>
                <a:lnTo>
                  <a:pt x="10217657" y="2113756"/>
                </a:lnTo>
                <a:lnTo>
                  <a:pt x="10830727" y="3459956"/>
                </a:lnTo>
                <a:lnTo>
                  <a:pt x="11204716" y="2799556"/>
                </a:lnTo>
                <a:lnTo>
                  <a:pt x="10591646" y="1453356"/>
                </a:lnTo>
                <a:close/>
              </a:path>
              <a:path w="13852525" h="11308715">
                <a:moveTo>
                  <a:pt x="4125801" y="3282156"/>
                </a:moveTo>
                <a:lnTo>
                  <a:pt x="3010421" y="3332956"/>
                </a:lnTo>
                <a:lnTo>
                  <a:pt x="3096628" y="3409156"/>
                </a:lnTo>
                <a:lnTo>
                  <a:pt x="4212018" y="3358356"/>
                </a:lnTo>
                <a:lnTo>
                  <a:pt x="4125801" y="3282156"/>
                </a:lnTo>
                <a:close/>
              </a:path>
              <a:path w="13852525" h="11308715">
                <a:moveTo>
                  <a:pt x="4776796" y="2888456"/>
                </a:moveTo>
                <a:lnTo>
                  <a:pt x="4874343" y="3040856"/>
                </a:lnTo>
                <a:lnTo>
                  <a:pt x="5865810" y="3231356"/>
                </a:lnTo>
                <a:lnTo>
                  <a:pt x="5768264" y="3078956"/>
                </a:lnTo>
                <a:lnTo>
                  <a:pt x="4776796" y="2888456"/>
                </a:lnTo>
                <a:close/>
              </a:path>
              <a:path w="13852525" h="11308715">
                <a:moveTo>
                  <a:pt x="9962335" y="2609056"/>
                </a:moveTo>
                <a:lnTo>
                  <a:pt x="9633989" y="3193256"/>
                </a:lnTo>
                <a:lnTo>
                  <a:pt x="10271313" y="3193256"/>
                </a:lnTo>
                <a:lnTo>
                  <a:pt x="9962335" y="2609056"/>
                </a:lnTo>
                <a:close/>
              </a:path>
              <a:path w="13852525" h="11308715">
                <a:moveTo>
                  <a:pt x="7587884" y="2113756"/>
                </a:moveTo>
                <a:lnTo>
                  <a:pt x="7590805" y="2291556"/>
                </a:lnTo>
                <a:lnTo>
                  <a:pt x="8294784" y="2926556"/>
                </a:lnTo>
                <a:lnTo>
                  <a:pt x="8291862" y="2736056"/>
                </a:lnTo>
                <a:lnTo>
                  <a:pt x="7587884" y="2113756"/>
                </a:lnTo>
                <a:close/>
              </a:path>
              <a:path w="13852525" h="11308715">
                <a:moveTo>
                  <a:pt x="6159801" y="2304256"/>
                </a:moveTo>
                <a:lnTo>
                  <a:pt x="6210376" y="2482056"/>
                </a:lnTo>
                <a:lnTo>
                  <a:pt x="7083951" y="2913856"/>
                </a:lnTo>
                <a:lnTo>
                  <a:pt x="7033366" y="2736056"/>
                </a:lnTo>
                <a:lnTo>
                  <a:pt x="6159801" y="2304256"/>
                </a:lnTo>
                <a:close/>
              </a:path>
              <a:path w="13852525" h="11308715">
                <a:moveTo>
                  <a:pt x="3665658" y="2812256"/>
                </a:moveTo>
                <a:lnTo>
                  <a:pt x="2481055" y="2837656"/>
                </a:lnTo>
                <a:lnTo>
                  <a:pt x="2512981" y="2863056"/>
                </a:lnTo>
                <a:lnTo>
                  <a:pt x="3697615" y="2837656"/>
                </a:lnTo>
                <a:lnTo>
                  <a:pt x="3665658" y="2812256"/>
                </a:lnTo>
                <a:close/>
              </a:path>
              <a:path w="13852525" h="11308715">
                <a:moveTo>
                  <a:pt x="9002134" y="843756"/>
                </a:moveTo>
                <a:lnTo>
                  <a:pt x="8802779" y="1605756"/>
                </a:lnTo>
                <a:lnTo>
                  <a:pt x="9774309" y="2761456"/>
                </a:lnTo>
                <a:lnTo>
                  <a:pt x="9973675" y="2012156"/>
                </a:lnTo>
                <a:lnTo>
                  <a:pt x="9002134" y="843756"/>
                </a:lnTo>
                <a:close/>
              </a:path>
              <a:path w="13852525" h="11308715">
                <a:moveTo>
                  <a:pt x="4408755" y="2278856"/>
                </a:moveTo>
                <a:lnTo>
                  <a:pt x="4469235" y="2380456"/>
                </a:lnTo>
                <a:lnTo>
                  <a:pt x="5517318" y="2609056"/>
                </a:lnTo>
                <a:lnTo>
                  <a:pt x="5456849" y="2520156"/>
                </a:lnTo>
                <a:lnTo>
                  <a:pt x="4408755" y="2278856"/>
                </a:lnTo>
                <a:close/>
              </a:path>
              <a:path w="13852525" h="11308715">
                <a:moveTo>
                  <a:pt x="11220946" y="284956"/>
                </a:moveTo>
                <a:lnTo>
                  <a:pt x="10915740" y="843756"/>
                </a:lnTo>
                <a:lnTo>
                  <a:pt x="11503785" y="2316956"/>
                </a:lnTo>
                <a:lnTo>
                  <a:pt x="11808991" y="1770856"/>
                </a:lnTo>
                <a:lnTo>
                  <a:pt x="11220946" y="284956"/>
                </a:lnTo>
                <a:close/>
              </a:path>
              <a:path w="13852525" h="11308715">
                <a:moveTo>
                  <a:pt x="5968477" y="1643856"/>
                </a:moveTo>
                <a:lnTo>
                  <a:pt x="6000644" y="1745456"/>
                </a:lnTo>
                <a:lnTo>
                  <a:pt x="6915171" y="2240756"/>
                </a:lnTo>
                <a:lnTo>
                  <a:pt x="6883015" y="2126456"/>
                </a:lnTo>
                <a:lnTo>
                  <a:pt x="5968477" y="1643856"/>
                </a:lnTo>
                <a:close/>
              </a:path>
              <a:path w="13852525" h="11308715">
                <a:moveTo>
                  <a:pt x="7575968" y="1427956"/>
                </a:moveTo>
                <a:lnTo>
                  <a:pt x="7579298" y="1542256"/>
                </a:lnTo>
                <a:lnTo>
                  <a:pt x="8306699" y="2240756"/>
                </a:lnTo>
                <a:lnTo>
                  <a:pt x="8303370" y="2126456"/>
                </a:lnTo>
                <a:lnTo>
                  <a:pt x="7575968" y="1427956"/>
                </a:lnTo>
                <a:close/>
              </a:path>
              <a:path w="13852525" h="11308715">
                <a:moveTo>
                  <a:pt x="4040735" y="1669256"/>
                </a:moveTo>
                <a:lnTo>
                  <a:pt x="4064096" y="1707356"/>
                </a:lnTo>
                <a:lnTo>
                  <a:pt x="5168826" y="1986756"/>
                </a:lnTo>
                <a:lnTo>
                  <a:pt x="5145445" y="1961356"/>
                </a:lnTo>
                <a:lnTo>
                  <a:pt x="4040735" y="1669256"/>
                </a:lnTo>
                <a:close/>
              </a:path>
              <a:path w="13852525" h="11308715">
                <a:moveTo>
                  <a:pt x="5777164" y="970756"/>
                </a:moveTo>
                <a:lnTo>
                  <a:pt x="5790923" y="1008856"/>
                </a:lnTo>
                <a:lnTo>
                  <a:pt x="6746391" y="1554956"/>
                </a:lnTo>
                <a:lnTo>
                  <a:pt x="6732643" y="1529556"/>
                </a:lnTo>
                <a:lnTo>
                  <a:pt x="5777164" y="970756"/>
                </a:lnTo>
                <a:close/>
              </a:path>
              <a:path w="13852525" h="11308715">
                <a:moveTo>
                  <a:pt x="7564041" y="754856"/>
                </a:moveTo>
                <a:lnTo>
                  <a:pt x="7567790" y="792956"/>
                </a:lnTo>
                <a:lnTo>
                  <a:pt x="8318636" y="1554956"/>
                </a:lnTo>
                <a:lnTo>
                  <a:pt x="8314888" y="1516856"/>
                </a:lnTo>
                <a:lnTo>
                  <a:pt x="7564041" y="754856"/>
                </a:lnTo>
                <a:close/>
              </a:path>
              <a:path w="13852525" h="11308715">
                <a:moveTo>
                  <a:pt x="9684684" y="5556"/>
                </a:moveTo>
                <a:lnTo>
                  <a:pt x="9205378" y="5556"/>
                </a:lnTo>
                <a:lnTo>
                  <a:pt x="9166401" y="157956"/>
                </a:lnTo>
                <a:lnTo>
                  <a:pt x="10148214" y="1453356"/>
                </a:lnTo>
                <a:lnTo>
                  <a:pt x="10310167" y="831056"/>
                </a:lnTo>
                <a:lnTo>
                  <a:pt x="9684684" y="5556"/>
                </a:lnTo>
                <a:close/>
              </a:path>
              <a:path w="13852525" h="11308715">
                <a:moveTo>
                  <a:pt x="12155392" y="5556"/>
                </a:moveTo>
                <a:lnTo>
                  <a:pt x="11769899" y="5556"/>
                </a:lnTo>
                <a:lnTo>
                  <a:pt x="12176843" y="1173956"/>
                </a:lnTo>
                <a:lnTo>
                  <a:pt x="12413266" y="742156"/>
                </a:lnTo>
                <a:lnTo>
                  <a:pt x="12155392" y="5556"/>
                </a:lnTo>
                <a:close/>
              </a:path>
              <a:path w="13852525" h="11308715">
                <a:moveTo>
                  <a:pt x="10558529" y="5556"/>
                </a:moveTo>
                <a:lnTo>
                  <a:pt x="10424416" y="5556"/>
                </a:lnTo>
                <a:lnTo>
                  <a:pt x="10522108" y="145256"/>
                </a:lnTo>
                <a:lnTo>
                  <a:pt x="10558529" y="5556"/>
                </a:lnTo>
                <a:close/>
              </a:path>
            </a:pathLst>
          </a:custGeom>
          <a:solidFill>
            <a:srgbClr val="1A0F5C">
              <a:alpha val="5000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E46A9045-2D20-6939-4AEB-A54BC8FA9B5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3908" y="1714110"/>
            <a:ext cx="1840546" cy="61047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441E785-7F07-7914-8EA4-2BFB78DCD1CB}"/>
              </a:ext>
            </a:extLst>
          </p:cNvPr>
          <p:cNvSpPr txBox="1"/>
          <p:nvPr userDrawn="1"/>
        </p:nvSpPr>
        <p:spPr>
          <a:xfrm>
            <a:off x="383907" y="6356872"/>
            <a:ext cx="20054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800" spc="55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jmangroup.com</a:t>
            </a:r>
            <a:endParaRPr lang="en-GB" sz="800" spc="55">
              <a:solidFill>
                <a:schemeClr val="accent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EC2F3A03-9B79-4876-BA57-4805477562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3908" y="4082988"/>
            <a:ext cx="3519877" cy="3385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bg2"/>
                </a:solidFill>
              </a:defRPr>
            </a:lvl1pPr>
          </a:lstStyle>
          <a:p>
            <a:fld id="{331FB9B2-3DCE-4FED-BC56-27CAF34F8812}" type="datetime3">
              <a:rPr lang="en-US" smtClean="0"/>
              <a:t>13 May 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58412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2">
    <p:bg>
      <p:bgPr>
        <a:gradFill>
          <a:gsLst>
            <a:gs pos="0">
              <a:schemeClr val="bg2"/>
            </a:gs>
            <a:gs pos="10000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14E23-4D5A-C225-A302-6C9C57B22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643127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bg object 17">
            <a:extLst>
              <a:ext uri="{FF2B5EF4-FFF2-40B4-BE49-F238E27FC236}">
                <a16:creationId xmlns:a16="http://schemas.microsoft.com/office/drawing/2014/main" id="{5AE8EB3F-06DA-9660-72EB-9FC6330A4F34}"/>
              </a:ext>
            </a:extLst>
          </p:cNvPr>
          <p:cNvSpPr/>
          <p:nvPr userDrawn="1"/>
        </p:nvSpPr>
        <p:spPr>
          <a:xfrm>
            <a:off x="3791345" y="1"/>
            <a:ext cx="8400655" cy="6858000"/>
          </a:xfrm>
          <a:custGeom>
            <a:avLst/>
            <a:gdLst/>
            <a:ahLst/>
            <a:cxnLst/>
            <a:rect l="l" t="t" r="r" b="b"/>
            <a:pathLst>
              <a:path w="13852525" h="11308715">
                <a:moveTo>
                  <a:pt x="13663594" y="541274"/>
                </a:moveTo>
                <a:lnTo>
                  <a:pt x="13337552" y="886374"/>
                </a:lnTo>
                <a:lnTo>
                  <a:pt x="13458406" y="2559160"/>
                </a:lnTo>
                <a:lnTo>
                  <a:pt x="13784438" y="2214071"/>
                </a:lnTo>
                <a:lnTo>
                  <a:pt x="13663594" y="541274"/>
                </a:lnTo>
                <a:close/>
              </a:path>
              <a:path w="13852525" h="11308715">
                <a:moveTo>
                  <a:pt x="12862427" y="0"/>
                </a:moveTo>
                <a:lnTo>
                  <a:pt x="12842864" y="0"/>
                </a:lnTo>
                <a:lnTo>
                  <a:pt x="12849922" y="22955"/>
                </a:lnTo>
                <a:lnTo>
                  <a:pt x="12862427" y="0"/>
                </a:lnTo>
                <a:close/>
              </a:path>
              <a:path w="13852525" h="11308715">
                <a:moveTo>
                  <a:pt x="1356744" y="11181556"/>
                </a:moveTo>
                <a:lnTo>
                  <a:pt x="1317802" y="11206956"/>
                </a:lnTo>
                <a:lnTo>
                  <a:pt x="1288384" y="11308556"/>
                </a:lnTo>
                <a:lnTo>
                  <a:pt x="1318869" y="11308556"/>
                </a:lnTo>
                <a:lnTo>
                  <a:pt x="1356744" y="11181556"/>
                </a:lnTo>
                <a:close/>
              </a:path>
              <a:path w="13852525" h="11308715">
                <a:moveTo>
                  <a:pt x="2108543" y="10737056"/>
                </a:moveTo>
                <a:lnTo>
                  <a:pt x="1991771" y="10813256"/>
                </a:lnTo>
                <a:lnTo>
                  <a:pt x="1863059" y="11308556"/>
                </a:lnTo>
                <a:lnTo>
                  <a:pt x="1960085" y="11308556"/>
                </a:lnTo>
                <a:lnTo>
                  <a:pt x="2108543" y="10737056"/>
                </a:lnTo>
                <a:close/>
              </a:path>
              <a:path w="13852525" h="11308715">
                <a:moveTo>
                  <a:pt x="2860321" y="10292556"/>
                </a:moveTo>
                <a:lnTo>
                  <a:pt x="2665698" y="10419556"/>
                </a:lnTo>
                <a:lnTo>
                  <a:pt x="2464479" y="11308556"/>
                </a:lnTo>
                <a:lnTo>
                  <a:pt x="2631287" y="11308556"/>
                </a:lnTo>
                <a:lnTo>
                  <a:pt x="2860321" y="10292556"/>
                </a:lnTo>
                <a:close/>
              </a:path>
              <a:path w="13852525" h="11308715">
                <a:moveTo>
                  <a:pt x="4206856" y="10991056"/>
                </a:moveTo>
                <a:lnTo>
                  <a:pt x="3978528" y="11232356"/>
                </a:lnTo>
                <a:lnTo>
                  <a:pt x="3984302" y="11308556"/>
                </a:lnTo>
                <a:lnTo>
                  <a:pt x="4230674" y="11308556"/>
                </a:lnTo>
                <a:lnTo>
                  <a:pt x="4206856" y="10991056"/>
                </a:lnTo>
                <a:close/>
              </a:path>
              <a:path w="13852525" h="11308715">
                <a:moveTo>
                  <a:pt x="4844187" y="10356056"/>
                </a:moveTo>
                <a:lnTo>
                  <a:pt x="4550207" y="10660856"/>
                </a:lnTo>
                <a:lnTo>
                  <a:pt x="4626194" y="11308556"/>
                </a:lnTo>
                <a:lnTo>
                  <a:pt x="4956321" y="11308556"/>
                </a:lnTo>
                <a:lnTo>
                  <a:pt x="4844187" y="10356056"/>
                </a:lnTo>
                <a:close/>
              </a:path>
              <a:path w="13852525" h="11308715">
                <a:moveTo>
                  <a:pt x="5579023" y="11168856"/>
                </a:moveTo>
                <a:lnTo>
                  <a:pt x="5495758" y="11308556"/>
                </a:lnTo>
                <a:lnTo>
                  <a:pt x="5639011" y="11308556"/>
                </a:lnTo>
                <a:lnTo>
                  <a:pt x="5579023" y="11168856"/>
                </a:lnTo>
                <a:close/>
              </a:path>
              <a:path w="13852525" h="11308715">
                <a:moveTo>
                  <a:pt x="6049721" y="10356056"/>
                </a:moveTo>
                <a:lnTo>
                  <a:pt x="5788221" y="10825956"/>
                </a:lnTo>
                <a:lnTo>
                  <a:pt x="6010322" y="11308556"/>
                </a:lnTo>
                <a:lnTo>
                  <a:pt x="6481959" y="11308556"/>
                </a:lnTo>
                <a:lnTo>
                  <a:pt x="6049721" y="10356056"/>
                </a:lnTo>
                <a:close/>
              </a:path>
              <a:path w="13852525" h="11308715">
                <a:moveTo>
                  <a:pt x="6792159" y="10851356"/>
                </a:moveTo>
                <a:lnTo>
                  <a:pt x="6670546" y="11308556"/>
                </a:lnTo>
                <a:lnTo>
                  <a:pt x="7184035" y="11308556"/>
                </a:lnTo>
                <a:lnTo>
                  <a:pt x="6792159" y="10851356"/>
                </a:lnTo>
                <a:close/>
              </a:path>
              <a:path w="13852525" h="11308715">
                <a:moveTo>
                  <a:pt x="7666782" y="11130756"/>
                </a:moveTo>
                <a:lnTo>
                  <a:pt x="7667177" y="11308556"/>
                </a:lnTo>
                <a:lnTo>
                  <a:pt x="7938091" y="11308556"/>
                </a:lnTo>
                <a:lnTo>
                  <a:pt x="7666782" y="11130756"/>
                </a:lnTo>
                <a:close/>
              </a:path>
              <a:path w="13852525" h="11308715">
                <a:moveTo>
                  <a:pt x="9478281" y="10813256"/>
                </a:moveTo>
                <a:lnTo>
                  <a:pt x="7686195" y="10813256"/>
                </a:lnTo>
                <a:lnTo>
                  <a:pt x="8511158" y="11308556"/>
                </a:lnTo>
                <a:lnTo>
                  <a:pt x="8554593" y="11308556"/>
                </a:lnTo>
                <a:lnTo>
                  <a:pt x="8554315" y="10851356"/>
                </a:lnTo>
                <a:lnTo>
                  <a:pt x="9488564" y="10851356"/>
                </a:lnTo>
                <a:lnTo>
                  <a:pt x="9478281" y="10813256"/>
                </a:lnTo>
                <a:close/>
              </a:path>
              <a:path w="13852525" h="11308715">
                <a:moveTo>
                  <a:pt x="8619486" y="11168856"/>
                </a:moveTo>
                <a:lnTo>
                  <a:pt x="8658631" y="11308556"/>
                </a:lnTo>
                <a:lnTo>
                  <a:pt x="9042097" y="11308556"/>
                </a:lnTo>
                <a:lnTo>
                  <a:pt x="8619486" y="11168856"/>
                </a:lnTo>
                <a:close/>
              </a:path>
              <a:path w="13852525" h="11308715">
                <a:moveTo>
                  <a:pt x="9587425" y="10952956"/>
                </a:moveTo>
                <a:lnTo>
                  <a:pt x="9799117" y="11308556"/>
                </a:lnTo>
                <a:lnTo>
                  <a:pt x="10926641" y="11308556"/>
                </a:lnTo>
                <a:lnTo>
                  <a:pt x="10757923" y="11029156"/>
                </a:lnTo>
                <a:lnTo>
                  <a:pt x="9587425" y="10952956"/>
                </a:lnTo>
                <a:close/>
              </a:path>
              <a:path w="13852525" h="11308715">
                <a:moveTo>
                  <a:pt x="12527880" y="11029156"/>
                </a:moveTo>
                <a:lnTo>
                  <a:pt x="11234160" y="11219656"/>
                </a:lnTo>
                <a:lnTo>
                  <a:pt x="11329752" y="11308556"/>
                </a:lnTo>
                <a:lnTo>
                  <a:pt x="12829487" y="11308556"/>
                </a:lnTo>
                <a:lnTo>
                  <a:pt x="12527880" y="11029156"/>
                </a:lnTo>
                <a:close/>
              </a:path>
              <a:path w="13852525" h="11308715">
                <a:moveTo>
                  <a:pt x="7638137" y="10546556"/>
                </a:moveTo>
                <a:lnTo>
                  <a:pt x="6890020" y="10546556"/>
                </a:lnTo>
                <a:lnTo>
                  <a:pt x="6887821" y="10559256"/>
                </a:lnTo>
                <a:lnTo>
                  <a:pt x="7563947" y="11270456"/>
                </a:lnTo>
                <a:lnTo>
                  <a:pt x="7686195" y="10813256"/>
                </a:lnTo>
                <a:lnTo>
                  <a:pt x="9478281" y="10813256"/>
                </a:lnTo>
                <a:lnTo>
                  <a:pt x="9437147" y="10660856"/>
                </a:lnTo>
                <a:lnTo>
                  <a:pt x="10524376" y="10660856"/>
                </a:lnTo>
                <a:lnTo>
                  <a:pt x="10516980" y="10648156"/>
                </a:lnTo>
                <a:lnTo>
                  <a:pt x="8499343" y="10648156"/>
                </a:lnTo>
                <a:lnTo>
                  <a:pt x="8414694" y="10597356"/>
                </a:lnTo>
                <a:lnTo>
                  <a:pt x="7686069" y="10597356"/>
                </a:lnTo>
                <a:lnTo>
                  <a:pt x="7638137" y="10546556"/>
                </a:lnTo>
                <a:close/>
              </a:path>
              <a:path w="13852525" h="11308715">
                <a:moveTo>
                  <a:pt x="3612099" y="9848056"/>
                </a:moveTo>
                <a:lnTo>
                  <a:pt x="3339678" y="10013156"/>
                </a:lnTo>
                <a:lnTo>
                  <a:pt x="3128616" y="11143456"/>
                </a:lnTo>
                <a:lnTo>
                  <a:pt x="3401069" y="10978356"/>
                </a:lnTo>
                <a:lnTo>
                  <a:pt x="3612099" y="9848056"/>
                </a:lnTo>
                <a:close/>
              </a:path>
              <a:path w="13852525" h="11308715">
                <a:moveTo>
                  <a:pt x="9488564" y="10851356"/>
                </a:moveTo>
                <a:lnTo>
                  <a:pt x="8556681" y="10851356"/>
                </a:lnTo>
                <a:lnTo>
                  <a:pt x="9567405" y="11143456"/>
                </a:lnTo>
                <a:lnTo>
                  <a:pt x="9488564" y="10851356"/>
                </a:lnTo>
                <a:close/>
              </a:path>
              <a:path w="13852525" h="11308715">
                <a:moveTo>
                  <a:pt x="5481518" y="9708356"/>
                </a:moveTo>
                <a:lnTo>
                  <a:pt x="5121885" y="10089356"/>
                </a:lnTo>
                <a:lnTo>
                  <a:pt x="5288310" y="11092656"/>
                </a:lnTo>
                <a:lnTo>
                  <a:pt x="5647953" y="10711656"/>
                </a:lnTo>
                <a:lnTo>
                  <a:pt x="5481518" y="9708356"/>
                </a:lnTo>
                <a:close/>
              </a:path>
              <a:path w="13852525" h="11308715">
                <a:moveTo>
                  <a:pt x="13851902" y="10571956"/>
                </a:moveTo>
                <a:lnTo>
                  <a:pt x="13158437" y="10838656"/>
                </a:lnTo>
                <a:lnTo>
                  <a:pt x="13506593" y="11029156"/>
                </a:lnTo>
                <a:lnTo>
                  <a:pt x="13851902" y="10889456"/>
                </a:lnTo>
                <a:lnTo>
                  <a:pt x="13851902" y="10571956"/>
                </a:lnTo>
                <a:close/>
              </a:path>
              <a:path w="13852525" h="11308715">
                <a:moveTo>
                  <a:pt x="6806761" y="10102056"/>
                </a:moveTo>
                <a:lnTo>
                  <a:pt x="6214962" y="10102056"/>
                </a:lnTo>
                <a:lnTo>
                  <a:pt x="6210816" y="10114756"/>
                </a:lnTo>
                <a:lnTo>
                  <a:pt x="6660446" y="10965656"/>
                </a:lnTo>
                <a:lnTo>
                  <a:pt x="6890020" y="10546556"/>
                </a:lnTo>
                <a:lnTo>
                  <a:pt x="7638137" y="10546556"/>
                </a:lnTo>
                <a:lnTo>
                  <a:pt x="7458393" y="10356056"/>
                </a:lnTo>
                <a:lnTo>
                  <a:pt x="6941610" y="10356056"/>
                </a:lnTo>
                <a:lnTo>
                  <a:pt x="6806761" y="10102056"/>
                </a:lnTo>
                <a:close/>
              </a:path>
              <a:path w="13852525" h="11308715">
                <a:moveTo>
                  <a:pt x="11697937" y="10241756"/>
                </a:moveTo>
                <a:lnTo>
                  <a:pt x="10502769" y="10483056"/>
                </a:lnTo>
                <a:lnTo>
                  <a:pt x="10933949" y="10902156"/>
                </a:lnTo>
                <a:lnTo>
                  <a:pt x="12129107" y="10660856"/>
                </a:lnTo>
                <a:lnTo>
                  <a:pt x="11697937" y="10241756"/>
                </a:lnTo>
                <a:close/>
              </a:path>
              <a:path w="13852525" h="11308715">
                <a:moveTo>
                  <a:pt x="4363898" y="9390856"/>
                </a:moveTo>
                <a:lnTo>
                  <a:pt x="4013595" y="9619456"/>
                </a:lnTo>
                <a:lnTo>
                  <a:pt x="3860447" y="10673556"/>
                </a:lnTo>
                <a:lnTo>
                  <a:pt x="4210719" y="10457656"/>
                </a:lnTo>
                <a:lnTo>
                  <a:pt x="4363898" y="9390856"/>
                </a:lnTo>
                <a:close/>
              </a:path>
              <a:path w="13852525" h="11308715">
                <a:moveTo>
                  <a:pt x="10524376" y="10660856"/>
                </a:moveTo>
                <a:lnTo>
                  <a:pt x="9441827" y="10660856"/>
                </a:lnTo>
                <a:lnTo>
                  <a:pt x="10531773" y="10673556"/>
                </a:lnTo>
                <a:lnTo>
                  <a:pt x="10524376" y="10660856"/>
                </a:lnTo>
                <a:close/>
              </a:path>
              <a:path w="13852525" h="11308715">
                <a:moveTo>
                  <a:pt x="9253203" y="10025856"/>
                </a:moveTo>
                <a:lnTo>
                  <a:pt x="7875927" y="10025856"/>
                </a:lnTo>
                <a:lnTo>
                  <a:pt x="8408372" y="10305256"/>
                </a:lnTo>
                <a:lnTo>
                  <a:pt x="8499343" y="10648156"/>
                </a:lnTo>
                <a:lnTo>
                  <a:pt x="10516980" y="10648156"/>
                </a:lnTo>
                <a:lnTo>
                  <a:pt x="10413427" y="10470356"/>
                </a:lnTo>
                <a:lnTo>
                  <a:pt x="9327893" y="10470356"/>
                </a:lnTo>
                <a:lnTo>
                  <a:pt x="8539708" y="10241756"/>
                </a:lnTo>
                <a:lnTo>
                  <a:pt x="8539834" y="10038556"/>
                </a:lnTo>
                <a:lnTo>
                  <a:pt x="9256753" y="10038556"/>
                </a:lnTo>
                <a:lnTo>
                  <a:pt x="9253203" y="10025856"/>
                </a:lnTo>
                <a:close/>
              </a:path>
              <a:path w="13852525" h="11308715">
                <a:moveTo>
                  <a:pt x="9207049" y="9860756"/>
                </a:moveTo>
                <a:lnTo>
                  <a:pt x="7259580" y="9860756"/>
                </a:lnTo>
                <a:lnTo>
                  <a:pt x="7685860" y="10254456"/>
                </a:lnTo>
                <a:lnTo>
                  <a:pt x="7686069" y="10597356"/>
                </a:lnTo>
                <a:lnTo>
                  <a:pt x="8414694" y="10597356"/>
                </a:lnTo>
                <a:lnTo>
                  <a:pt x="7822149" y="10241756"/>
                </a:lnTo>
                <a:lnTo>
                  <a:pt x="7875927" y="10025856"/>
                </a:lnTo>
                <a:lnTo>
                  <a:pt x="9253203" y="10025856"/>
                </a:lnTo>
                <a:lnTo>
                  <a:pt x="9207049" y="9860756"/>
                </a:lnTo>
                <a:close/>
              </a:path>
              <a:path w="13852525" h="11308715">
                <a:moveTo>
                  <a:pt x="13475066" y="9759156"/>
                </a:moveTo>
                <a:lnTo>
                  <a:pt x="12227920" y="10305256"/>
                </a:lnTo>
                <a:lnTo>
                  <a:pt x="12673708" y="10546556"/>
                </a:lnTo>
                <a:lnTo>
                  <a:pt x="13851902" y="10025856"/>
                </a:lnTo>
                <a:lnTo>
                  <a:pt x="13851902" y="9962356"/>
                </a:lnTo>
                <a:lnTo>
                  <a:pt x="13475066" y="9759156"/>
                </a:lnTo>
                <a:close/>
              </a:path>
              <a:path w="13852525" h="11308715">
                <a:moveTo>
                  <a:pt x="918223" y="9301956"/>
                </a:moveTo>
                <a:lnTo>
                  <a:pt x="874706" y="9314656"/>
                </a:lnTo>
                <a:lnTo>
                  <a:pt x="182915" y="10495756"/>
                </a:lnTo>
                <a:lnTo>
                  <a:pt x="226443" y="10470356"/>
                </a:lnTo>
                <a:lnTo>
                  <a:pt x="918223" y="9301956"/>
                </a:lnTo>
                <a:close/>
              </a:path>
              <a:path w="13852525" h="11308715">
                <a:moveTo>
                  <a:pt x="9256753" y="10038556"/>
                </a:moveTo>
                <a:lnTo>
                  <a:pt x="8539834" y="10038556"/>
                </a:lnTo>
                <a:lnTo>
                  <a:pt x="9147072" y="10152856"/>
                </a:lnTo>
                <a:lnTo>
                  <a:pt x="9327893" y="10470356"/>
                </a:lnTo>
                <a:lnTo>
                  <a:pt x="10413427" y="10470356"/>
                </a:lnTo>
                <a:lnTo>
                  <a:pt x="10272891" y="10229056"/>
                </a:lnTo>
                <a:lnTo>
                  <a:pt x="10279707" y="10229056"/>
                </a:lnTo>
                <a:lnTo>
                  <a:pt x="10877850" y="10076656"/>
                </a:lnTo>
                <a:lnTo>
                  <a:pt x="10113807" y="10076656"/>
                </a:lnTo>
                <a:lnTo>
                  <a:pt x="9263854" y="10063956"/>
                </a:lnTo>
                <a:lnTo>
                  <a:pt x="9256753" y="10038556"/>
                </a:lnTo>
                <a:close/>
              </a:path>
              <a:path w="13852525" h="11308715">
                <a:moveTo>
                  <a:pt x="6217188" y="9505156"/>
                </a:moveTo>
                <a:lnTo>
                  <a:pt x="5699250" y="9505156"/>
                </a:lnTo>
                <a:lnTo>
                  <a:pt x="5693554" y="9517856"/>
                </a:lnTo>
                <a:lnTo>
                  <a:pt x="5899569" y="10432256"/>
                </a:lnTo>
                <a:lnTo>
                  <a:pt x="6214962" y="10102056"/>
                </a:lnTo>
                <a:lnTo>
                  <a:pt x="6806761" y="10102056"/>
                </a:lnTo>
                <a:lnTo>
                  <a:pt x="6712367" y="9924256"/>
                </a:lnTo>
                <a:lnTo>
                  <a:pt x="6311860" y="9924256"/>
                </a:lnTo>
                <a:lnTo>
                  <a:pt x="6217188" y="9505156"/>
                </a:lnTo>
                <a:close/>
              </a:path>
              <a:path w="13852525" h="11308715">
                <a:moveTo>
                  <a:pt x="9853036" y="9543256"/>
                </a:moveTo>
                <a:lnTo>
                  <a:pt x="6729292" y="9543256"/>
                </a:lnTo>
                <a:lnTo>
                  <a:pt x="7027000" y="10025856"/>
                </a:lnTo>
                <a:lnTo>
                  <a:pt x="6941610" y="10356056"/>
                </a:lnTo>
                <a:lnTo>
                  <a:pt x="7458393" y="10356056"/>
                </a:lnTo>
                <a:lnTo>
                  <a:pt x="7158818" y="10038556"/>
                </a:lnTo>
                <a:lnTo>
                  <a:pt x="7259580" y="9860756"/>
                </a:lnTo>
                <a:lnTo>
                  <a:pt x="9207049" y="9860756"/>
                </a:lnTo>
                <a:lnTo>
                  <a:pt x="9850537" y="9809956"/>
                </a:lnTo>
                <a:lnTo>
                  <a:pt x="11233329" y="9809956"/>
                </a:lnTo>
                <a:lnTo>
                  <a:pt x="11116350" y="9695656"/>
                </a:lnTo>
                <a:lnTo>
                  <a:pt x="9943571" y="9695656"/>
                </a:lnTo>
                <a:lnTo>
                  <a:pt x="9853036" y="9543256"/>
                </a:lnTo>
                <a:close/>
              </a:path>
              <a:path w="13852525" h="11308715">
                <a:moveTo>
                  <a:pt x="1727580" y="9060656"/>
                </a:moveTo>
                <a:lnTo>
                  <a:pt x="1599951" y="9111456"/>
                </a:lnTo>
                <a:lnTo>
                  <a:pt x="979394" y="10229056"/>
                </a:lnTo>
                <a:lnTo>
                  <a:pt x="1107013" y="10190956"/>
                </a:lnTo>
                <a:lnTo>
                  <a:pt x="1727580" y="9060656"/>
                </a:lnTo>
                <a:close/>
              </a:path>
              <a:path w="13852525" h="11308715">
                <a:moveTo>
                  <a:pt x="5115655" y="8946356"/>
                </a:moveTo>
                <a:lnTo>
                  <a:pt x="4687553" y="9213056"/>
                </a:lnTo>
                <a:lnTo>
                  <a:pt x="4592258" y="10203656"/>
                </a:lnTo>
                <a:lnTo>
                  <a:pt x="5020360" y="9936956"/>
                </a:lnTo>
                <a:lnTo>
                  <a:pt x="5115655" y="8946356"/>
                </a:lnTo>
                <a:close/>
              </a:path>
              <a:path w="13852525" h="11308715">
                <a:moveTo>
                  <a:pt x="11233329" y="9809956"/>
                </a:moveTo>
                <a:lnTo>
                  <a:pt x="9850537" y="9809956"/>
                </a:lnTo>
                <a:lnTo>
                  <a:pt x="10113807" y="10076656"/>
                </a:lnTo>
                <a:lnTo>
                  <a:pt x="10877850" y="10076656"/>
                </a:lnTo>
                <a:lnTo>
                  <a:pt x="11376302" y="9949656"/>
                </a:lnTo>
                <a:lnTo>
                  <a:pt x="11233329" y="9809956"/>
                </a:lnTo>
                <a:close/>
              </a:path>
              <a:path w="13852525" h="11308715">
                <a:moveTo>
                  <a:pt x="12433862" y="9213056"/>
                </a:moveTo>
                <a:lnTo>
                  <a:pt x="11297383" y="9771856"/>
                </a:lnTo>
                <a:lnTo>
                  <a:pt x="11840833" y="10063956"/>
                </a:lnTo>
                <a:lnTo>
                  <a:pt x="12977322" y="9505156"/>
                </a:lnTo>
                <a:lnTo>
                  <a:pt x="12433862" y="9213056"/>
                </a:lnTo>
                <a:close/>
              </a:path>
              <a:path w="13852525" h="11308715">
                <a:moveTo>
                  <a:pt x="2536927" y="8832056"/>
                </a:moveTo>
                <a:lnTo>
                  <a:pt x="2325217" y="8908256"/>
                </a:lnTo>
                <a:lnTo>
                  <a:pt x="1775893" y="9975056"/>
                </a:lnTo>
                <a:lnTo>
                  <a:pt x="1987583" y="9911556"/>
                </a:lnTo>
                <a:lnTo>
                  <a:pt x="2536927" y="8832056"/>
                </a:lnTo>
                <a:close/>
              </a:path>
              <a:path w="13852525" h="11308715">
                <a:moveTo>
                  <a:pt x="10489852" y="9111456"/>
                </a:moveTo>
                <a:lnTo>
                  <a:pt x="6315661" y="9111456"/>
                </a:lnTo>
                <a:lnTo>
                  <a:pt x="6472200" y="9644856"/>
                </a:lnTo>
                <a:lnTo>
                  <a:pt x="6311860" y="9924256"/>
                </a:lnTo>
                <a:lnTo>
                  <a:pt x="6712367" y="9924256"/>
                </a:lnTo>
                <a:lnTo>
                  <a:pt x="6591003" y="9695656"/>
                </a:lnTo>
                <a:lnTo>
                  <a:pt x="6729292" y="9543256"/>
                </a:lnTo>
                <a:lnTo>
                  <a:pt x="9853036" y="9543256"/>
                </a:lnTo>
                <a:lnTo>
                  <a:pt x="9830402" y="9505156"/>
                </a:lnTo>
                <a:lnTo>
                  <a:pt x="10466644" y="9289256"/>
                </a:lnTo>
                <a:lnTo>
                  <a:pt x="11532261" y="9289256"/>
                </a:lnTo>
                <a:lnTo>
                  <a:pt x="11783015" y="9149556"/>
                </a:lnTo>
                <a:lnTo>
                  <a:pt x="10527909" y="9149556"/>
                </a:lnTo>
                <a:lnTo>
                  <a:pt x="10489852" y="9111456"/>
                </a:lnTo>
                <a:close/>
              </a:path>
              <a:path w="13852525" h="11308715">
                <a:moveTo>
                  <a:pt x="5854782" y="8819356"/>
                </a:moveTo>
                <a:lnTo>
                  <a:pt x="5368265" y="8819356"/>
                </a:lnTo>
                <a:lnTo>
                  <a:pt x="5361413" y="8821283"/>
                </a:lnTo>
                <a:lnTo>
                  <a:pt x="5324057" y="9746456"/>
                </a:lnTo>
                <a:lnTo>
                  <a:pt x="5699250" y="9505156"/>
                </a:lnTo>
                <a:lnTo>
                  <a:pt x="6217188" y="9505156"/>
                </a:lnTo>
                <a:lnTo>
                  <a:pt x="6185631" y="9365456"/>
                </a:lnTo>
                <a:lnTo>
                  <a:pt x="5832366" y="9365456"/>
                </a:lnTo>
                <a:lnTo>
                  <a:pt x="5854782" y="8819356"/>
                </a:lnTo>
                <a:close/>
              </a:path>
              <a:path w="13852525" h="11308715">
                <a:moveTo>
                  <a:pt x="3346275" y="8603456"/>
                </a:moveTo>
                <a:lnTo>
                  <a:pt x="3050472" y="8692356"/>
                </a:lnTo>
                <a:lnTo>
                  <a:pt x="2572382" y="9721056"/>
                </a:lnTo>
                <a:lnTo>
                  <a:pt x="2868174" y="9619456"/>
                </a:lnTo>
                <a:lnTo>
                  <a:pt x="3346275" y="8603456"/>
                </a:lnTo>
                <a:close/>
              </a:path>
              <a:path w="13852525" h="11308715">
                <a:moveTo>
                  <a:pt x="11532261" y="9289256"/>
                </a:moveTo>
                <a:lnTo>
                  <a:pt x="10466644" y="9289256"/>
                </a:lnTo>
                <a:lnTo>
                  <a:pt x="10798718" y="9467056"/>
                </a:lnTo>
                <a:lnTo>
                  <a:pt x="9943571" y="9695656"/>
                </a:lnTo>
                <a:lnTo>
                  <a:pt x="11116350" y="9695656"/>
                </a:lnTo>
                <a:lnTo>
                  <a:pt x="10999371" y="9581356"/>
                </a:lnTo>
                <a:lnTo>
                  <a:pt x="11007958" y="9581356"/>
                </a:lnTo>
                <a:lnTo>
                  <a:pt x="11532261" y="9289256"/>
                </a:lnTo>
                <a:close/>
              </a:path>
              <a:path w="13852525" h="11308715">
                <a:moveTo>
                  <a:pt x="4155632" y="8374856"/>
                </a:moveTo>
                <a:lnTo>
                  <a:pt x="3775727" y="8489156"/>
                </a:lnTo>
                <a:lnTo>
                  <a:pt x="3368860" y="9454356"/>
                </a:lnTo>
                <a:lnTo>
                  <a:pt x="3748765" y="9340056"/>
                </a:lnTo>
                <a:lnTo>
                  <a:pt x="4155632" y="8374856"/>
                </a:lnTo>
                <a:close/>
              </a:path>
              <a:path w="13852525" h="11308715">
                <a:moveTo>
                  <a:pt x="11727822" y="8590756"/>
                </a:moveTo>
                <a:lnTo>
                  <a:pt x="6039638" y="8590756"/>
                </a:lnTo>
                <a:lnTo>
                  <a:pt x="6052663" y="9136856"/>
                </a:lnTo>
                <a:lnTo>
                  <a:pt x="5832366" y="9365456"/>
                </a:lnTo>
                <a:lnTo>
                  <a:pt x="6185631" y="9365456"/>
                </a:lnTo>
                <a:lnTo>
                  <a:pt x="6151205" y="9213056"/>
                </a:lnTo>
                <a:lnTo>
                  <a:pt x="6315661" y="9111456"/>
                </a:lnTo>
                <a:lnTo>
                  <a:pt x="10489852" y="9111456"/>
                </a:lnTo>
                <a:lnTo>
                  <a:pt x="10362993" y="8984456"/>
                </a:lnTo>
                <a:lnTo>
                  <a:pt x="10946389" y="8603456"/>
                </a:lnTo>
                <a:lnTo>
                  <a:pt x="11714521" y="8603456"/>
                </a:lnTo>
                <a:lnTo>
                  <a:pt x="11727822" y="8590756"/>
                </a:lnTo>
                <a:close/>
              </a:path>
              <a:path w="13852525" h="11308715">
                <a:moveTo>
                  <a:pt x="13851902" y="8451056"/>
                </a:moveTo>
                <a:lnTo>
                  <a:pt x="12983206" y="9124156"/>
                </a:lnTo>
                <a:lnTo>
                  <a:pt x="13494719" y="9251156"/>
                </a:lnTo>
                <a:lnTo>
                  <a:pt x="13851902" y="8959056"/>
                </a:lnTo>
                <a:lnTo>
                  <a:pt x="13851902" y="8451056"/>
                </a:lnTo>
                <a:close/>
              </a:path>
              <a:path w="13852525" h="11308715">
                <a:moveTo>
                  <a:pt x="4964979" y="8133556"/>
                </a:moveTo>
                <a:lnTo>
                  <a:pt x="4500993" y="8285956"/>
                </a:lnTo>
                <a:lnTo>
                  <a:pt x="4165328" y="9200356"/>
                </a:lnTo>
                <a:lnTo>
                  <a:pt x="4629345" y="9047956"/>
                </a:lnTo>
                <a:lnTo>
                  <a:pt x="4964979" y="8133556"/>
                </a:lnTo>
                <a:close/>
              </a:path>
              <a:path w="13852525" h="11308715">
                <a:moveTo>
                  <a:pt x="11714521" y="8603456"/>
                </a:moveTo>
                <a:lnTo>
                  <a:pt x="10946389" y="8603456"/>
                </a:lnTo>
                <a:lnTo>
                  <a:pt x="11327843" y="8692356"/>
                </a:lnTo>
                <a:lnTo>
                  <a:pt x="10527909" y="9149556"/>
                </a:lnTo>
                <a:lnTo>
                  <a:pt x="11783015" y="9149556"/>
                </a:lnTo>
                <a:lnTo>
                  <a:pt x="12033769" y="9009856"/>
                </a:lnTo>
                <a:lnTo>
                  <a:pt x="11558349" y="8743156"/>
                </a:lnTo>
                <a:lnTo>
                  <a:pt x="11568202" y="8743156"/>
                </a:lnTo>
                <a:lnTo>
                  <a:pt x="11714521" y="8603456"/>
                </a:lnTo>
                <a:close/>
              </a:path>
              <a:path w="13852525" h="11308715">
                <a:moveTo>
                  <a:pt x="12901020" y="7993856"/>
                </a:moveTo>
                <a:lnTo>
                  <a:pt x="11907469" y="8857456"/>
                </a:lnTo>
                <a:lnTo>
                  <a:pt x="12531471" y="8997156"/>
                </a:lnTo>
                <a:lnTo>
                  <a:pt x="13525022" y="8133556"/>
                </a:lnTo>
                <a:lnTo>
                  <a:pt x="12901020" y="7993856"/>
                </a:lnTo>
                <a:close/>
              </a:path>
              <a:path w="13852525" h="11308715">
                <a:moveTo>
                  <a:pt x="5725039" y="8070056"/>
                </a:moveTo>
                <a:lnTo>
                  <a:pt x="5233589" y="8070056"/>
                </a:lnTo>
                <a:lnTo>
                  <a:pt x="5226178" y="8070286"/>
                </a:lnTo>
                <a:lnTo>
                  <a:pt x="4961838" y="8933656"/>
                </a:lnTo>
                <a:lnTo>
                  <a:pt x="5361413" y="8821283"/>
                </a:lnTo>
                <a:lnTo>
                  <a:pt x="5361491" y="8819356"/>
                </a:lnTo>
                <a:lnTo>
                  <a:pt x="5854782" y="8819356"/>
                </a:lnTo>
                <a:lnTo>
                  <a:pt x="5858953" y="8717756"/>
                </a:lnTo>
                <a:lnTo>
                  <a:pt x="5526627" y="8717756"/>
                </a:lnTo>
                <a:lnTo>
                  <a:pt x="5725039" y="8070056"/>
                </a:lnTo>
                <a:close/>
              </a:path>
              <a:path w="13852525" h="11308715">
                <a:moveTo>
                  <a:pt x="5368265" y="8819356"/>
                </a:moveTo>
                <a:lnTo>
                  <a:pt x="5361491" y="8819356"/>
                </a:lnTo>
                <a:lnTo>
                  <a:pt x="5361413" y="8821283"/>
                </a:lnTo>
                <a:lnTo>
                  <a:pt x="5368265" y="8819356"/>
                </a:lnTo>
                <a:close/>
              </a:path>
              <a:path w="13852525" h="11308715">
                <a:moveTo>
                  <a:pt x="11034068" y="8031956"/>
                </a:moveTo>
                <a:lnTo>
                  <a:pt x="5911840" y="8031956"/>
                </a:lnTo>
                <a:lnTo>
                  <a:pt x="5788671" y="8552656"/>
                </a:lnTo>
                <a:lnTo>
                  <a:pt x="5526627" y="8717756"/>
                </a:lnTo>
                <a:lnTo>
                  <a:pt x="5858953" y="8717756"/>
                </a:lnTo>
                <a:lnTo>
                  <a:pt x="5861559" y="8654256"/>
                </a:lnTo>
                <a:lnTo>
                  <a:pt x="6039638" y="8590756"/>
                </a:lnTo>
                <a:lnTo>
                  <a:pt x="11727822" y="8590756"/>
                </a:lnTo>
                <a:lnTo>
                  <a:pt x="11887442" y="8438356"/>
                </a:lnTo>
                <a:lnTo>
                  <a:pt x="10969582" y="8438356"/>
                </a:lnTo>
                <a:lnTo>
                  <a:pt x="10761483" y="8324056"/>
                </a:lnTo>
                <a:lnTo>
                  <a:pt x="11034068" y="8031956"/>
                </a:lnTo>
                <a:close/>
              </a:path>
              <a:path w="13852525" h="11308715">
                <a:moveTo>
                  <a:pt x="11954577" y="7790656"/>
                </a:moveTo>
                <a:lnTo>
                  <a:pt x="11654158" y="7790656"/>
                </a:lnTo>
                <a:lnTo>
                  <a:pt x="10969582" y="8438356"/>
                </a:lnTo>
                <a:lnTo>
                  <a:pt x="11887442" y="8438356"/>
                </a:lnTo>
                <a:lnTo>
                  <a:pt x="12446113" y="7904956"/>
                </a:lnTo>
                <a:lnTo>
                  <a:pt x="11954577" y="7790656"/>
                </a:lnTo>
                <a:close/>
              </a:path>
              <a:path w="13852525" h="11308715">
                <a:moveTo>
                  <a:pt x="979970" y="7396956"/>
                </a:moveTo>
                <a:lnTo>
                  <a:pt x="935060" y="7409656"/>
                </a:lnTo>
                <a:lnTo>
                  <a:pt x="0" y="8349456"/>
                </a:lnTo>
                <a:lnTo>
                  <a:pt x="44899" y="8336756"/>
                </a:lnTo>
                <a:lnTo>
                  <a:pt x="979970" y="7396956"/>
                </a:lnTo>
                <a:close/>
              </a:path>
              <a:path w="13852525" h="11308715">
                <a:moveTo>
                  <a:pt x="1789442" y="7384256"/>
                </a:moveTo>
                <a:lnTo>
                  <a:pt x="1660137" y="7396956"/>
                </a:lnTo>
                <a:lnTo>
                  <a:pt x="804153" y="8298656"/>
                </a:lnTo>
                <a:lnTo>
                  <a:pt x="933427" y="8298656"/>
                </a:lnTo>
                <a:lnTo>
                  <a:pt x="1789442" y="7384256"/>
                </a:lnTo>
                <a:close/>
              </a:path>
              <a:path w="13852525" h="11308715">
                <a:moveTo>
                  <a:pt x="2598884" y="7371556"/>
                </a:moveTo>
                <a:lnTo>
                  <a:pt x="2385225" y="7384256"/>
                </a:lnTo>
                <a:lnTo>
                  <a:pt x="1608296" y="8260556"/>
                </a:lnTo>
                <a:lnTo>
                  <a:pt x="1821944" y="8247856"/>
                </a:lnTo>
                <a:lnTo>
                  <a:pt x="2598884" y="7371556"/>
                </a:lnTo>
                <a:close/>
              </a:path>
              <a:path w="13852525" h="11308715">
                <a:moveTo>
                  <a:pt x="3408325" y="7358856"/>
                </a:moveTo>
                <a:lnTo>
                  <a:pt x="3110324" y="7371556"/>
                </a:lnTo>
                <a:lnTo>
                  <a:pt x="2412450" y="8222456"/>
                </a:lnTo>
                <a:lnTo>
                  <a:pt x="2710472" y="8197056"/>
                </a:lnTo>
                <a:lnTo>
                  <a:pt x="3408325" y="7358856"/>
                </a:lnTo>
                <a:close/>
              </a:path>
              <a:path w="13852525" h="11308715">
                <a:moveTo>
                  <a:pt x="4217798" y="7346156"/>
                </a:moveTo>
                <a:lnTo>
                  <a:pt x="3835401" y="7358856"/>
                </a:lnTo>
                <a:lnTo>
                  <a:pt x="3216593" y="8171656"/>
                </a:lnTo>
                <a:lnTo>
                  <a:pt x="3598979" y="8158956"/>
                </a:lnTo>
                <a:lnTo>
                  <a:pt x="4217798" y="7346156"/>
                </a:lnTo>
                <a:close/>
              </a:path>
              <a:path w="13852525" h="11308715">
                <a:moveTo>
                  <a:pt x="5027260" y="7333456"/>
                </a:moveTo>
                <a:lnTo>
                  <a:pt x="4560478" y="7346156"/>
                </a:lnTo>
                <a:lnTo>
                  <a:pt x="4020736" y="8133556"/>
                </a:lnTo>
                <a:lnTo>
                  <a:pt x="4487507" y="8108156"/>
                </a:lnTo>
                <a:lnTo>
                  <a:pt x="5027260" y="7333456"/>
                </a:lnTo>
                <a:close/>
              </a:path>
              <a:path w="13852525" h="11308715">
                <a:moveTo>
                  <a:pt x="11539800" y="6863556"/>
                </a:moveTo>
                <a:lnTo>
                  <a:pt x="5944960" y="6863556"/>
                </a:lnTo>
                <a:lnTo>
                  <a:pt x="6091165" y="6939756"/>
                </a:lnTo>
                <a:lnTo>
                  <a:pt x="5750913" y="7320756"/>
                </a:lnTo>
                <a:lnTo>
                  <a:pt x="5465456" y="7333456"/>
                </a:lnTo>
                <a:lnTo>
                  <a:pt x="5285566" y="7333456"/>
                </a:lnTo>
                <a:lnTo>
                  <a:pt x="4824879" y="8082756"/>
                </a:lnTo>
                <a:lnTo>
                  <a:pt x="5226178" y="8070286"/>
                </a:lnTo>
                <a:lnTo>
                  <a:pt x="5226249" y="8070056"/>
                </a:lnTo>
                <a:lnTo>
                  <a:pt x="5725039" y="8070056"/>
                </a:lnTo>
                <a:lnTo>
                  <a:pt x="5732820" y="8044656"/>
                </a:lnTo>
                <a:lnTo>
                  <a:pt x="5911840" y="8031956"/>
                </a:lnTo>
                <a:lnTo>
                  <a:pt x="11034068" y="8031956"/>
                </a:lnTo>
                <a:lnTo>
                  <a:pt x="11045920" y="8019256"/>
                </a:lnTo>
                <a:lnTo>
                  <a:pt x="5405133" y="8019256"/>
                </a:lnTo>
                <a:lnTo>
                  <a:pt x="5764379" y="7435056"/>
                </a:lnTo>
                <a:lnTo>
                  <a:pt x="11064475" y="7435056"/>
                </a:lnTo>
                <a:lnTo>
                  <a:pt x="11337424" y="6927056"/>
                </a:lnTo>
                <a:lnTo>
                  <a:pt x="11539800" y="6863556"/>
                </a:lnTo>
                <a:close/>
              </a:path>
              <a:path w="13852525" h="11308715">
                <a:moveTo>
                  <a:pt x="5233589" y="8070056"/>
                </a:moveTo>
                <a:lnTo>
                  <a:pt x="5226249" y="8070056"/>
                </a:lnTo>
                <a:lnTo>
                  <a:pt x="5226178" y="8070286"/>
                </a:lnTo>
                <a:lnTo>
                  <a:pt x="5233589" y="8070056"/>
                </a:lnTo>
                <a:close/>
              </a:path>
              <a:path w="13852525" h="11308715">
                <a:moveTo>
                  <a:pt x="11064475" y="7435056"/>
                </a:moveTo>
                <a:lnTo>
                  <a:pt x="5764379" y="7435056"/>
                </a:lnTo>
                <a:lnTo>
                  <a:pt x="5932290" y="7473156"/>
                </a:lnTo>
                <a:lnTo>
                  <a:pt x="5689010" y="7930356"/>
                </a:lnTo>
                <a:lnTo>
                  <a:pt x="5405133" y="8019256"/>
                </a:lnTo>
                <a:lnTo>
                  <a:pt x="11045920" y="8019256"/>
                </a:lnTo>
                <a:lnTo>
                  <a:pt x="11247395" y="7803356"/>
                </a:lnTo>
                <a:lnTo>
                  <a:pt x="11654158" y="7790656"/>
                </a:lnTo>
                <a:lnTo>
                  <a:pt x="11954577" y="7790656"/>
                </a:lnTo>
                <a:lnTo>
                  <a:pt x="11899962" y="7777956"/>
                </a:lnTo>
                <a:lnTo>
                  <a:pt x="11910475" y="7777956"/>
                </a:lnTo>
                <a:lnTo>
                  <a:pt x="11996729" y="7638256"/>
                </a:lnTo>
                <a:lnTo>
                  <a:pt x="11228548" y="7638256"/>
                </a:lnTo>
                <a:lnTo>
                  <a:pt x="10989414" y="7574756"/>
                </a:lnTo>
                <a:lnTo>
                  <a:pt x="11064475" y="7435056"/>
                </a:lnTo>
                <a:close/>
              </a:path>
              <a:path w="13852525" h="11308715">
                <a:moveTo>
                  <a:pt x="13715058" y="6647656"/>
                </a:moveTo>
                <a:lnTo>
                  <a:pt x="13049916" y="6673056"/>
                </a:lnTo>
                <a:lnTo>
                  <a:pt x="12278526" y="7790656"/>
                </a:lnTo>
                <a:lnTo>
                  <a:pt x="12943658" y="7765256"/>
                </a:lnTo>
                <a:lnTo>
                  <a:pt x="13715058" y="6647656"/>
                </a:lnTo>
                <a:close/>
              </a:path>
              <a:path w="13852525" h="11308715">
                <a:moveTo>
                  <a:pt x="13851902" y="7219156"/>
                </a:moveTo>
                <a:lnTo>
                  <a:pt x="13431926" y="7765256"/>
                </a:lnTo>
                <a:lnTo>
                  <a:pt x="13851902" y="7752556"/>
                </a:lnTo>
                <a:lnTo>
                  <a:pt x="13851902" y="7219156"/>
                </a:lnTo>
                <a:close/>
              </a:path>
              <a:path w="13852525" h="11308715">
                <a:moveTo>
                  <a:pt x="12514256" y="6800056"/>
                </a:moveTo>
                <a:lnTo>
                  <a:pt x="11742176" y="6800056"/>
                </a:lnTo>
                <a:lnTo>
                  <a:pt x="11228548" y="7638256"/>
                </a:lnTo>
                <a:lnTo>
                  <a:pt x="11996729" y="7638256"/>
                </a:lnTo>
                <a:lnTo>
                  <a:pt x="12514256" y="6800056"/>
                </a:lnTo>
                <a:close/>
              </a:path>
              <a:path w="13852525" h="11308715">
                <a:moveTo>
                  <a:pt x="5518683" y="6653162"/>
                </a:moveTo>
                <a:lnTo>
                  <a:pt x="4909473" y="7244556"/>
                </a:lnTo>
                <a:lnTo>
                  <a:pt x="5292969" y="7333456"/>
                </a:lnTo>
                <a:lnTo>
                  <a:pt x="5465456" y="7333456"/>
                </a:lnTo>
                <a:lnTo>
                  <a:pt x="5944960" y="6863556"/>
                </a:lnTo>
                <a:lnTo>
                  <a:pt x="11539800" y="6863556"/>
                </a:lnTo>
                <a:lnTo>
                  <a:pt x="11742176" y="6800056"/>
                </a:lnTo>
                <a:lnTo>
                  <a:pt x="12514256" y="6800056"/>
                </a:lnTo>
                <a:lnTo>
                  <a:pt x="12529939" y="6774656"/>
                </a:lnTo>
                <a:lnTo>
                  <a:pt x="11020240" y="6774656"/>
                </a:lnTo>
                <a:lnTo>
                  <a:pt x="11026344" y="6749256"/>
                </a:lnTo>
                <a:lnTo>
                  <a:pt x="5960991" y="6749256"/>
                </a:lnTo>
                <a:lnTo>
                  <a:pt x="5693135" y="6685756"/>
                </a:lnTo>
                <a:lnTo>
                  <a:pt x="5737997" y="6660356"/>
                </a:lnTo>
                <a:lnTo>
                  <a:pt x="5531297" y="6660356"/>
                </a:lnTo>
                <a:lnTo>
                  <a:pt x="5518683" y="6653162"/>
                </a:lnTo>
                <a:close/>
              </a:path>
              <a:path w="13852525" h="11308715">
                <a:moveTo>
                  <a:pt x="4847957" y="6482556"/>
                </a:moveTo>
                <a:lnTo>
                  <a:pt x="4151925" y="7079456"/>
                </a:lnTo>
                <a:lnTo>
                  <a:pt x="4590069" y="7181056"/>
                </a:lnTo>
                <a:lnTo>
                  <a:pt x="5286111" y="6584156"/>
                </a:lnTo>
                <a:lnTo>
                  <a:pt x="4847957" y="6482556"/>
                </a:lnTo>
                <a:close/>
              </a:path>
              <a:path w="13852525" h="11308715">
                <a:moveTo>
                  <a:pt x="4171558" y="6304756"/>
                </a:moveTo>
                <a:lnTo>
                  <a:pt x="3394367" y="6914356"/>
                </a:lnTo>
                <a:lnTo>
                  <a:pt x="3753519" y="7003256"/>
                </a:lnTo>
                <a:lnTo>
                  <a:pt x="4530731" y="6393656"/>
                </a:lnTo>
                <a:lnTo>
                  <a:pt x="4171558" y="6304756"/>
                </a:lnTo>
                <a:close/>
              </a:path>
              <a:path w="13852525" h="11308715">
                <a:moveTo>
                  <a:pt x="3495139" y="6139656"/>
                </a:moveTo>
                <a:lnTo>
                  <a:pt x="2636809" y="6761956"/>
                </a:lnTo>
                <a:lnTo>
                  <a:pt x="2916968" y="6825456"/>
                </a:lnTo>
                <a:lnTo>
                  <a:pt x="3775330" y="6203156"/>
                </a:lnTo>
                <a:lnTo>
                  <a:pt x="3495139" y="6139656"/>
                </a:lnTo>
                <a:close/>
              </a:path>
              <a:path w="13852525" h="11308715">
                <a:moveTo>
                  <a:pt x="12278779" y="5809456"/>
                </a:moveTo>
                <a:lnTo>
                  <a:pt x="11571134" y="5809456"/>
                </a:lnTo>
                <a:lnTo>
                  <a:pt x="11275332" y="6774656"/>
                </a:lnTo>
                <a:lnTo>
                  <a:pt x="12529939" y="6774656"/>
                </a:lnTo>
                <a:lnTo>
                  <a:pt x="12561304" y="6723856"/>
                </a:lnTo>
                <a:lnTo>
                  <a:pt x="11986744" y="6723856"/>
                </a:lnTo>
                <a:lnTo>
                  <a:pt x="11997286" y="6723626"/>
                </a:lnTo>
                <a:lnTo>
                  <a:pt x="12278779" y="5809456"/>
                </a:lnTo>
                <a:close/>
              </a:path>
              <a:path w="13852525" h="11308715">
                <a:moveTo>
                  <a:pt x="11117907" y="6368256"/>
                </a:moveTo>
                <a:lnTo>
                  <a:pt x="6253903" y="6368256"/>
                </a:lnTo>
                <a:lnTo>
                  <a:pt x="6369868" y="6482556"/>
                </a:lnTo>
                <a:lnTo>
                  <a:pt x="5960991" y="6749256"/>
                </a:lnTo>
                <a:lnTo>
                  <a:pt x="11026344" y="6749256"/>
                </a:lnTo>
                <a:lnTo>
                  <a:pt x="11117907" y="6368256"/>
                </a:lnTo>
                <a:close/>
              </a:path>
              <a:path w="13852525" h="11308715">
                <a:moveTo>
                  <a:pt x="11997286" y="6723626"/>
                </a:moveTo>
                <a:lnTo>
                  <a:pt x="11986744" y="6723856"/>
                </a:lnTo>
                <a:lnTo>
                  <a:pt x="11997215" y="6723856"/>
                </a:lnTo>
                <a:lnTo>
                  <a:pt x="11997286" y="6723626"/>
                </a:lnTo>
                <a:close/>
              </a:path>
              <a:path w="13852525" h="11308715">
                <a:moveTo>
                  <a:pt x="12569146" y="6711156"/>
                </a:moveTo>
                <a:lnTo>
                  <a:pt x="11997286" y="6723626"/>
                </a:lnTo>
                <a:lnTo>
                  <a:pt x="11997215" y="6723856"/>
                </a:lnTo>
                <a:lnTo>
                  <a:pt x="12561304" y="6723856"/>
                </a:lnTo>
                <a:lnTo>
                  <a:pt x="12569146" y="6711156"/>
                </a:lnTo>
                <a:close/>
              </a:path>
              <a:path w="13852525" h="11308715">
                <a:moveTo>
                  <a:pt x="5524355" y="6647656"/>
                </a:moveTo>
                <a:lnTo>
                  <a:pt x="5518683" y="6653162"/>
                </a:lnTo>
                <a:lnTo>
                  <a:pt x="5531297" y="6660356"/>
                </a:lnTo>
                <a:lnTo>
                  <a:pt x="5524355" y="6647656"/>
                </a:lnTo>
                <a:close/>
              </a:path>
              <a:path w="13852525" h="11308715">
                <a:moveTo>
                  <a:pt x="5760427" y="6647656"/>
                </a:moveTo>
                <a:lnTo>
                  <a:pt x="5524355" y="6647656"/>
                </a:lnTo>
                <a:lnTo>
                  <a:pt x="5531297" y="6660356"/>
                </a:lnTo>
                <a:lnTo>
                  <a:pt x="5737997" y="6660356"/>
                </a:lnTo>
                <a:lnTo>
                  <a:pt x="5760427" y="6647656"/>
                </a:lnTo>
                <a:close/>
              </a:path>
              <a:path w="13852525" h="11308715">
                <a:moveTo>
                  <a:pt x="6424317" y="5606831"/>
                </a:moveTo>
                <a:lnTo>
                  <a:pt x="5657293" y="5809456"/>
                </a:lnTo>
                <a:lnTo>
                  <a:pt x="5922374" y="6063456"/>
                </a:lnTo>
                <a:lnTo>
                  <a:pt x="5916343" y="6063456"/>
                </a:lnTo>
                <a:lnTo>
                  <a:pt x="5197244" y="6469856"/>
                </a:lnTo>
                <a:lnTo>
                  <a:pt x="5518683" y="6653162"/>
                </a:lnTo>
                <a:lnTo>
                  <a:pt x="5524355" y="6647656"/>
                </a:lnTo>
                <a:lnTo>
                  <a:pt x="5760427" y="6647656"/>
                </a:lnTo>
                <a:lnTo>
                  <a:pt x="6253903" y="6368256"/>
                </a:lnTo>
                <a:lnTo>
                  <a:pt x="11117907" y="6368256"/>
                </a:lnTo>
                <a:lnTo>
                  <a:pt x="11142323" y="6266656"/>
                </a:lnTo>
                <a:lnTo>
                  <a:pt x="6296677" y="6266656"/>
                </a:lnTo>
                <a:lnTo>
                  <a:pt x="6063354" y="6139656"/>
                </a:lnTo>
                <a:lnTo>
                  <a:pt x="6663200" y="5987256"/>
                </a:lnTo>
                <a:lnTo>
                  <a:pt x="10839816" y="5987256"/>
                </a:lnTo>
                <a:lnTo>
                  <a:pt x="10837873" y="5898356"/>
                </a:lnTo>
                <a:lnTo>
                  <a:pt x="6728318" y="5898356"/>
                </a:lnTo>
                <a:lnTo>
                  <a:pt x="6543162" y="5720556"/>
                </a:lnTo>
                <a:lnTo>
                  <a:pt x="7526064" y="5720556"/>
                </a:lnTo>
                <a:lnTo>
                  <a:pt x="7221518" y="5657056"/>
                </a:lnTo>
                <a:lnTo>
                  <a:pt x="7199043" y="5618956"/>
                </a:lnTo>
                <a:lnTo>
                  <a:pt x="6431280" y="5618956"/>
                </a:lnTo>
                <a:lnTo>
                  <a:pt x="6424317" y="5606831"/>
                </a:lnTo>
                <a:close/>
              </a:path>
              <a:path w="13852525" h="11308715">
                <a:moveTo>
                  <a:pt x="2818762" y="5961856"/>
                </a:moveTo>
                <a:lnTo>
                  <a:pt x="1879251" y="6596856"/>
                </a:lnTo>
                <a:lnTo>
                  <a:pt x="2080439" y="6634956"/>
                </a:lnTo>
                <a:lnTo>
                  <a:pt x="3019960" y="5999956"/>
                </a:lnTo>
                <a:lnTo>
                  <a:pt x="2818762" y="5961856"/>
                </a:lnTo>
                <a:close/>
              </a:path>
              <a:path w="13852525" h="11308715">
                <a:moveTo>
                  <a:pt x="13512185" y="5123656"/>
                </a:moveTo>
                <a:lnTo>
                  <a:pt x="12850645" y="5326856"/>
                </a:lnTo>
                <a:lnTo>
                  <a:pt x="12369675" y="6634956"/>
                </a:lnTo>
                <a:lnTo>
                  <a:pt x="13031205" y="6431756"/>
                </a:lnTo>
                <a:lnTo>
                  <a:pt x="13512185" y="5123656"/>
                </a:lnTo>
                <a:close/>
              </a:path>
              <a:path w="13852525" h="11308715">
                <a:moveTo>
                  <a:pt x="2142343" y="5784056"/>
                </a:moveTo>
                <a:lnTo>
                  <a:pt x="1121683" y="6431756"/>
                </a:lnTo>
                <a:lnTo>
                  <a:pt x="1243888" y="6457156"/>
                </a:lnTo>
                <a:lnTo>
                  <a:pt x="2264569" y="5809456"/>
                </a:lnTo>
                <a:lnTo>
                  <a:pt x="2142343" y="5784056"/>
                </a:lnTo>
                <a:close/>
              </a:path>
              <a:path w="13852525" h="11308715">
                <a:moveTo>
                  <a:pt x="5331094" y="5733256"/>
                </a:moveTo>
                <a:lnTo>
                  <a:pt x="4534301" y="6126956"/>
                </a:lnTo>
                <a:lnTo>
                  <a:pt x="4916153" y="6330156"/>
                </a:lnTo>
                <a:lnTo>
                  <a:pt x="5712935" y="5936456"/>
                </a:lnTo>
                <a:lnTo>
                  <a:pt x="5331094" y="5733256"/>
                </a:lnTo>
                <a:close/>
              </a:path>
              <a:path w="13852525" h="11308715">
                <a:moveTo>
                  <a:pt x="13851902" y="5530056"/>
                </a:moveTo>
                <a:lnTo>
                  <a:pt x="13523546" y="6304756"/>
                </a:lnTo>
                <a:lnTo>
                  <a:pt x="13851902" y="6203156"/>
                </a:lnTo>
                <a:lnTo>
                  <a:pt x="13851902" y="5530056"/>
                </a:lnTo>
                <a:close/>
              </a:path>
              <a:path w="13852525" h="11308715">
                <a:moveTo>
                  <a:pt x="1509179" y="5618956"/>
                </a:moveTo>
                <a:lnTo>
                  <a:pt x="1465955" y="5618956"/>
                </a:lnTo>
                <a:lnTo>
                  <a:pt x="364135" y="6266656"/>
                </a:lnTo>
                <a:lnTo>
                  <a:pt x="407359" y="6266656"/>
                </a:lnTo>
                <a:lnTo>
                  <a:pt x="1509179" y="5618956"/>
                </a:lnTo>
                <a:close/>
              </a:path>
              <a:path w="13852525" h="11308715">
                <a:moveTo>
                  <a:pt x="11840169" y="4882356"/>
                </a:moveTo>
                <a:lnTo>
                  <a:pt x="11137440" y="4882356"/>
                </a:lnTo>
                <a:lnTo>
                  <a:pt x="11093704" y="5898356"/>
                </a:lnTo>
                <a:lnTo>
                  <a:pt x="10839816" y="5987256"/>
                </a:lnTo>
                <a:lnTo>
                  <a:pt x="6663200" y="5987256"/>
                </a:lnTo>
                <a:lnTo>
                  <a:pt x="6742904" y="6126956"/>
                </a:lnTo>
                <a:lnTo>
                  <a:pt x="6296677" y="6266656"/>
                </a:lnTo>
                <a:lnTo>
                  <a:pt x="11142323" y="6266656"/>
                </a:lnTo>
                <a:lnTo>
                  <a:pt x="11197261" y="6038056"/>
                </a:lnTo>
                <a:lnTo>
                  <a:pt x="11571134" y="5809456"/>
                </a:lnTo>
                <a:lnTo>
                  <a:pt x="12278779" y="5809456"/>
                </a:lnTo>
                <a:lnTo>
                  <a:pt x="12321796" y="5669756"/>
                </a:lnTo>
                <a:lnTo>
                  <a:pt x="11797054" y="5669756"/>
                </a:lnTo>
                <a:lnTo>
                  <a:pt x="11806857" y="5666748"/>
                </a:lnTo>
                <a:lnTo>
                  <a:pt x="11840169" y="4882356"/>
                </a:lnTo>
                <a:close/>
              </a:path>
              <a:path w="13852525" h="11308715">
                <a:moveTo>
                  <a:pt x="4745855" y="5390356"/>
                </a:moveTo>
                <a:lnTo>
                  <a:pt x="3871369" y="5784056"/>
                </a:lnTo>
                <a:lnTo>
                  <a:pt x="4184595" y="5949156"/>
                </a:lnTo>
                <a:lnTo>
                  <a:pt x="5059081" y="5568156"/>
                </a:lnTo>
                <a:lnTo>
                  <a:pt x="4745855" y="5390356"/>
                </a:lnTo>
                <a:close/>
              </a:path>
              <a:path w="13852525" h="11308715">
                <a:moveTo>
                  <a:pt x="7526064" y="5720556"/>
                </a:moveTo>
                <a:lnTo>
                  <a:pt x="7139688" y="5720556"/>
                </a:lnTo>
                <a:lnTo>
                  <a:pt x="7179875" y="5872956"/>
                </a:lnTo>
                <a:lnTo>
                  <a:pt x="6728318" y="5898356"/>
                </a:lnTo>
                <a:lnTo>
                  <a:pt x="10837873" y="5898356"/>
                </a:lnTo>
                <a:lnTo>
                  <a:pt x="10834542" y="5745956"/>
                </a:lnTo>
                <a:lnTo>
                  <a:pt x="7647882" y="5745956"/>
                </a:lnTo>
                <a:lnTo>
                  <a:pt x="7526064" y="5720556"/>
                </a:lnTo>
                <a:close/>
              </a:path>
              <a:path w="13852525" h="11308715">
                <a:moveTo>
                  <a:pt x="7709259" y="5441156"/>
                </a:moveTo>
                <a:lnTo>
                  <a:pt x="7094160" y="5441156"/>
                </a:lnTo>
                <a:lnTo>
                  <a:pt x="7647651" y="5593556"/>
                </a:lnTo>
                <a:lnTo>
                  <a:pt x="7647882" y="5745956"/>
                </a:lnTo>
                <a:lnTo>
                  <a:pt x="10834542" y="5745956"/>
                </a:lnTo>
                <a:lnTo>
                  <a:pt x="10831212" y="5593556"/>
                </a:lnTo>
                <a:lnTo>
                  <a:pt x="7807228" y="5593556"/>
                </a:lnTo>
                <a:lnTo>
                  <a:pt x="7739743" y="5555456"/>
                </a:lnTo>
                <a:lnTo>
                  <a:pt x="7709259" y="5441156"/>
                </a:lnTo>
                <a:close/>
              </a:path>
              <a:path w="13852525" h="11308715">
                <a:moveTo>
                  <a:pt x="11806857" y="5666748"/>
                </a:moveTo>
                <a:lnTo>
                  <a:pt x="11797054" y="5669756"/>
                </a:lnTo>
                <a:lnTo>
                  <a:pt x="11806729" y="5669756"/>
                </a:lnTo>
                <a:lnTo>
                  <a:pt x="11806857" y="5666748"/>
                </a:lnTo>
                <a:close/>
              </a:path>
              <a:path w="13852525" h="11308715">
                <a:moveTo>
                  <a:pt x="12376544" y="5491956"/>
                </a:moveTo>
                <a:lnTo>
                  <a:pt x="11806857" y="5666748"/>
                </a:lnTo>
                <a:lnTo>
                  <a:pt x="11806729" y="5669756"/>
                </a:lnTo>
                <a:lnTo>
                  <a:pt x="12321796" y="5669756"/>
                </a:lnTo>
                <a:lnTo>
                  <a:pt x="12376544" y="5491956"/>
                </a:lnTo>
                <a:close/>
              </a:path>
              <a:path w="13852525" h="11308715">
                <a:moveTo>
                  <a:pt x="6426495" y="5606256"/>
                </a:moveTo>
                <a:lnTo>
                  <a:pt x="6424317" y="5606831"/>
                </a:lnTo>
                <a:lnTo>
                  <a:pt x="6431280" y="5618956"/>
                </a:lnTo>
                <a:lnTo>
                  <a:pt x="6426495" y="5606256"/>
                </a:lnTo>
                <a:close/>
              </a:path>
              <a:path w="13852525" h="11308715">
                <a:moveTo>
                  <a:pt x="7191551" y="5606256"/>
                </a:moveTo>
                <a:lnTo>
                  <a:pt x="6426495" y="5606256"/>
                </a:lnTo>
                <a:lnTo>
                  <a:pt x="6431280" y="5618956"/>
                </a:lnTo>
                <a:lnTo>
                  <a:pt x="7199043" y="5618956"/>
                </a:lnTo>
                <a:lnTo>
                  <a:pt x="7191551" y="5606256"/>
                </a:lnTo>
                <a:close/>
              </a:path>
              <a:path w="13852525" h="11308715">
                <a:moveTo>
                  <a:pt x="7013797" y="5301456"/>
                </a:moveTo>
                <a:lnTo>
                  <a:pt x="6248940" y="5301456"/>
                </a:lnTo>
                <a:lnTo>
                  <a:pt x="6424317" y="5606831"/>
                </a:lnTo>
                <a:lnTo>
                  <a:pt x="6426495" y="5606256"/>
                </a:lnTo>
                <a:lnTo>
                  <a:pt x="7191551" y="5606256"/>
                </a:lnTo>
                <a:lnTo>
                  <a:pt x="7094160" y="5441156"/>
                </a:lnTo>
                <a:lnTo>
                  <a:pt x="7709259" y="5441156"/>
                </a:lnTo>
                <a:lnTo>
                  <a:pt x="7675389" y="5314156"/>
                </a:lnTo>
                <a:lnTo>
                  <a:pt x="7017210" y="5314156"/>
                </a:lnTo>
                <a:lnTo>
                  <a:pt x="7013797" y="5301456"/>
                </a:lnTo>
                <a:close/>
              </a:path>
              <a:path w="13852525" h="11308715">
                <a:moveTo>
                  <a:pt x="5966362" y="5149056"/>
                </a:moveTo>
                <a:lnTo>
                  <a:pt x="5127917" y="5314156"/>
                </a:lnTo>
                <a:lnTo>
                  <a:pt x="5431122" y="5606256"/>
                </a:lnTo>
                <a:lnTo>
                  <a:pt x="6269568" y="5441156"/>
                </a:lnTo>
                <a:lnTo>
                  <a:pt x="5966362" y="5149056"/>
                </a:lnTo>
                <a:close/>
              </a:path>
              <a:path w="13852525" h="11308715">
                <a:moveTo>
                  <a:pt x="10824828" y="5301456"/>
                </a:moveTo>
                <a:lnTo>
                  <a:pt x="7013912" y="5301456"/>
                </a:lnTo>
                <a:lnTo>
                  <a:pt x="7017210" y="5314156"/>
                </a:lnTo>
                <a:lnTo>
                  <a:pt x="7675389" y="5314156"/>
                </a:lnTo>
                <a:lnTo>
                  <a:pt x="7851561" y="5428456"/>
                </a:lnTo>
                <a:lnTo>
                  <a:pt x="7807228" y="5593556"/>
                </a:lnTo>
                <a:lnTo>
                  <a:pt x="10831212" y="5593556"/>
                </a:lnTo>
                <a:lnTo>
                  <a:pt x="10824828" y="5301456"/>
                </a:lnTo>
                <a:close/>
              </a:path>
              <a:path w="13852525" h="11308715">
                <a:moveTo>
                  <a:pt x="4160606" y="5060156"/>
                </a:moveTo>
                <a:lnTo>
                  <a:pt x="3208425" y="5428456"/>
                </a:lnTo>
                <a:lnTo>
                  <a:pt x="3453025" y="5568156"/>
                </a:lnTo>
                <a:lnTo>
                  <a:pt x="4405227" y="5187156"/>
                </a:lnTo>
                <a:lnTo>
                  <a:pt x="4160606" y="5060156"/>
                </a:lnTo>
                <a:close/>
              </a:path>
              <a:path w="13852525" h="11308715">
                <a:moveTo>
                  <a:pt x="12906926" y="3688556"/>
                </a:moveTo>
                <a:lnTo>
                  <a:pt x="12296149" y="4056856"/>
                </a:lnTo>
                <a:lnTo>
                  <a:pt x="12157399" y="5479256"/>
                </a:lnTo>
                <a:lnTo>
                  <a:pt x="12768176" y="5098256"/>
                </a:lnTo>
                <a:lnTo>
                  <a:pt x="12906926" y="3688556"/>
                </a:lnTo>
                <a:close/>
              </a:path>
              <a:path w="13852525" h="11308715">
                <a:moveTo>
                  <a:pt x="6925066" y="4971256"/>
                </a:moveTo>
                <a:lnTo>
                  <a:pt x="7017210" y="5314156"/>
                </a:lnTo>
                <a:lnTo>
                  <a:pt x="7013912" y="5301456"/>
                </a:lnTo>
                <a:lnTo>
                  <a:pt x="10824828" y="5301456"/>
                </a:lnTo>
                <a:lnTo>
                  <a:pt x="10823717" y="5250656"/>
                </a:lnTo>
                <a:lnTo>
                  <a:pt x="10448079" y="5250656"/>
                </a:lnTo>
                <a:lnTo>
                  <a:pt x="10425930" y="5174456"/>
                </a:lnTo>
                <a:lnTo>
                  <a:pt x="7634846" y="5174456"/>
                </a:lnTo>
                <a:lnTo>
                  <a:pt x="6925066" y="4971256"/>
                </a:lnTo>
                <a:close/>
              </a:path>
              <a:path w="13852525" h="11308715">
                <a:moveTo>
                  <a:pt x="11205803" y="4082256"/>
                </a:moveTo>
                <a:lnTo>
                  <a:pt x="10455922" y="4082256"/>
                </a:lnTo>
                <a:lnTo>
                  <a:pt x="10682669" y="5098256"/>
                </a:lnTo>
                <a:lnTo>
                  <a:pt x="10448079" y="5250656"/>
                </a:lnTo>
                <a:lnTo>
                  <a:pt x="10823717" y="5250656"/>
                </a:lnTo>
                <a:lnTo>
                  <a:pt x="10822885" y="5212556"/>
                </a:lnTo>
                <a:lnTo>
                  <a:pt x="11137440" y="4882356"/>
                </a:lnTo>
                <a:lnTo>
                  <a:pt x="11840169" y="4882356"/>
                </a:lnTo>
                <a:lnTo>
                  <a:pt x="11848798" y="4679156"/>
                </a:lnTo>
                <a:lnTo>
                  <a:pt x="11327529" y="4679156"/>
                </a:lnTo>
                <a:lnTo>
                  <a:pt x="11335665" y="4666456"/>
                </a:lnTo>
                <a:lnTo>
                  <a:pt x="11205803" y="4082256"/>
                </a:lnTo>
                <a:close/>
              </a:path>
              <a:path w="13852525" h="11308715">
                <a:moveTo>
                  <a:pt x="3575367" y="4729956"/>
                </a:moveTo>
                <a:lnTo>
                  <a:pt x="2545503" y="5085556"/>
                </a:lnTo>
                <a:lnTo>
                  <a:pt x="2721508" y="5174456"/>
                </a:lnTo>
                <a:lnTo>
                  <a:pt x="3751372" y="4818856"/>
                </a:lnTo>
                <a:lnTo>
                  <a:pt x="3575367" y="4729956"/>
                </a:lnTo>
                <a:close/>
              </a:path>
              <a:path w="13852525" h="11308715">
                <a:moveTo>
                  <a:pt x="7635599" y="4831556"/>
                </a:moveTo>
                <a:lnTo>
                  <a:pt x="7636510" y="5174456"/>
                </a:lnTo>
                <a:lnTo>
                  <a:pt x="10425930" y="5174456"/>
                </a:lnTo>
                <a:lnTo>
                  <a:pt x="10381632" y="5022056"/>
                </a:lnTo>
                <a:lnTo>
                  <a:pt x="7958396" y="5022056"/>
                </a:lnTo>
                <a:lnTo>
                  <a:pt x="7635599" y="4831556"/>
                </a:lnTo>
                <a:close/>
              </a:path>
              <a:path w="13852525" h="11308715">
                <a:moveTo>
                  <a:pt x="5880899" y="4704556"/>
                </a:moveTo>
                <a:lnTo>
                  <a:pt x="6089699" y="5047456"/>
                </a:lnTo>
                <a:lnTo>
                  <a:pt x="6911307" y="5098256"/>
                </a:lnTo>
                <a:lnTo>
                  <a:pt x="6702487" y="4742656"/>
                </a:lnTo>
                <a:lnTo>
                  <a:pt x="5880899" y="4704556"/>
                </a:lnTo>
                <a:close/>
              </a:path>
              <a:path w="13852525" h="11308715">
                <a:moveTo>
                  <a:pt x="5506209" y="4679156"/>
                </a:moveTo>
                <a:lnTo>
                  <a:pt x="4598540" y="4818856"/>
                </a:lnTo>
                <a:lnTo>
                  <a:pt x="4847496" y="5060156"/>
                </a:lnTo>
                <a:lnTo>
                  <a:pt x="5755175" y="4920456"/>
                </a:lnTo>
                <a:lnTo>
                  <a:pt x="5506209" y="4679156"/>
                </a:lnTo>
                <a:close/>
              </a:path>
              <a:path w="13852525" h="11308715">
                <a:moveTo>
                  <a:pt x="7623663" y="4145756"/>
                </a:moveTo>
                <a:lnTo>
                  <a:pt x="7625328" y="4539456"/>
                </a:lnTo>
                <a:lnTo>
                  <a:pt x="8015075" y="4806156"/>
                </a:lnTo>
                <a:lnTo>
                  <a:pt x="7958396" y="5022056"/>
                </a:lnTo>
                <a:lnTo>
                  <a:pt x="10381632" y="5022056"/>
                </a:lnTo>
                <a:lnTo>
                  <a:pt x="10267195" y="4628356"/>
                </a:lnTo>
                <a:lnTo>
                  <a:pt x="9859992" y="4628356"/>
                </a:lnTo>
                <a:lnTo>
                  <a:pt x="9760072" y="4463256"/>
                </a:lnTo>
                <a:lnTo>
                  <a:pt x="8084937" y="4463256"/>
                </a:lnTo>
                <a:lnTo>
                  <a:pt x="7623663" y="4145756"/>
                </a:lnTo>
                <a:close/>
              </a:path>
              <a:path w="13852525" h="11308715">
                <a:moveTo>
                  <a:pt x="6733763" y="4310856"/>
                </a:moveTo>
                <a:lnTo>
                  <a:pt x="6839582" y="4691856"/>
                </a:lnTo>
                <a:lnTo>
                  <a:pt x="7590302" y="4945856"/>
                </a:lnTo>
                <a:lnTo>
                  <a:pt x="7484484" y="4564856"/>
                </a:lnTo>
                <a:lnTo>
                  <a:pt x="6733763" y="4310856"/>
                </a:lnTo>
                <a:close/>
              </a:path>
              <a:path w="13852525" h="11308715">
                <a:moveTo>
                  <a:pt x="13851902" y="3078956"/>
                </a:moveTo>
                <a:lnTo>
                  <a:pt x="13451318" y="3332956"/>
                </a:lnTo>
                <a:lnTo>
                  <a:pt x="13229900" y="4844256"/>
                </a:lnTo>
                <a:lnTo>
                  <a:pt x="13729634" y="4526756"/>
                </a:lnTo>
                <a:lnTo>
                  <a:pt x="13851902" y="3688556"/>
                </a:lnTo>
                <a:lnTo>
                  <a:pt x="13851902" y="3078956"/>
                </a:lnTo>
                <a:close/>
              </a:path>
              <a:path w="13852525" h="11308715">
                <a:moveTo>
                  <a:pt x="2990128" y="4387056"/>
                </a:moveTo>
                <a:lnTo>
                  <a:pt x="1882560" y="4742656"/>
                </a:lnTo>
                <a:lnTo>
                  <a:pt x="1989928" y="4793456"/>
                </a:lnTo>
                <a:lnTo>
                  <a:pt x="3097518" y="4437856"/>
                </a:lnTo>
                <a:lnTo>
                  <a:pt x="2990128" y="4387056"/>
                </a:lnTo>
                <a:close/>
              </a:path>
              <a:path w="13852525" h="11308715">
                <a:moveTo>
                  <a:pt x="11862822" y="4348956"/>
                </a:moveTo>
                <a:lnTo>
                  <a:pt x="11327529" y="4679156"/>
                </a:lnTo>
                <a:lnTo>
                  <a:pt x="11848798" y="4679156"/>
                </a:lnTo>
                <a:lnTo>
                  <a:pt x="11862822" y="4348956"/>
                </a:lnTo>
                <a:close/>
              </a:path>
              <a:path w="13852525" h="11308715">
                <a:moveTo>
                  <a:pt x="10419085" y="3472656"/>
                </a:moveTo>
                <a:lnTo>
                  <a:pt x="9559876" y="3472656"/>
                </a:lnTo>
                <a:lnTo>
                  <a:pt x="10057473" y="4412456"/>
                </a:lnTo>
                <a:lnTo>
                  <a:pt x="9859992" y="4628356"/>
                </a:lnTo>
                <a:lnTo>
                  <a:pt x="10267195" y="4628356"/>
                </a:lnTo>
                <a:lnTo>
                  <a:pt x="10226589" y="4488656"/>
                </a:lnTo>
                <a:lnTo>
                  <a:pt x="10455922" y="4082256"/>
                </a:lnTo>
                <a:lnTo>
                  <a:pt x="11205803" y="4082256"/>
                </a:lnTo>
                <a:lnTo>
                  <a:pt x="11149342" y="3828256"/>
                </a:lnTo>
                <a:lnTo>
                  <a:pt x="10594494" y="3828256"/>
                </a:lnTo>
                <a:lnTo>
                  <a:pt x="10600441" y="3815556"/>
                </a:lnTo>
                <a:lnTo>
                  <a:pt x="10419085" y="3472656"/>
                </a:lnTo>
                <a:close/>
              </a:path>
              <a:path w="13852525" h="11308715">
                <a:moveTo>
                  <a:pt x="5046076" y="4209256"/>
                </a:moveTo>
                <a:lnTo>
                  <a:pt x="4069174" y="4323556"/>
                </a:lnTo>
                <a:lnTo>
                  <a:pt x="4263849" y="4501356"/>
                </a:lnTo>
                <a:lnTo>
                  <a:pt x="5240793" y="4399756"/>
                </a:lnTo>
                <a:lnTo>
                  <a:pt x="5046076" y="4209256"/>
                </a:lnTo>
                <a:close/>
              </a:path>
              <a:path w="13852525" h="11308715">
                <a:moveTo>
                  <a:pt x="5512868" y="4094956"/>
                </a:moveTo>
                <a:lnTo>
                  <a:pt x="5684591" y="4387056"/>
                </a:lnTo>
                <a:lnTo>
                  <a:pt x="6562805" y="4475956"/>
                </a:lnTo>
                <a:lnTo>
                  <a:pt x="6391082" y="4196556"/>
                </a:lnTo>
                <a:lnTo>
                  <a:pt x="5512868" y="4094956"/>
                </a:lnTo>
                <a:close/>
              </a:path>
              <a:path w="13852525" h="11308715">
                <a:moveTo>
                  <a:pt x="7611736" y="3472656"/>
                </a:moveTo>
                <a:lnTo>
                  <a:pt x="7613820" y="3790156"/>
                </a:lnTo>
                <a:lnTo>
                  <a:pt x="8154243" y="4209256"/>
                </a:lnTo>
                <a:lnTo>
                  <a:pt x="8084937" y="4463256"/>
                </a:lnTo>
                <a:lnTo>
                  <a:pt x="9760072" y="4463256"/>
                </a:lnTo>
                <a:lnTo>
                  <a:pt x="9583289" y="4171156"/>
                </a:lnTo>
                <a:lnTo>
                  <a:pt x="9105377" y="4171156"/>
                </a:lnTo>
                <a:lnTo>
                  <a:pt x="8844315" y="3929856"/>
                </a:lnTo>
                <a:lnTo>
                  <a:pt x="8225341" y="3929856"/>
                </a:lnTo>
                <a:lnTo>
                  <a:pt x="7611736" y="3472656"/>
                </a:lnTo>
                <a:close/>
              </a:path>
              <a:path w="13852525" h="11308715">
                <a:moveTo>
                  <a:pt x="2404879" y="4056856"/>
                </a:moveTo>
                <a:lnTo>
                  <a:pt x="1219606" y="4387056"/>
                </a:lnTo>
                <a:lnTo>
                  <a:pt x="1258380" y="4412456"/>
                </a:lnTo>
                <a:lnTo>
                  <a:pt x="2443632" y="4069556"/>
                </a:lnTo>
                <a:lnTo>
                  <a:pt x="2404879" y="4056856"/>
                </a:lnTo>
                <a:close/>
              </a:path>
              <a:path w="13852525" h="11308715">
                <a:moveTo>
                  <a:pt x="11917783" y="2418556"/>
                </a:moveTo>
                <a:lnTo>
                  <a:pt x="11404218" y="2964656"/>
                </a:lnTo>
                <a:lnTo>
                  <a:pt x="11638347" y="4387056"/>
                </a:lnTo>
                <a:lnTo>
                  <a:pt x="12151912" y="3853656"/>
                </a:lnTo>
                <a:lnTo>
                  <a:pt x="11917783" y="2418556"/>
                </a:lnTo>
                <a:close/>
              </a:path>
              <a:path w="13852525" h="11308715">
                <a:moveTo>
                  <a:pt x="6542429" y="3637756"/>
                </a:moveTo>
                <a:lnTo>
                  <a:pt x="6629840" y="3955256"/>
                </a:lnTo>
                <a:lnTo>
                  <a:pt x="7421512" y="4272756"/>
                </a:lnTo>
                <a:lnTo>
                  <a:pt x="7334111" y="3955256"/>
                </a:lnTo>
                <a:lnTo>
                  <a:pt x="6542429" y="3637756"/>
                </a:lnTo>
                <a:close/>
              </a:path>
              <a:path w="13852525" h="11308715">
                <a:moveTo>
                  <a:pt x="8675913" y="2151856"/>
                </a:moveTo>
                <a:lnTo>
                  <a:pt x="8439135" y="3053556"/>
                </a:lnTo>
                <a:lnTo>
                  <a:pt x="9249467" y="3917156"/>
                </a:lnTo>
                <a:lnTo>
                  <a:pt x="9105377" y="4171156"/>
                </a:lnTo>
                <a:lnTo>
                  <a:pt x="9583289" y="4171156"/>
                </a:lnTo>
                <a:lnTo>
                  <a:pt x="9437251" y="3929856"/>
                </a:lnTo>
                <a:lnTo>
                  <a:pt x="9559876" y="3472656"/>
                </a:lnTo>
                <a:lnTo>
                  <a:pt x="10419085" y="3472656"/>
                </a:lnTo>
                <a:lnTo>
                  <a:pt x="10271313" y="3193256"/>
                </a:lnTo>
                <a:lnTo>
                  <a:pt x="9633989" y="3193256"/>
                </a:lnTo>
                <a:lnTo>
                  <a:pt x="9637151" y="3180556"/>
                </a:lnTo>
                <a:lnTo>
                  <a:pt x="8675913" y="2151856"/>
                </a:lnTo>
                <a:close/>
              </a:path>
              <a:path w="13852525" h="11308715">
                <a:moveTo>
                  <a:pt x="4585933" y="3739356"/>
                </a:moveTo>
                <a:lnTo>
                  <a:pt x="3539797" y="3828256"/>
                </a:lnTo>
                <a:lnTo>
                  <a:pt x="3680254" y="3955256"/>
                </a:lnTo>
                <a:lnTo>
                  <a:pt x="4726390" y="3879056"/>
                </a:lnTo>
                <a:lnTo>
                  <a:pt x="4585933" y="3739356"/>
                </a:lnTo>
                <a:close/>
              </a:path>
              <a:path w="13852525" h="11308715">
                <a:moveTo>
                  <a:pt x="8349672" y="3472656"/>
                </a:moveTo>
                <a:lnTo>
                  <a:pt x="8225341" y="3929856"/>
                </a:lnTo>
                <a:lnTo>
                  <a:pt x="8844315" y="3929856"/>
                </a:lnTo>
                <a:lnTo>
                  <a:pt x="8349672" y="3472656"/>
                </a:lnTo>
                <a:close/>
              </a:path>
              <a:path w="13852525" h="11308715">
                <a:moveTo>
                  <a:pt x="5144827" y="3485356"/>
                </a:moveTo>
                <a:lnTo>
                  <a:pt x="5279462" y="3713956"/>
                </a:lnTo>
                <a:lnTo>
                  <a:pt x="6214302" y="3853656"/>
                </a:lnTo>
                <a:lnTo>
                  <a:pt x="6079668" y="3637756"/>
                </a:lnTo>
                <a:lnTo>
                  <a:pt x="5144827" y="3485356"/>
                </a:lnTo>
                <a:close/>
              </a:path>
              <a:path w="13852525" h="11308715">
                <a:moveTo>
                  <a:pt x="11044888" y="3358356"/>
                </a:moveTo>
                <a:lnTo>
                  <a:pt x="10594494" y="3828256"/>
                </a:lnTo>
                <a:lnTo>
                  <a:pt x="11149342" y="3828256"/>
                </a:lnTo>
                <a:lnTo>
                  <a:pt x="11044888" y="3358356"/>
                </a:lnTo>
                <a:close/>
              </a:path>
              <a:path w="13852525" h="11308715">
                <a:moveTo>
                  <a:pt x="7599810" y="2786856"/>
                </a:moveTo>
                <a:lnTo>
                  <a:pt x="7602313" y="3040856"/>
                </a:lnTo>
                <a:lnTo>
                  <a:pt x="8282857" y="3612356"/>
                </a:lnTo>
                <a:lnTo>
                  <a:pt x="8280355" y="3358356"/>
                </a:lnTo>
                <a:lnTo>
                  <a:pt x="7599810" y="2786856"/>
                </a:lnTo>
                <a:close/>
              </a:path>
              <a:path w="13852525" h="11308715">
                <a:moveTo>
                  <a:pt x="6351115" y="2977356"/>
                </a:moveTo>
                <a:lnTo>
                  <a:pt x="6420118" y="3218656"/>
                </a:lnTo>
                <a:lnTo>
                  <a:pt x="7252732" y="3599656"/>
                </a:lnTo>
                <a:lnTo>
                  <a:pt x="7183739" y="3345656"/>
                </a:lnTo>
                <a:lnTo>
                  <a:pt x="6351115" y="2977356"/>
                </a:lnTo>
                <a:close/>
              </a:path>
              <a:path w="13852525" h="11308715">
                <a:moveTo>
                  <a:pt x="12790678" y="1491456"/>
                </a:moveTo>
                <a:lnTo>
                  <a:pt x="12370890" y="1923256"/>
                </a:lnTo>
                <a:lnTo>
                  <a:pt x="12548382" y="3472656"/>
                </a:lnTo>
                <a:lnTo>
                  <a:pt x="12968181" y="3040856"/>
                </a:lnTo>
                <a:lnTo>
                  <a:pt x="12790678" y="1491456"/>
                </a:lnTo>
                <a:close/>
              </a:path>
              <a:path w="13852525" h="11308715">
                <a:moveTo>
                  <a:pt x="10591646" y="1453356"/>
                </a:moveTo>
                <a:lnTo>
                  <a:pt x="10217657" y="2113756"/>
                </a:lnTo>
                <a:lnTo>
                  <a:pt x="10830727" y="3459956"/>
                </a:lnTo>
                <a:lnTo>
                  <a:pt x="11204716" y="2799556"/>
                </a:lnTo>
                <a:lnTo>
                  <a:pt x="10591646" y="1453356"/>
                </a:lnTo>
                <a:close/>
              </a:path>
              <a:path w="13852525" h="11308715">
                <a:moveTo>
                  <a:pt x="4125801" y="3282156"/>
                </a:moveTo>
                <a:lnTo>
                  <a:pt x="3010421" y="3332956"/>
                </a:lnTo>
                <a:lnTo>
                  <a:pt x="3096628" y="3409156"/>
                </a:lnTo>
                <a:lnTo>
                  <a:pt x="4212018" y="3358356"/>
                </a:lnTo>
                <a:lnTo>
                  <a:pt x="4125801" y="3282156"/>
                </a:lnTo>
                <a:close/>
              </a:path>
              <a:path w="13852525" h="11308715">
                <a:moveTo>
                  <a:pt x="4776796" y="2888456"/>
                </a:moveTo>
                <a:lnTo>
                  <a:pt x="4874343" y="3040856"/>
                </a:lnTo>
                <a:lnTo>
                  <a:pt x="5865810" y="3231356"/>
                </a:lnTo>
                <a:lnTo>
                  <a:pt x="5768264" y="3078956"/>
                </a:lnTo>
                <a:lnTo>
                  <a:pt x="4776796" y="2888456"/>
                </a:lnTo>
                <a:close/>
              </a:path>
              <a:path w="13852525" h="11308715">
                <a:moveTo>
                  <a:pt x="9962335" y="2609056"/>
                </a:moveTo>
                <a:lnTo>
                  <a:pt x="9633989" y="3193256"/>
                </a:lnTo>
                <a:lnTo>
                  <a:pt x="10271313" y="3193256"/>
                </a:lnTo>
                <a:lnTo>
                  <a:pt x="9962335" y="2609056"/>
                </a:lnTo>
                <a:close/>
              </a:path>
              <a:path w="13852525" h="11308715">
                <a:moveTo>
                  <a:pt x="7587884" y="2113756"/>
                </a:moveTo>
                <a:lnTo>
                  <a:pt x="7590805" y="2291556"/>
                </a:lnTo>
                <a:lnTo>
                  <a:pt x="8294784" y="2926556"/>
                </a:lnTo>
                <a:lnTo>
                  <a:pt x="8291862" y="2736056"/>
                </a:lnTo>
                <a:lnTo>
                  <a:pt x="7587884" y="2113756"/>
                </a:lnTo>
                <a:close/>
              </a:path>
              <a:path w="13852525" h="11308715">
                <a:moveTo>
                  <a:pt x="6159801" y="2304256"/>
                </a:moveTo>
                <a:lnTo>
                  <a:pt x="6210376" y="2482056"/>
                </a:lnTo>
                <a:lnTo>
                  <a:pt x="7083951" y="2913856"/>
                </a:lnTo>
                <a:lnTo>
                  <a:pt x="7033366" y="2736056"/>
                </a:lnTo>
                <a:lnTo>
                  <a:pt x="6159801" y="2304256"/>
                </a:lnTo>
                <a:close/>
              </a:path>
              <a:path w="13852525" h="11308715">
                <a:moveTo>
                  <a:pt x="3665658" y="2812256"/>
                </a:moveTo>
                <a:lnTo>
                  <a:pt x="2481055" y="2837656"/>
                </a:lnTo>
                <a:lnTo>
                  <a:pt x="2512981" y="2863056"/>
                </a:lnTo>
                <a:lnTo>
                  <a:pt x="3697615" y="2837656"/>
                </a:lnTo>
                <a:lnTo>
                  <a:pt x="3665658" y="2812256"/>
                </a:lnTo>
                <a:close/>
              </a:path>
              <a:path w="13852525" h="11308715">
                <a:moveTo>
                  <a:pt x="9002134" y="843756"/>
                </a:moveTo>
                <a:lnTo>
                  <a:pt x="8802779" y="1605756"/>
                </a:lnTo>
                <a:lnTo>
                  <a:pt x="9774309" y="2761456"/>
                </a:lnTo>
                <a:lnTo>
                  <a:pt x="9973675" y="2012156"/>
                </a:lnTo>
                <a:lnTo>
                  <a:pt x="9002134" y="843756"/>
                </a:lnTo>
                <a:close/>
              </a:path>
              <a:path w="13852525" h="11308715">
                <a:moveTo>
                  <a:pt x="4408755" y="2278856"/>
                </a:moveTo>
                <a:lnTo>
                  <a:pt x="4469235" y="2380456"/>
                </a:lnTo>
                <a:lnTo>
                  <a:pt x="5517318" y="2609056"/>
                </a:lnTo>
                <a:lnTo>
                  <a:pt x="5456849" y="2520156"/>
                </a:lnTo>
                <a:lnTo>
                  <a:pt x="4408755" y="2278856"/>
                </a:lnTo>
                <a:close/>
              </a:path>
              <a:path w="13852525" h="11308715">
                <a:moveTo>
                  <a:pt x="11220946" y="284956"/>
                </a:moveTo>
                <a:lnTo>
                  <a:pt x="10915740" y="843756"/>
                </a:lnTo>
                <a:lnTo>
                  <a:pt x="11503785" y="2316956"/>
                </a:lnTo>
                <a:lnTo>
                  <a:pt x="11808991" y="1770856"/>
                </a:lnTo>
                <a:lnTo>
                  <a:pt x="11220946" y="284956"/>
                </a:lnTo>
                <a:close/>
              </a:path>
              <a:path w="13852525" h="11308715">
                <a:moveTo>
                  <a:pt x="5968477" y="1643856"/>
                </a:moveTo>
                <a:lnTo>
                  <a:pt x="6000644" y="1745456"/>
                </a:lnTo>
                <a:lnTo>
                  <a:pt x="6915171" y="2240756"/>
                </a:lnTo>
                <a:lnTo>
                  <a:pt x="6883015" y="2126456"/>
                </a:lnTo>
                <a:lnTo>
                  <a:pt x="5968477" y="1643856"/>
                </a:lnTo>
                <a:close/>
              </a:path>
              <a:path w="13852525" h="11308715">
                <a:moveTo>
                  <a:pt x="7575968" y="1427956"/>
                </a:moveTo>
                <a:lnTo>
                  <a:pt x="7579298" y="1542256"/>
                </a:lnTo>
                <a:lnTo>
                  <a:pt x="8306699" y="2240756"/>
                </a:lnTo>
                <a:lnTo>
                  <a:pt x="8303370" y="2126456"/>
                </a:lnTo>
                <a:lnTo>
                  <a:pt x="7575968" y="1427956"/>
                </a:lnTo>
                <a:close/>
              </a:path>
              <a:path w="13852525" h="11308715">
                <a:moveTo>
                  <a:pt x="4040735" y="1669256"/>
                </a:moveTo>
                <a:lnTo>
                  <a:pt x="4064096" y="1707356"/>
                </a:lnTo>
                <a:lnTo>
                  <a:pt x="5168826" y="1986756"/>
                </a:lnTo>
                <a:lnTo>
                  <a:pt x="5145445" y="1961356"/>
                </a:lnTo>
                <a:lnTo>
                  <a:pt x="4040735" y="1669256"/>
                </a:lnTo>
                <a:close/>
              </a:path>
              <a:path w="13852525" h="11308715">
                <a:moveTo>
                  <a:pt x="5777164" y="970756"/>
                </a:moveTo>
                <a:lnTo>
                  <a:pt x="5790923" y="1008856"/>
                </a:lnTo>
                <a:lnTo>
                  <a:pt x="6746391" y="1554956"/>
                </a:lnTo>
                <a:lnTo>
                  <a:pt x="6732643" y="1529556"/>
                </a:lnTo>
                <a:lnTo>
                  <a:pt x="5777164" y="970756"/>
                </a:lnTo>
                <a:close/>
              </a:path>
              <a:path w="13852525" h="11308715">
                <a:moveTo>
                  <a:pt x="7564041" y="754856"/>
                </a:moveTo>
                <a:lnTo>
                  <a:pt x="7567790" y="792956"/>
                </a:lnTo>
                <a:lnTo>
                  <a:pt x="8318636" y="1554956"/>
                </a:lnTo>
                <a:lnTo>
                  <a:pt x="8314888" y="1516856"/>
                </a:lnTo>
                <a:lnTo>
                  <a:pt x="7564041" y="754856"/>
                </a:lnTo>
                <a:close/>
              </a:path>
              <a:path w="13852525" h="11308715">
                <a:moveTo>
                  <a:pt x="9684684" y="5556"/>
                </a:moveTo>
                <a:lnTo>
                  <a:pt x="9205378" y="5556"/>
                </a:lnTo>
                <a:lnTo>
                  <a:pt x="9166401" y="157956"/>
                </a:lnTo>
                <a:lnTo>
                  <a:pt x="10148214" y="1453356"/>
                </a:lnTo>
                <a:lnTo>
                  <a:pt x="10310167" y="831056"/>
                </a:lnTo>
                <a:lnTo>
                  <a:pt x="9684684" y="5556"/>
                </a:lnTo>
                <a:close/>
              </a:path>
              <a:path w="13852525" h="11308715">
                <a:moveTo>
                  <a:pt x="12155392" y="5556"/>
                </a:moveTo>
                <a:lnTo>
                  <a:pt x="11769899" y="5556"/>
                </a:lnTo>
                <a:lnTo>
                  <a:pt x="12176843" y="1173956"/>
                </a:lnTo>
                <a:lnTo>
                  <a:pt x="12413266" y="742156"/>
                </a:lnTo>
                <a:lnTo>
                  <a:pt x="12155392" y="5556"/>
                </a:lnTo>
                <a:close/>
              </a:path>
              <a:path w="13852525" h="11308715">
                <a:moveTo>
                  <a:pt x="10558529" y="5556"/>
                </a:moveTo>
                <a:lnTo>
                  <a:pt x="10424416" y="5556"/>
                </a:lnTo>
                <a:lnTo>
                  <a:pt x="10522108" y="145256"/>
                </a:lnTo>
                <a:lnTo>
                  <a:pt x="10558529" y="5556"/>
                </a:lnTo>
                <a:close/>
              </a:path>
            </a:pathLst>
          </a:custGeom>
          <a:solidFill>
            <a:srgbClr val="1A0F5C">
              <a:alpha val="5000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FDD0999-C447-FB95-885F-11AEB8E0577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3908" y="1714110"/>
            <a:ext cx="1840546" cy="61047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FE6FD64-F8E1-D623-7953-867CAE5E180C}"/>
              </a:ext>
            </a:extLst>
          </p:cNvPr>
          <p:cNvSpPr txBox="1"/>
          <p:nvPr userDrawn="1"/>
        </p:nvSpPr>
        <p:spPr>
          <a:xfrm>
            <a:off x="383907" y="6267664"/>
            <a:ext cx="20054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jmangroup.com</a:t>
            </a:r>
            <a:endParaRPr lang="en-GB" sz="800" spc="55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" name="Picture 11" descr="Text&#10;&#10;Description automatically generated">
            <a:extLst>
              <a:ext uri="{FF2B5EF4-FFF2-40B4-BE49-F238E27FC236}">
                <a16:creationId xmlns:a16="http://schemas.microsoft.com/office/drawing/2014/main" id="{052BB045-3673-73C6-366C-5299FAB80CB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411629" y="5850238"/>
            <a:ext cx="2396464" cy="632869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BBF6E76C-F61B-415B-9246-4E4CDB1DBF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3908" y="4082988"/>
            <a:ext cx="3519877" cy="3385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bg1"/>
                </a:solidFill>
              </a:defRPr>
            </a:lvl1pPr>
          </a:lstStyle>
          <a:p>
            <a:fld id="{CD697769-E9B7-498D-B434-AAE3DCFA7E60}" type="datetime3">
              <a:rPr lang="en-US" smtClean="0"/>
              <a:t>13 May 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43033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3">
    <p:bg>
      <p:bgPr>
        <a:gradFill>
          <a:gsLst>
            <a:gs pos="0">
              <a:schemeClr val="bg2"/>
            </a:gs>
            <a:gs pos="100000">
              <a:schemeClr val="accent1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14E23-4D5A-C225-A302-6C9C57B22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643127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bg object 17">
            <a:extLst>
              <a:ext uri="{FF2B5EF4-FFF2-40B4-BE49-F238E27FC236}">
                <a16:creationId xmlns:a16="http://schemas.microsoft.com/office/drawing/2014/main" id="{5AE8EB3F-06DA-9660-72EB-9FC6330A4F34}"/>
              </a:ext>
            </a:extLst>
          </p:cNvPr>
          <p:cNvSpPr/>
          <p:nvPr userDrawn="1"/>
        </p:nvSpPr>
        <p:spPr>
          <a:xfrm>
            <a:off x="3791345" y="1"/>
            <a:ext cx="8400655" cy="6858000"/>
          </a:xfrm>
          <a:custGeom>
            <a:avLst/>
            <a:gdLst/>
            <a:ahLst/>
            <a:cxnLst/>
            <a:rect l="l" t="t" r="r" b="b"/>
            <a:pathLst>
              <a:path w="13852525" h="11308715">
                <a:moveTo>
                  <a:pt x="13663594" y="541274"/>
                </a:moveTo>
                <a:lnTo>
                  <a:pt x="13337552" y="886374"/>
                </a:lnTo>
                <a:lnTo>
                  <a:pt x="13458406" y="2559160"/>
                </a:lnTo>
                <a:lnTo>
                  <a:pt x="13784438" y="2214071"/>
                </a:lnTo>
                <a:lnTo>
                  <a:pt x="13663594" y="541274"/>
                </a:lnTo>
                <a:close/>
              </a:path>
              <a:path w="13852525" h="11308715">
                <a:moveTo>
                  <a:pt x="12862427" y="0"/>
                </a:moveTo>
                <a:lnTo>
                  <a:pt x="12842864" y="0"/>
                </a:lnTo>
                <a:lnTo>
                  <a:pt x="12849922" y="22955"/>
                </a:lnTo>
                <a:lnTo>
                  <a:pt x="12862427" y="0"/>
                </a:lnTo>
                <a:close/>
              </a:path>
              <a:path w="13852525" h="11308715">
                <a:moveTo>
                  <a:pt x="1356744" y="11181556"/>
                </a:moveTo>
                <a:lnTo>
                  <a:pt x="1317802" y="11206956"/>
                </a:lnTo>
                <a:lnTo>
                  <a:pt x="1288384" y="11308556"/>
                </a:lnTo>
                <a:lnTo>
                  <a:pt x="1318869" y="11308556"/>
                </a:lnTo>
                <a:lnTo>
                  <a:pt x="1356744" y="11181556"/>
                </a:lnTo>
                <a:close/>
              </a:path>
              <a:path w="13852525" h="11308715">
                <a:moveTo>
                  <a:pt x="2108543" y="10737056"/>
                </a:moveTo>
                <a:lnTo>
                  <a:pt x="1991771" y="10813256"/>
                </a:lnTo>
                <a:lnTo>
                  <a:pt x="1863059" y="11308556"/>
                </a:lnTo>
                <a:lnTo>
                  <a:pt x="1960085" y="11308556"/>
                </a:lnTo>
                <a:lnTo>
                  <a:pt x="2108543" y="10737056"/>
                </a:lnTo>
                <a:close/>
              </a:path>
              <a:path w="13852525" h="11308715">
                <a:moveTo>
                  <a:pt x="2860321" y="10292556"/>
                </a:moveTo>
                <a:lnTo>
                  <a:pt x="2665698" y="10419556"/>
                </a:lnTo>
                <a:lnTo>
                  <a:pt x="2464479" y="11308556"/>
                </a:lnTo>
                <a:lnTo>
                  <a:pt x="2631287" y="11308556"/>
                </a:lnTo>
                <a:lnTo>
                  <a:pt x="2860321" y="10292556"/>
                </a:lnTo>
                <a:close/>
              </a:path>
              <a:path w="13852525" h="11308715">
                <a:moveTo>
                  <a:pt x="4206856" y="10991056"/>
                </a:moveTo>
                <a:lnTo>
                  <a:pt x="3978528" y="11232356"/>
                </a:lnTo>
                <a:lnTo>
                  <a:pt x="3984302" y="11308556"/>
                </a:lnTo>
                <a:lnTo>
                  <a:pt x="4230674" y="11308556"/>
                </a:lnTo>
                <a:lnTo>
                  <a:pt x="4206856" y="10991056"/>
                </a:lnTo>
                <a:close/>
              </a:path>
              <a:path w="13852525" h="11308715">
                <a:moveTo>
                  <a:pt x="4844187" y="10356056"/>
                </a:moveTo>
                <a:lnTo>
                  <a:pt x="4550207" y="10660856"/>
                </a:lnTo>
                <a:lnTo>
                  <a:pt x="4626194" y="11308556"/>
                </a:lnTo>
                <a:lnTo>
                  <a:pt x="4956321" y="11308556"/>
                </a:lnTo>
                <a:lnTo>
                  <a:pt x="4844187" y="10356056"/>
                </a:lnTo>
                <a:close/>
              </a:path>
              <a:path w="13852525" h="11308715">
                <a:moveTo>
                  <a:pt x="5579023" y="11168856"/>
                </a:moveTo>
                <a:lnTo>
                  <a:pt x="5495758" y="11308556"/>
                </a:lnTo>
                <a:lnTo>
                  <a:pt x="5639011" y="11308556"/>
                </a:lnTo>
                <a:lnTo>
                  <a:pt x="5579023" y="11168856"/>
                </a:lnTo>
                <a:close/>
              </a:path>
              <a:path w="13852525" h="11308715">
                <a:moveTo>
                  <a:pt x="6049721" y="10356056"/>
                </a:moveTo>
                <a:lnTo>
                  <a:pt x="5788221" y="10825956"/>
                </a:lnTo>
                <a:lnTo>
                  <a:pt x="6010322" y="11308556"/>
                </a:lnTo>
                <a:lnTo>
                  <a:pt x="6481959" y="11308556"/>
                </a:lnTo>
                <a:lnTo>
                  <a:pt x="6049721" y="10356056"/>
                </a:lnTo>
                <a:close/>
              </a:path>
              <a:path w="13852525" h="11308715">
                <a:moveTo>
                  <a:pt x="6792159" y="10851356"/>
                </a:moveTo>
                <a:lnTo>
                  <a:pt x="6670546" y="11308556"/>
                </a:lnTo>
                <a:lnTo>
                  <a:pt x="7184035" y="11308556"/>
                </a:lnTo>
                <a:lnTo>
                  <a:pt x="6792159" y="10851356"/>
                </a:lnTo>
                <a:close/>
              </a:path>
              <a:path w="13852525" h="11308715">
                <a:moveTo>
                  <a:pt x="7666782" y="11130756"/>
                </a:moveTo>
                <a:lnTo>
                  <a:pt x="7667177" y="11308556"/>
                </a:lnTo>
                <a:lnTo>
                  <a:pt x="7938091" y="11308556"/>
                </a:lnTo>
                <a:lnTo>
                  <a:pt x="7666782" y="11130756"/>
                </a:lnTo>
                <a:close/>
              </a:path>
              <a:path w="13852525" h="11308715">
                <a:moveTo>
                  <a:pt x="9478281" y="10813256"/>
                </a:moveTo>
                <a:lnTo>
                  <a:pt x="7686195" y="10813256"/>
                </a:lnTo>
                <a:lnTo>
                  <a:pt x="8511158" y="11308556"/>
                </a:lnTo>
                <a:lnTo>
                  <a:pt x="8554593" y="11308556"/>
                </a:lnTo>
                <a:lnTo>
                  <a:pt x="8554315" y="10851356"/>
                </a:lnTo>
                <a:lnTo>
                  <a:pt x="9488564" y="10851356"/>
                </a:lnTo>
                <a:lnTo>
                  <a:pt x="9478281" y="10813256"/>
                </a:lnTo>
                <a:close/>
              </a:path>
              <a:path w="13852525" h="11308715">
                <a:moveTo>
                  <a:pt x="8619486" y="11168856"/>
                </a:moveTo>
                <a:lnTo>
                  <a:pt x="8658631" y="11308556"/>
                </a:lnTo>
                <a:lnTo>
                  <a:pt x="9042097" y="11308556"/>
                </a:lnTo>
                <a:lnTo>
                  <a:pt x="8619486" y="11168856"/>
                </a:lnTo>
                <a:close/>
              </a:path>
              <a:path w="13852525" h="11308715">
                <a:moveTo>
                  <a:pt x="9587425" y="10952956"/>
                </a:moveTo>
                <a:lnTo>
                  <a:pt x="9799117" y="11308556"/>
                </a:lnTo>
                <a:lnTo>
                  <a:pt x="10926641" y="11308556"/>
                </a:lnTo>
                <a:lnTo>
                  <a:pt x="10757923" y="11029156"/>
                </a:lnTo>
                <a:lnTo>
                  <a:pt x="9587425" y="10952956"/>
                </a:lnTo>
                <a:close/>
              </a:path>
              <a:path w="13852525" h="11308715">
                <a:moveTo>
                  <a:pt x="12527880" y="11029156"/>
                </a:moveTo>
                <a:lnTo>
                  <a:pt x="11234160" y="11219656"/>
                </a:lnTo>
                <a:lnTo>
                  <a:pt x="11329752" y="11308556"/>
                </a:lnTo>
                <a:lnTo>
                  <a:pt x="12829487" y="11308556"/>
                </a:lnTo>
                <a:lnTo>
                  <a:pt x="12527880" y="11029156"/>
                </a:lnTo>
                <a:close/>
              </a:path>
              <a:path w="13852525" h="11308715">
                <a:moveTo>
                  <a:pt x="7638137" y="10546556"/>
                </a:moveTo>
                <a:lnTo>
                  <a:pt x="6890020" y="10546556"/>
                </a:lnTo>
                <a:lnTo>
                  <a:pt x="6887821" y="10559256"/>
                </a:lnTo>
                <a:lnTo>
                  <a:pt x="7563947" y="11270456"/>
                </a:lnTo>
                <a:lnTo>
                  <a:pt x="7686195" y="10813256"/>
                </a:lnTo>
                <a:lnTo>
                  <a:pt x="9478281" y="10813256"/>
                </a:lnTo>
                <a:lnTo>
                  <a:pt x="9437147" y="10660856"/>
                </a:lnTo>
                <a:lnTo>
                  <a:pt x="10524376" y="10660856"/>
                </a:lnTo>
                <a:lnTo>
                  <a:pt x="10516980" y="10648156"/>
                </a:lnTo>
                <a:lnTo>
                  <a:pt x="8499343" y="10648156"/>
                </a:lnTo>
                <a:lnTo>
                  <a:pt x="8414694" y="10597356"/>
                </a:lnTo>
                <a:lnTo>
                  <a:pt x="7686069" y="10597356"/>
                </a:lnTo>
                <a:lnTo>
                  <a:pt x="7638137" y="10546556"/>
                </a:lnTo>
                <a:close/>
              </a:path>
              <a:path w="13852525" h="11308715">
                <a:moveTo>
                  <a:pt x="3612099" y="9848056"/>
                </a:moveTo>
                <a:lnTo>
                  <a:pt x="3339678" y="10013156"/>
                </a:lnTo>
                <a:lnTo>
                  <a:pt x="3128616" y="11143456"/>
                </a:lnTo>
                <a:lnTo>
                  <a:pt x="3401069" y="10978356"/>
                </a:lnTo>
                <a:lnTo>
                  <a:pt x="3612099" y="9848056"/>
                </a:lnTo>
                <a:close/>
              </a:path>
              <a:path w="13852525" h="11308715">
                <a:moveTo>
                  <a:pt x="9488564" y="10851356"/>
                </a:moveTo>
                <a:lnTo>
                  <a:pt x="8556681" y="10851356"/>
                </a:lnTo>
                <a:lnTo>
                  <a:pt x="9567405" y="11143456"/>
                </a:lnTo>
                <a:lnTo>
                  <a:pt x="9488564" y="10851356"/>
                </a:lnTo>
                <a:close/>
              </a:path>
              <a:path w="13852525" h="11308715">
                <a:moveTo>
                  <a:pt x="5481518" y="9708356"/>
                </a:moveTo>
                <a:lnTo>
                  <a:pt x="5121885" y="10089356"/>
                </a:lnTo>
                <a:lnTo>
                  <a:pt x="5288310" y="11092656"/>
                </a:lnTo>
                <a:lnTo>
                  <a:pt x="5647953" y="10711656"/>
                </a:lnTo>
                <a:lnTo>
                  <a:pt x="5481518" y="9708356"/>
                </a:lnTo>
                <a:close/>
              </a:path>
              <a:path w="13852525" h="11308715">
                <a:moveTo>
                  <a:pt x="13851902" y="10571956"/>
                </a:moveTo>
                <a:lnTo>
                  <a:pt x="13158437" y="10838656"/>
                </a:lnTo>
                <a:lnTo>
                  <a:pt x="13506593" y="11029156"/>
                </a:lnTo>
                <a:lnTo>
                  <a:pt x="13851902" y="10889456"/>
                </a:lnTo>
                <a:lnTo>
                  <a:pt x="13851902" y="10571956"/>
                </a:lnTo>
                <a:close/>
              </a:path>
              <a:path w="13852525" h="11308715">
                <a:moveTo>
                  <a:pt x="6806761" y="10102056"/>
                </a:moveTo>
                <a:lnTo>
                  <a:pt x="6214962" y="10102056"/>
                </a:lnTo>
                <a:lnTo>
                  <a:pt x="6210816" y="10114756"/>
                </a:lnTo>
                <a:lnTo>
                  <a:pt x="6660446" y="10965656"/>
                </a:lnTo>
                <a:lnTo>
                  <a:pt x="6890020" y="10546556"/>
                </a:lnTo>
                <a:lnTo>
                  <a:pt x="7638137" y="10546556"/>
                </a:lnTo>
                <a:lnTo>
                  <a:pt x="7458393" y="10356056"/>
                </a:lnTo>
                <a:lnTo>
                  <a:pt x="6941610" y="10356056"/>
                </a:lnTo>
                <a:lnTo>
                  <a:pt x="6806761" y="10102056"/>
                </a:lnTo>
                <a:close/>
              </a:path>
              <a:path w="13852525" h="11308715">
                <a:moveTo>
                  <a:pt x="11697937" y="10241756"/>
                </a:moveTo>
                <a:lnTo>
                  <a:pt x="10502769" y="10483056"/>
                </a:lnTo>
                <a:lnTo>
                  <a:pt x="10933949" y="10902156"/>
                </a:lnTo>
                <a:lnTo>
                  <a:pt x="12129107" y="10660856"/>
                </a:lnTo>
                <a:lnTo>
                  <a:pt x="11697937" y="10241756"/>
                </a:lnTo>
                <a:close/>
              </a:path>
              <a:path w="13852525" h="11308715">
                <a:moveTo>
                  <a:pt x="4363898" y="9390856"/>
                </a:moveTo>
                <a:lnTo>
                  <a:pt x="4013595" y="9619456"/>
                </a:lnTo>
                <a:lnTo>
                  <a:pt x="3860447" y="10673556"/>
                </a:lnTo>
                <a:lnTo>
                  <a:pt x="4210719" y="10457656"/>
                </a:lnTo>
                <a:lnTo>
                  <a:pt x="4363898" y="9390856"/>
                </a:lnTo>
                <a:close/>
              </a:path>
              <a:path w="13852525" h="11308715">
                <a:moveTo>
                  <a:pt x="10524376" y="10660856"/>
                </a:moveTo>
                <a:lnTo>
                  <a:pt x="9441827" y="10660856"/>
                </a:lnTo>
                <a:lnTo>
                  <a:pt x="10531773" y="10673556"/>
                </a:lnTo>
                <a:lnTo>
                  <a:pt x="10524376" y="10660856"/>
                </a:lnTo>
                <a:close/>
              </a:path>
              <a:path w="13852525" h="11308715">
                <a:moveTo>
                  <a:pt x="9253203" y="10025856"/>
                </a:moveTo>
                <a:lnTo>
                  <a:pt x="7875927" y="10025856"/>
                </a:lnTo>
                <a:lnTo>
                  <a:pt x="8408372" y="10305256"/>
                </a:lnTo>
                <a:lnTo>
                  <a:pt x="8499343" y="10648156"/>
                </a:lnTo>
                <a:lnTo>
                  <a:pt x="10516980" y="10648156"/>
                </a:lnTo>
                <a:lnTo>
                  <a:pt x="10413427" y="10470356"/>
                </a:lnTo>
                <a:lnTo>
                  <a:pt x="9327893" y="10470356"/>
                </a:lnTo>
                <a:lnTo>
                  <a:pt x="8539708" y="10241756"/>
                </a:lnTo>
                <a:lnTo>
                  <a:pt x="8539834" y="10038556"/>
                </a:lnTo>
                <a:lnTo>
                  <a:pt x="9256753" y="10038556"/>
                </a:lnTo>
                <a:lnTo>
                  <a:pt x="9253203" y="10025856"/>
                </a:lnTo>
                <a:close/>
              </a:path>
              <a:path w="13852525" h="11308715">
                <a:moveTo>
                  <a:pt x="9207049" y="9860756"/>
                </a:moveTo>
                <a:lnTo>
                  <a:pt x="7259580" y="9860756"/>
                </a:lnTo>
                <a:lnTo>
                  <a:pt x="7685860" y="10254456"/>
                </a:lnTo>
                <a:lnTo>
                  <a:pt x="7686069" y="10597356"/>
                </a:lnTo>
                <a:lnTo>
                  <a:pt x="8414694" y="10597356"/>
                </a:lnTo>
                <a:lnTo>
                  <a:pt x="7822149" y="10241756"/>
                </a:lnTo>
                <a:lnTo>
                  <a:pt x="7875927" y="10025856"/>
                </a:lnTo>
                <a:lnTo>
                  <a:pt x="9253203" y="10025856"/>
                </a:lnTo>
                <a:lnTo>
                  <a:pt x="9207049" y="9860756"/>
                </a:lnTo>
                <a:close/>
              </a:path>
              <a:path w="13852525" h="11308715">
                <a:moveTo>
                  <a:pt x="13475066" y="9759156"/>
                </a:moveTo>
                <a:lnTo>
                  <a:pt x="12227920" y="10305256"/>
                </a:lnTo>
                <a:lnTo>
                  <a:pt x="12673708" y="10546556"/>
                </a:lnTo>
                <a:lnTo>
                  <a:pt x="13851902" y="10025856"/>
                </a:lnTo>
                <a:lnTo>
                  <a:pt x="13851902" y="9962356"/>
                </a:lnTo>
                <a:lnTo>
                  <a:pt x="13475066" y="9759156"/>
                </a:lnTo>
                <a:close/>
              </a:path>
              <a:path w="13852525" h="11308715">
                <a:moveTo>
                  <a:pt x="918223" y="9301956"/>
                </a:moveTo>
                <a:lnTo>
                  <a:pt x="874706" y="9314656"/>
                </a:lnTo>
                <a:lnTo>
                  <a:pt x="182915" y="10495756"/>
                </a:lnTo>
                <a:lnTo>
                  <a:pt x="226443" y="10470356"/>
                </a:lnTo>
                <a:lnTo>
                  <a:pt x="918223" y="9301956"/>
                </a:lnTo>
                <a:close/>
              </a:path>
              <a:path w="13852525" h="11308715">
                <a:moveTo>
                  <a:pt x="9256753" y="10038556"/>
                </a:moveTo>
                <a:lnTo>
                  <a:pt x="8539834" y="10038556"/>
                </a:lnTo>
                <a:lnTo>
                  <a:pt x="9147072" y="10152856"/>
                </a:lnTo>
                <a:lnTo>
                  <a:pt x="9327893" y="10470356"/>
                </a:lnTo>
                <a:lnTo>
                  <a:pt x="10413427" y="10470356"/>
                </a:lnTo>
                <a:lnTo>
                  <a:pt x="10272891" y="10229056"/>
                </a:lnTo>
                <a:lnTo>
                  <a:pt x="10279707" y="10229056"/>
                </a:lnTo>
                <a:lnTo>
                  <a:pt x="10877850" y="10076656"/>
                </a:lnTo>
                <a:lnTo>
                  <a:pt x="10113807" y="10076656"/>
                </a:lnTo>
                <a:lnTo>
                  <a:pt x="9263854" y="10063956"/>
                </a:lnTo>
                <a:lnTo>
                  <a:pt x="9256753" y="10038556"/>
                </a:lnTo>
                <a:close/>
              </a:path>
              <a:path w="13852525" h="11308715">
                <a:moveTo>
                  <a:pt x="6217188" y="9505156"/>
                </a:moveTo>
                <a:lnTo>
                  <a:pt x="5699250" y="9505156"/>
                </a:lnTo>
                <a:lnTo>
                  <a:pt x="5693554" y="9517856"/>
                </a:lnTo>
                <a:lnTo>
                  <a:pt x="5899569" y="10432256"/>
                </a:lnTo>
                <a:lnTo>
                  <a:pt x="6214962" y="10102056"/>
                </a:lnTo>
                <a:lnTo>
                  <a:pt x="6806761" y="10102056"/>
                </a:lnTo>
                <a:lnTo>
                  <a:pt x="6712367" y="9924256"/>
                </a:lnTo>
                <a:lnTo>
                  <a:pt x="6311860" y="9924256"/>
                </a:lnTo>
                <a:lnTo>
                  <a:pt x="6217188" y="9505156"/>
                </a:lnTo>
                <a:close/>
              </a:path>
              <a:path w="13852525" h="11308715">
                <a:moveTo>
                  <a:pt x="9853036" y="9543256"/>
                </a:moveTo>
                <a:lnTo>
                  <a:pt x="6729292" y="9543256"/>
                </a:lnTo>
                <a:lnTo>
                  <a:pt x="7027000" y="10025856"/>
                </a:lnTo>
                <a:lnTo>
                  <a:pt x="6941610" y="10356056"/>
                </a:lnTo>
                <a:lnTo>
                  <a:pt x="7458393" y="10356056"/>
                </a:lnTo>
                <a:lnTo>
                  <a:pt x="7158818" y="10038556"/>
                </a:lnTo>
                <a:lnTo>
                  <a:pt x="7259580" y="9860756"/>
                </a:lnTo>
                <a:lnTo>
                  <a:pt x="9207049" y="9860756"/>
                </a:lnTo>
                <a:lnTo>
                  <a:pt x="9850537" y="9809956"/>
                </a:lnTo>
                <a:lnTo>
                  <a:pt x="11233329" y="9809956"/>
                </a:lnTo>
                <a:lnTo>
                  <a:pt x="11116350" y="9695656"/>
                </a:lnTo>
                <a:lnTo>
                  <a:pt x="9943571" y="9695656"/>
                </a:lnTo>
                <a:lnTo>
                  <a:pt x="9853036" y="9543256"/>
                </a:lnTo>
                <a:close/>
              </a:path>
              <a:path w="13852525" h="11308715">
                <a:moveTo>
                  <a:pt x="1727580" y="9060656"/>
                </a:moveTo>
                <a:lnTo>
                  <a:pt x="1599951" y="9111456"/>
                </a:lnTo>
                <a:lnTo>
                  <a:pt x="979394" y="10229056"/>
                </a:lnTo>
                <a:lnTo>
                  <a:pt x="1107013" y="10190956"/>
                </a:lnTo>
                <a:lnTo>
                  <a:pt x="1727580" y="9060656"/>
                </a:lnTo>
                <a:close/>
              </a:path>
              <a:path w="13852525" h="11308715">
                <a:moveTo>
                  <a:pt x="5115655" y="8946356"/>
                </a:moveTo>
                <a:lnTo>
                  <a:pt x="4687553" y="9213056"/>
                </a:lnTo>
                <a:lnTo>
                  <a:pt x="4592258" y="10203656"/>
                </a:lnTo>
                <a:lnTo>
                  <a:pt x="5020360" y="9936956"/>
                </a:lnTo>
                <a:lnTo>
                  <a:pt x="5115655" y="8946356"/>
                </a:lnTo>
                <a:close/>
              </a:path>
              <a:path w="13852525" h="11308715">
                <a:moveTo>
                  <a:pt x="11233329" y="9809956"/>
                </a:moveTo>
                <a:lnTo>
                  <a:pt x="9850537" y="9809956"/>
                </a:lnTo>
                <a:lnTo>
                  <a:pt x="10113807" y="10076656"/>
                </a:lnTo>
                <a:lnTo>
                  <a:pt x="10877850" y="10076656"/>
                </a:lnTo>
                <a:lnTo>
                  <a:pt x="11376302" y="9949656"/>
                </a:lnTo>
                <a:lnTo>
                  <a:pt x="11233329" y="9809956"/>
                </a:lnTo>
                <a:close/>
              </a:path>
              <a:path w="13852525" h="11308715">
                <a:moveTo>
                  <a:pt x="12433862" y="9213056"/>
                </a:moveTo>
                <a:lnTo>
                  <a:pt x="11297383" y="9771856"/>
                </a:lnTo>
                <a:lnTo>
                  <a:pt x="11840833" y="10063956"/>
                </a:lnTo>
                <a:lnTo>
                  <a:pt x="12977322" y="9505156"/>
                </a:lnTo>
                <a:lnTo>
                  <a:pt x="12433862" y="9213056"/>
                </a:lnTo>
                <a:close/>
              </a:path>
              <a:path w="13852525" h="11308715">
                <a:moveTo>
                  <a:pt x="2536927" y="8832056"/>
                </a:moveTo>
                <a:lnTo>
                  <a:pt x="2325217" y="8908256"/>
                </a:lnTo>
                <a:lnTo>
                  <a:pt x="1775893" y="9975056"/>
                </a:lnTo>
                <a:lnTo>
                  <a:pt x="1987583" y="9911556"/>
                </a:lnTo>
                <a:lnTo>
                  <a:pt x="2536927" y="8832056"/>
                </a:lnTo>
                <a:close/>
              </a:path>
              <a:path w="13852525" h="11308715">
                <a:moveTo>
                  <a:pt x="10489852" y="9111456"/>
                </a:moveTo>
                <a:lnTo>
                  <a:pt x="6315661" y="9111456"/>
                </a:lnTo>
                <a:lnTo>
                  <a:pt x="6472200" y="9644856"/>
                </a:lnTo>
                <a:lnTo>
                  <a:pt x="6311860" y="9924256"/>
                </a:lnTo>
                <a:lnTo>
                  <a:pt x="6712367" y="9924256"/>
                </a:lnTo>
                <a:lnTo>
                  <a:pt x="6591003" y="9695656"/>
                </a:lnTo>
                <a:lnTo>
                  <a:pt x="6729292" y="9543256"/>
                </a:lnTo>
                <a:lnTo>
                  <a:pt x="9853036" y="9543256"/>
                </a:lnTo>
                <a:lnTo>
                  <a:pt x="9830402" y="9505156"/>
                </a:lnTo>
                <a:lnTo>
                  <a:pt x="10466644" y="9289256"/>
                </a:lnTo>
                <a:lnTo>
                  <a:pt x="11532261" y="9289256"/>
                </a:lnTo>
                <a:lnTo>
                  <a:pt x="11783015" y="9149556"/>
                </a:lnTo>
                <a:lnTo>
                  <a:pt x="10527909" y="9149556"/>
                </a:lnTo>
                <a:lnTo>
                  <a:pt x="10489852" y="9111456"/>
                </a:lnTo>
                <a:close/>
              </a:path>
              <a:path w="13852525" h="11308715">
                <a:moveTo>
                  <a:pt x="5854782" y="8819356"/>
                </a:moveTo>
                <a:lnTo>
                  <a:pt x="5368265" y="8819356"/>
                </a:lnTo>
                <a:lnTo>
                  <a:pt x="5361413" y="8821283"/>
                </a:lnTo>
                <a:lnTo>
                  <a:pt x="5324057" y="9746456"/>
                </a:lnTo>
                <a:lnTo>
                  <a:pt x="5699250" y="9505156"/>
                </a:lnTo>
                <a:lnTo>
                  <a:pt x="6217188" y="9505156"/>
                </a:lnTo>
                <a:lnTo>
                  <a:pt x="6185631" y="9365456"/>
                </a:lnTo>
                <a:lnTo>
                  <a:pt x="5832366" y="9365456"/>
                </a:lnTo>
                <a:lnTo>
                  <a:pt x="5854782" y="8819356"/>
                </a:lnTo>
                <a:close/>
              </a:path>
              <a:path w="13852525" h="11308715">
                <a:moveTo>
                  <a:pt x="3346275" y="8603456"/>
                </a:moveTo>
                <a:lnTo>
                  <a:pt x="3050472" y="8692356"/>
                </a:lnTo>
                <a:lnTo>
                  <a:pt x="2572382" y="9721056"/>
                </a:lnTo>
                <a:lnTo>
                  <a:pt x="2868174" y="9619456"/>
                </a:lnTo>
                <a:lnTo>
                  <a:pt x="3346275" y="8603456"/>
                </a:lnTo>
                <a:close/>
              </a:path>
              <a:path w="13852525" h="11308715">
                <a:moveTo>
                  <a:pt x="11532261" y="9289256"/>
                </a:moveTo>
                <a:lnTo>
                  <a:pt x="10466644" y="9289256"/>
                </a:lnTo>
                <a:lnTo>
                  <a:pt x="10798718" y="9467056"/>
                </a:lnTo>
                <a:lnTo>
                  <a:pt x="9943571" y="9695656"/>
                </a:lnTo>
                <a:lnTo>
                  <a:pt x="11116350" y="9695656"/>
                </a:lnTo>
                <a:lnTo>
                  <a:pt x="10999371" y="9581356"/>
                </a:lnTo>
                <a:lnTo>
                  <a:pt x="11007958" y="9581356"/>
                </a:lnTo>
                <a:lnTo>
                  <a:pt x="11532261" y="9289256"/>
                </a:lnTo>
                <a:close/>
              </a:path>
              <a:path w="13852525" h="11308715">
                <a:moveTo>
                  <a:pt x="4155632" y="8374856"/>
                </a:moveTo>
                <a:lnTo>
                  <a:pt x="3775727" y="8489156"/>
                </a:lnTo>
                <a:lnTo>
                  <a:pt x="3368860" y="9454356"/>
                </a:lnTo>
                <a:lnTo>
                  <a:pt x="3748765" y="9340056"/>
                </a:lnTo>
                <a:lnTo>
                  <a:pt x="4155632" y="8374856"/>
                </a:lnTo>
                <a:close/>
              </a:path>
              <a:path w="13852525" h="11308715">
                <a:moveTo>
                  <a:pt x="11727822" y="8590756"/>
                </a:moveTo>
                <a:lnTo>
                  <a:pt x="6039638" y="8590756"/>
                </a:lnTo>
                <a:lnTo>
                  <a:pt x="6052663" y="9136856"/>
                </a:lnTo>
                <a:lnTo>
                  <a:pt x="5832366" y="9365456"/>
                </a:lnTo>
                <a:lnTo>
                  <a:pt x="6185631" y="9365456"/>
                </a:lnTo>
                <a:lnTo>
                  <a:pt x="6151205" y="9213056"/>
                </a:lnTo>
                <a:lnTo>
                  <a:pt x="6315661" y="9111456"/>
                </a:lnTo>
                <a:lnTo>
                  <a:pt x="10489852" y="9111456"/>
                </a:lnTo>
                <a:lnTo>
                  <a:pt x="10362993" y="8984456"/>
                </a:lnTo>
                <a:lnTo>
                  <a:pt x="10946389" y="8603456"/>
                </a:lnTo>
                <a:lnTo>
                  <a:pt x="11714521" y="8603456"/>
                </a:lnTo>
                <a:lnTo>
                  <a:pt x="11727822" y="8590756"/>
                </a:lnTo>
                <a:close/>
              </a:path>
              <a:path w="13852525" h="11308715">
                <a:moveTo>
                  <a:pt x="13851902" y="8451056"/>
                </a:moveTo>
                <a:lnTo>
                  <a:pt x="12983206" y="9124156"/>
                </a:lnTo>
                <a:lnTo>
                  <a:pt x="13494719" y="9251156"/>
                </a:lnTo>
                <a:lnTo>
                  <a:pt x="13851902" y="8959056"/>
                </a:lnTo>
                <a:lnTo>
                  <a:pt x="13851902" y="8451056"/>
                </a:lnTo>
                <a:close/>
              </a:path>
              <a:path w="13852525" h="11308715">
                <a:moveTo>
                  <a:pt x="4964979" y="8133556"/>
                </a:moveTo>
                <a:lnTo>
                  <a:pt x="4500993" y="8285956"/>
                </a:lnTo>
                <a:lnTo>
                  <a:pt x="4165328" y="9200356"/>
                </a:lnTo>
                <a:lnTo>
                  <a:pt x="4629345" y="9047956"/>
                </a:lnTo>
                <a:lnTo>
                  <a:pt x="4964979" y="8133556"/>
                </a:lnTo>
                <a:close/>
              </a:path>
              <a:path w="13852525" h="11308715">
                <a:moveTo>
                  <a:pt x="11714521" y="8603456"/>
                </a:moveTo>
                <a:lnTo>
                  <a:pt x="10946389" y="8603456"/>
                </a:lnTo>
                <a:lnTo>
                  <a:pt x="11327843" y="8692356"/>
                </a:lnTo>
                <a:lnTo>
                  <a:pt x="10527909" y="9149556"/>
                </a:lnTo>
                <a:lnTo>
                  <a:pt x="11783015" y="9149556"/>
                </a:lnTo>
                <a:lnTo>
                  <a:pt x="12033769" y="9009856"/>
                </a:lnTo>
                <a:lnTo>
                  <a:pt x="11558349" y="8743156"/>
                </a:lnTo>
                <a:lnTo>
                  <a:pt x="11568202" y="8743156"/>
                </a:lnTo>
                <a:lnTo>
                  <a:pt x="11714521" y="8603456"/>
                </a:lnTo>
                <a:close/>
              </a:path>
              <a:path w="13852525" h="11308715">
                <a:moveTo>
                  <a:pt x="12901020" y="7993856"/>
                </a:moveTo>
                <a:lnTo>
                  <a:pt x="11907469" y="8857456"/>
                </a:lnTo>
                <a:lnTo>
                  <a:pt x="12531471" y="8997156"/>
                </a:lnTo>
                <a:lnTo>
                  <a:pt x="13525022" y="8133556"/>
                </a:lnTo>
                <a:lnTo>
                  <a:pt x="12901020" y="7993856"/>
                </a:lnTo>
                <a:close/>
              </a:path>
              <a:path w="13852525" h="11308715">
                <a:moveTo>
                  <a:pt x="5725039" y="8070056"/>
                </a:moveTo>
                <a:lnTo>
                  <a:pt x="5233589" y="8070056"/>
                </a:lnTo>
                <a:lnTo>
                  <a:pt x="5226178" y="8070286"/>
                </a:lnTo>
                <a:lnTo>
                  <a:pt x="4961838" y="8933656"/>
                </a:lnTo>
                <a:lnTo>
                  <a:pt x="5361413" y="8821283"/>
                </a:lnTo>
                <a:lnTo>
                  <a:pt x="5361491" y="8819356"/>
                </a:lnTo>
                <a:lnTo>
                  <a:pt x="5854782" y="8819356"/>
                </a:lnTo>
                <a:lnTo>
                  <a:pt x="5858953" y="8717756"/>
                </a:lnTo>
                <a:lnTo>
                  <a:pt x="5526627" y="8717756"/>
                </a:lnTo>
                <a:lnTo>
                  <a:pt x="5725039" y="8070056"/>
                </a:lnTo>
                <a:close/>
              </a:path>
              <a:path w="13852525" h="11308715">
                <a:moveTo>
                  <a:pt x="5368265" y="8819356"/>
                </a:moveTo>
                <a:lnTo>
                  <a:pt x="5361491" y="8819356"/>
                </a:lnTo>
                <a:lnTo>
                  <a:pt x="5361413" y="8821283"/>
                </a:lnTo>
                <a:lnTo>
                  <a:pt x="5368265" y="8819356"/>
                </a:lnTo>
                <a:close/>
              </a:path>
              <a:path w="13852525" h="11308715">
                <a:moveTo>
                  <a:pt x="11034068" y="8031956"/>
                </a:moveTo>
                <a:lnTo>
                  <a:pt x="5911840" y="8031956"/>
                </a:lnTo>
                <a:lnTo>
                  <a:pt x="5788671" y="8552656"/>
                </a:lnTo>
                <a:lnTo>
                  <a:pt x="5526627" y="8717756"/>
                </a:lnTo>
                <a:lnTo>
                  <a:pt x="5858953" y="8717756"/>
                </a:lnTo>
                <a:lnTo>
                  <a:pt x="5861559" y="8654256"/>
                </a:lnTo>
                <a:lnTo>
                  <a:pt x="6039638" y="8590756"/>
                </a:lnTo>
                <a:lnTo>
                  <a:pt x="11727822" y="8590756"/>
                </a:lnTo>
                <a:lnTo>
                  <a:pt x="11887442" y="8438356"/>
                </a:lnTo>
                <a:lnTo>
                  <a:pt x="10969582" y="8438356"/>
                </a:lnTo>
                <a:lnTo>
                  <a:pt x="10761483" y="8324056"/>
                </a:lnTo>
                <a:lnTo>
                  <a:pt x="11034068" y="8031956"/>
                </a:lnTo>
                <a:close/>
              </a:path>
              <a:path w="13852525" h="11308715">
                <a:moveTo>
                  <a:pt x="11954577" y="7790656"/>
                </a:moveTo>
                <a:lnTo>
                  <a:pt x="11654158" y="7790656"/>
                </a:lnTo>
                <a:lnTo>
                  <a:pt x="10969582" y="8438356"/>
                </a:lnTo>
                <a:lnTo>
                  <a:pt x="11887442" y="8438356"/>
                </a:lnTo>
                <a:lnTo>
                  <a:pt x="12446113" y="7904956"/>
                </a:lnTo>
                <a:lnTo>
                  <a:pt x="11954577" y="7790656"/>
                </a:lnTo>
                <a:close/>
              </a:path>
              <a:path w="13852525" h="11308715">
                <a:moveTo>
                  <a:pt x="979970" y="7396956"/>
                </a:moveTo>
                <a:lnTo>
                  <a:pt x="935060" y="7409656"/>
                </a:lnTo>
                <a:lnTo>
                  <a:pt x="0" y="8349456"/>
                </a:lnTo>
                <a:lnTo>
                  <a:pt x="44899" y="8336756"/>
                </a:lnTo>
                <a:lnTo>
                  <a:pt x="979970" y="7396956"/>
                </a:lnTo>
                <a:close/>
              </a:path>
              <a:path w="13852525" h="11308715">
                <a:moveTo>
                  <a:pt x="1789442" y="7384256"/>
                </a:moveTo>
                <a:lnTo>
                  <a:pt x="1660137" y="7396956"/>
                </a:lnTo>
                <a:lnTo>
                  <a:pt x="804153" y="8298656"/>
                </a:lnTo>
                <a:lnTo>
                  <a:pt x="933427" y="8298656"/>
                </a:lnTo>
                <a:lnTo>
                  <a:pt x="1789442" y="7384256"/>
                </a:lnTo>
                <a:close/>
              </a:path>
              <a:path w="13852525" h="11308715">
                <a:moveTo>
                  <a:pt x="2598884" y="7371556"/>
                </a:moveTo>
                <a:lnTo>
                  <a:pt x="2385225" y="7384256"/>
                </a:lnTo>
                <a:lnTo>
                  <a:pt x="1608296" y="8260556"/>
                </a:lnTo>
                <a:lnTo>
                  <a:pt x="1821944" y="8247856"/>
                </a:lnTo>
                <a:lnTo>
                  <a:pt x="2598884" y="7371556"/>
                </a:lnTo>
                <a:close/>
              </a:path>
              <a:path w="13852525" h="11308715">
                <a:moveTo>
                  <a:pt x="3408325" y="7358856"/>
                </a:moveTo>
                <a:lnTo>
                  <a:pt x="3110324" y="7371556"/>
                </a:lnTo>
                <a:lnTo>
                  <a:pt x="2412450" y="8222456"/>
                </a:lnTo>
                <a:lnTo>
                  <a:pt x="2710472" y="8197056"/>
                </a:lnTo>
                <a:lnTo>
                  <a:pt x="3408325" y="7358856"/>
                </a:lnTo>
                <a:close/>
              </a:path>
              <a:path w="13852525" h="11308715">
                <a:moveTo>
                  <a:pt x="4217798" y="7346156"/>
                </a:moveTo>
                <a:lnTo>
                  <a:pt x="3835401" y="7358856"/>
                </a:lnTo>
                <a:lnTo>
                  <a:pt x="3216593" y="8171656"/>
                </a:lnTo>
                <a:lnTo>
                  <a:pt x="3598979" y="8158956"/>
                </a:lnTo>
                <a:lnTo>
                  <a:pt x="4217798" y="7346156"/>
                </a:lnTo>
                <a:close/>
              </a:path>
              <a:path w="13852525" h="11308715">
                <a:moveTo>
                  <a:pt x="5027260" y="7333456"/>
                </a:moveTo>
                <a:lnTo>
                  <a:pt x="4560478" y="7346156"/>
                </a:lnTo>
                <a:lnTo>
                  <a:pt x="4020736" y="8133556"/>
                </a:lnTo>
                <a:lnTo>
                  <a:pt x="4487507" y="8108156"/>
                </a:lnTo>
                <a:lnTo>
                  <a:pt x="5027260" y="7333456"/>
                </a:lnTo>
                <a:close/>
              </a:path>
              <a:path w="13852525" h="11308715">
                <a:moveTo>
                  <a:pt x="11539800" y="6863556"/>
                </a:moveTo>
                <a:lnTo>
                  <a:pt x="5944960" y="6863556"/>
                </a:lnTo>
                <a:lnTo>
                  <a:pt x="6091165" y="6939756"/>
                </a:lnTo>
                <a:lnTo>
                  <a:pt x="5750913" y="7320756"/>
                </a:lnTo>
                <a:lnTo>
                  <a:pt x="5465456" y="7333456"/>
                </a:lnTo>
                <a:lnTo>
                  <a:pt x="5285566" y="7333456"/>
                </a:lnTo>
                <a:lnTo>
                  <a:pt x="4824879" y="8082756"/>
                </a:lnTo>
                <a:lnTo>
                  <a:pt x="5226178" y="8070286"/>
                </a:lnTo>
                <a:lnTo>
                  <a:pt x="5226249" y="8070056"/>
                </a:lnTo>
                <a:lnTo>
                  <a:pt x="5725039" y="8070056"/>
                </a:lnTo>
                <a:lnTo>
                  <a:pt x="5732820" y="8044656"/>
                </a:lnTo>
                <a:lnTo>
                  <a:pt x="5911840" y="8031956"/>
                </a:lnTo>
                <a:lnTo>
                  <a:pt x="11034068" y="8031956"/>
                </a:lnTo>
                <a:lnTo>
                  <a:pt x="11045920" y="8019256"/>
                </a:lnTo>
                <a:lnTo>
                  <a:pt x="5405133" y="8019256"/>
                </a:lnTo>
                <a:lnTo>
                  <a:pt x="5764379" y="7435056"/>
                </a:lnTo>
                <a:lnTo>
                  <a:pt x="11064475" y="7435056"/>
                </a:lnTo>
                <a:lnTo>
                  <a:pt x="11337424" y="6927056"/>
                </a:lnTo>
                <a:lnTo>
                  <a:pt x="11539800" y="6863556"/>
                </a:lnTo>
                <a:close/>
              </a:path>
              <a:path w="13852525" h="11308715">
                <a:moveTo>
                  <a:pt x="5233589" y="8070056"/>
                </a:moveTo>
                <a:lnTo>
                  <a:pt x="5226249" y="8070056"/>
                </a:lnTo>
                <a:lnTo>
                  <a:pt x="5226178" y="8070286"/>
                </a:lnTo>
                <a:lnTo>
                  <a:pt x="5233589" y="8070056"/>
                </a:lnTo>
                <a:close/>
              </a:path>
              <a:path w="13852525" h="11308715">
                <a:moveTo>
                  <a:pt x="11064475" y="7435056"/>
                </a:moveTo>
                <a:lnTo>
                  <a:pt x="5764379" y="7435056"/>
                </a:lnTo>
                <a:lnTo>
                  <a:pt x="5932290" y="7473156"/>
                </a:lnTo>
                <a:lnTo>
                  <a:pt x="5689010" y="7930356"/>
                </a:lnTo>
                <a:lnTo>
                  <a:pt x="5405133" y="8019256"/>
                </a:lnTo>
                <a:lnTo>
                  <a:pt x="11045920" y="8019256"/>
                </a:lnTo>
                <a:lnTo>
                  <a:pt x="11247395" y="7803356"/>
                </a:lnTo>
                <a:lnTo>
                  <a:pt x="11654158" y="7790656"/>
                </a:lnTo>
                <a:lnTo>
                  <a:pt x="11954577" y="7790656"/>
                </a:lnTo>
                <a:lnTo>
                  <a:pt x="11899962" y="7777956"/>
                </a:lnTo>
                <a:lnTo>
                  <a:pt x="11910475" y="7777956"/>
                </a:lnTo>
                <a:lnTo>
                  <a:pt x="11996729" y="7638256"/>
                </a:lnTo>
                <a:lnTo>
                  <a:pt x="11228548" y="7638256"/>
                </a:lnTo>
                <a:lnTo>
                  <a:pt x="10989414" y="7574756"/>
                </a:lnTo>
                <a:lnTo>
                  <a:pt x="11064475" y="7435056"/>
                </a:lnTo>
                <a:close/>
              </a:path>
              <a:path w="13852525" h="11308715">
                <a:moveTo>
                  <a:pt x="13715058" y="6647656"/>
                </a:moveTo>
                <a:lnTo>
                  <a:pt x="13049916" y="6673056"/>
                </a:lnTo>
                <a:lnTo>
                  <a:pt x="12278526" y="7790656"/>
                </a:lnTo>
                <a:lnTo>
                  <a:pt x="12943658" y="7765256"/>
                </a:lnTo>
                <a:lnTo>
                  <a:pt x="13715058" y="6647656"/>
                </a:lnTo>
                <a:close/>
              </a:path>
              <a:path w="13852525" h="11308715">
                <a:moveTo>
                  <a:pt x="13851902" y="7219156"/>
                </a:moveTo>
                <a:lnTo>
                  <a:pt x="13431926" y="7765256"/>
                </a:lnTo>
                <a:lnTo>
                  <a:pt x="13851902" y="7752556"/>
                </a:lnTo>
                <a:lnTo>
                  <a:pt x="13851902" y="7219156"/>
                </a:lnTo>
                <a:close/>
              </a:path>
              <a:path w="13852525" h="11308715">
                <a:moveTo>
                  <a:pt x="12514256" y="6800056"/>
                </a:moveTo>
                <a:lnTo>
                  <a:pt x="11742176" y="6800056"/>
                </a:lnTo>
                <a:lnTo>
                  <a:pt x="11228548" y="7638256"/>
                </a:lnTo>
                <a:lnTo>
                  <a:pt x="11996729" y="7638256"/>
                </a:lnTo>
                <a:lnTo>
                  <a:pt x="12514256" y="6800056"/>
                </a:lnTo>
                <a:close/>
              </a:path>
              <a:path w="13852525" h="11308715">
                <a:moveTo>
                  <a:pt x="5518683" y="6653162"/>
                </a:moveTo>
                <a:lnTo>
                  <a:pt x="4909473" y="7244556"/>
                </a:lnTo>
                <a:lnTo>
                  <a:pt x="5292969" y="7333456"/>
                </a:lnTo>
                <a:lnTo>
                  <a:pt x="5465456" y="7333456"/>
                </a:lnTo>
                <a:lnTo>
                  <a:pt x="5944960" y="6863556"/>
                </a:lnTo>
                <a:lnTo>
                  <a:pt x="11539800" y="6863556"/>
                </a:lnTo>
                <a:lnTo>
                  <a:pt x="11742176" y="6800056"/>
                </a:lnTo>
                <a:lnTo>
                  <a:pt x="12514256" y="6800056"/>
                </a:lnTo>
                <a:lnTo>
                  <a:pt x="12529939" y="6774656"/>
                </a:lnTo>
                <a:lnTo>
                  <a:pt x="11020240" y="6774656"/>
                </a:lnTo>
                <a:lnTo>
                  <a:pt x="11026344" y="6749256"/>
                </a:lnTo>
                <a:lnTo>
                  <a:pt x="5960991" y="6749256"/>
                </a:lnTo>
                <a:lnTo>
                  <a:pt x="5693135" y="6685756"/>
                </a:lnTo>
                <a:lnTo>
                  <a:pt x="5737997" y="6660356"/>
                </a:lnTo>
                <a:lnTo>
                  <a:pt x="5531297" y="6660356"/>
                </a:lnTo>
                <a:lnTo>
                  <a:pt x="5518683" y="6653162"/>
                </a:lnTo>
                <a:close/>
              </a:path>
              <a:path w="13852525" h="11308715">
                <a:moveTo>
                  <a:pt x="4847957" y="6482556"/>
                </a:moveTo>
                <a:lnTo>
                  <a:pt x="4151925" y="7079456"/>
                </a:lnTo>
                <a:lnTo>
                  <a:pt x="4590069" y="7181056"/>
                </a:lnTo>
                <a:lnTo>
                  <a:pt x="5286111" y="6584156"/>
                </a:lnTo>
                <a:lnTo>
                  <a:pt x="4847957" y="6482556"/>
                </a:lnTo>
                <a:close/>
              </a:path>
              <a:path w="13852525" h="11308715">
                <a:moveTo>
                  <a:pt x="4171558" y="6304756"/>
                </a:moveTo>
                <a:lnTo>
                  <a:pt x="3394367" y="6914356"/>
                </a:lnTo>
                <a:lnTo>
                  <a:pt x="3753519" y="7003256"/>
                </a:lnTo>
                <a:lnTo>
                  <a:pt x="4530731" y="6393656"/>
                </a:lnTo>
                <a:lnTo>
                  <a:pt x="4171558" y="6304756"/>
                </a:lnTo>
                <a:close/>
              </a:path>
              <a:path w="13852525" h="11308715">
                <a:moveTo>
                  <a:pt x="3495139" y="6139656"/>
                </a:moveTo>
                <a:lnTo>
                  <a:pt x="2636809" y="6761956"/>
                </a:lnTo>
                <a:lnTo>
                  <a:pt x="2916968" y="6825456"/>
                </a:lnTo>
                <a:lnTo>
                  <a:pt x="3775330" y="6203156"/>
                </a:lnTo>
                <a:lnTo>
                  <a:pt x="3495139" y="6139656"/>
                </a:lnTo>
                <a:close/>
              </a:path>
              <a:path w="13852525" h="11308715">
                <a:moveTo>
                  <a:pt x="12278779" y="5809456"/>
                </a:moveTo>
                <a:lnTo>
                  <a:pt x="11571134" y="5809456"/>
                </a:lnTo>
                <a:lnTo>
                  <a:pt x="11275332" y="6774656"/>
                </a:lnTo>
                <a:lnTo>
                  <a:pt x="12529939" y="6774656"/>
                </a:lnTo>
                <a:lnTo>
                  <a:pt x="12561304" y="6723856"/>
                </a:lnTo>
                <a:lnTo>
                  <a:pt x="11986744" y="6723856"/>
                </a:lnTo>
                <a:lnTo>
                  <a:pt x="11997286" y="6723626"/>
                </a:lnTo>
                <a:lnTo>
                  <a:pt x="12278779" y="5809456"/>
                </a:lnTo>
                <a:close/>
              </a:path>
              <a:path w="13852525" h="11308715">
                <a:moveTo>
                  <a:pt x="11117907" y="6368256"/>
                </a:moveTo>
                <a:lnTo>
                  <a:pt x="6253903" y="6368256"/>
                </a:lnTo>
                <a:lnTo>
                  <a:pt x="6369868" y="6482556"/>
                </a:lnTo>
                <a:lnTo>
                  <a:pt x="5960991" y="6749256"/>
                </a:lnTo>
                <a:lnTo>
                  <a:pt x="11026344" y="6749256"/>
                </a:lnTo>
                <a:lnTo>
                  <a:pt x="11117907" y="6368256"/>
                </a:lnTo>
                <a:close/>
              </a:path>
              <a:path w="13852525" h="11308715">
                <a:moveTo>
                  <a:pt x="11997286" y="6723626"/>
                </a:moveTo>
                <a:lnTo>
                  <a:pt x="11986744" y="6723856"/>
                </a:lnTo>
                <a:lnTo>
                  <a:pt x="11997215" y="6723856"/>
                </a:lnTo>
                <a:lnTo>
                  <a:pt x="11997286" y="6723626"/>
                </a:lnTo>
                <a:close/>
              </a:path>
              <a:path w="13852525" h="11308715">
                <a:moveTo>
                  <a:pt x="12569146" y="6711156"/>
                </a:moveTo>
                <a:lnTo>
                  <a:pt x="11997286" y="6723626"/>
                </a:lnTo>
                <a:lnTo>
                  <a:pt x="11997215" y="6723856"/>
                </a:lnTo>
                <a:lnTo>
                  <a:pt x="12561304" y="6723856"/>
                </a:lnTo>
                <a:lnTo>
                  <a:pt x="12569146" y="6711156"/>
                </a:lnTo>
                <a:close/>
              </a:path>
              <a:path w="13852525" h="11308715">
                <a:moveTo>
                  <a:pt x="5524355" y="6647656"/>
                </a:moveTo>
                <a:lnTo>
                  <a:pt x="5518683" y="6653162"/>
                </a:lnTo>
                <a:lnTo>
                  <a:pt x="5531297" y="6660356"/>
                </a:lnTo>
                <a:lnTo>
                  <a:pt x="5524355" y="6647656"/>
                </a:lnTo>
                <a:close/>
              </a:path>
              <a:path w="13852525" h="11308715">
                <a:moveTo>
                  <a:pt x="5760427" y="6647656"/>
                </a:moveTo>
                <a:lnTo>
                  <a:pt x="5524355" y="6647656"/>
                </a:lnTo>
                <a:lnTo>
                  <a:pt x="5531297" y="6660356"/>
                </a:lnTo>
                <a:lnTo>
                  <a:pt x="5737997" y="6660356"/>
                </a:lnTo>
                <a:lnTo>
                  <a:pt x="5760427" y="6647656"/>
                </a:lnTo>
                <a:close/>
              </a:path>
              <a:path w="13852525" h="11308715">
                <a:moveTo>
                  <a:pt x="6424317" y="5606831"/>
                </a:moveTo>
                <a:lnTo>
                  <a:pt x="5657293" y="5809456"/>
                </a:lnTo>
                <a:lnTo>
                  <a:pt x="5922374" y="6063456"/>
                </a:lnTo>
                <a:lnTo>
                  <a:pt x="5916343" y="6063456"/>
                </a:lnTo>
                <a:lnTo>
                  <a:pt x="5197244" y="6469856"/>
                </a:lnTo>
                <a:lnTo>
                  <a:pt x="5518683" y="6653162"/>
                </a:lnTo>
                <a:lnTo>
                  <a:pt x="5524355" y="6647656"/>
                </a:lnTo>
                <a:lnTo>
                  <a:pt x="5760427" y="6647656"/>
                </a:lnTo>
                <a:lnTo>
                  <a:pt x="6253903" y="6368256"/>
                </a:lnTo>
                <a:lnTo>
                  <a:pt x="11117907" y="6368256"/>
                </a:lnTo>
                <a:lnTo>
                  <a:pt x="11142323" y="6266656"/>
                </a:lnTo>
                <a:lnTo>
                  <a:pt x="6296677" y="6266656"/>
                </a:lnTo>
                <a:lnTo>
                  <a:pt x="6063354" y="6139656"/>
                </a:lnTo>
                <a:lnTo>
                  <a:pt x="6663200" y="5987256"/>
                </a:lnTo>
                <a:lnTo>
                  <a:pt x="10839816" y="5987256"/>
                </a:lnTo>
                <a:lnTo>
                  <a:pt x="10837873" y="5898356"/>
                </a:lnTo>
                <a:lnTo>
                  <a:pt x="6728318" y="5898356"/>
                </a:lnTo>
                <a:lnTo>
                  <a:pt x="6543162" y="5720556"/>
                </a:lnTo>
                <a:lnTo>
                  <a:pt x="7526064" y="5720556"/>
                </a:lnTo>
                <a:lnTo>
                  <a:pt x="7221518" y="5657056"/>
                </a:lnTo>
                <a:lnTo>
                  <a:pt x="7199043" y="5618956"/>
                </a:lnTo>
                <a:lnTo>
                  <a:pt x="6431280" y="5618956"/>
                </a:lnTo>
                <a:lnTo>
                  <a:pt x="6424317" y="5606831"/>
                </a:lnTo>
                <a:close/>
              </a:path>
              <a:path w="13852525" h="11308715">
                <a:moveTo>
                  <a:pt x="2818762" y="5961856"/>
                </a:moveTo>
                <a:lnTo>
                  <a:pt x="1879251" y="6596856"/>
                </a:lnTo>
                <a:lnTo>
                  <a:pt x="2080439" y="6634956"/>
                </a:lnTo>
                <a:lnTo>
                  <a:pt x="3019960" y="5999956"/>
                </a:lnTo>
                <a:lnTo>
                  <a:pt x="2818762" y="5961856"/>
                </a:lnTo>
                <a:close/>
              </a:path>
              <a:path w="13852525" h="11308715">
                <a:moveTo>
                  <a:pt x="13512185" y="5123656"/>
                </a:moveTo>
                <a:lnTo>
                  <a:pt x="12850645" y="5326856"/>
                </a:lnTo>
                <a:lnTo>
                  <a:pt x="12369675" y="6634956"/>
                </a:lnTo>
                <a:lnTo>
                  <a:pt x="13031205" y="6431756"/>
                </a:lnTo>
                <a:lnTo>
                  <a:pt x="13512185" y="5123656"/>
                </a:lnTo>
                <a:close/>
              </a:path>
              <a:path w="13852525" h="11308715">
                <a:moveTo>
                  <a:pt x="2142343" y="5784056"/>
                </a:moveTo>
                <a:lnTo>
                  <a:pt x="1121683" y="6431756"/>
                </a:lnTo>
                <a:lnTo>
                  <a:pt x="1243888" y="6457156"/>
                </a:lnTo>
                <a:lnTo>
                  <a:pt x="2264569" y="5809456"/>
                </a:lnTo>
                <a:lnTo>
                  <a:pt x="2142343" y="5784056"/>
                </a:lnTo>
                <a:close/>
              </a:path>
              <a:path w="13852525" h="11308715">
                <a:moveTo>
                  <a:pt x="5331094" y="5733256"/>
                </a:moveTo>
                <a:lnTo>
                  <a:pt x="4534301" y="6126956"/>
                </a:lnTo>
                <a:lnTo>
                  <a:pt x="4916153" y="6330156"/>
                </a:lnTo>
                <a:lnTo>
                  <a:pt x="5712935" y="5936456"/>
                </a:lnTo>
                <a:lnTo>
                  <a:pt x="5331094" y="5733256"/>
                </a:lnTo>
                <a:close/>
              </a:path>
              <a:path w="13852525" h="11308715">
                <a:moveTo>
                  <a:pt x="13851902" y="5530056"/>
                </a:moveTo>
                <a:lnTo>
                  <a:pt x="13523546" y="6304756"/>
                </a:lnTo>
                <a:lnTo>
                  <a:pt x="13851902" y="6203156"/>
                </a:lnTo>
                <a:lnTo>
                  <a:pt x="13851902" y="5530056"/>
                </a:lnTo>
                <a:close/>
              </a:path>
              <a:path w="13852525" h="11308715">
                <a:moveTo>
                  <a:pt x="1509179" y="5618956"/>
                </a:moveTo>
                <a:lnTo>
                  <a:pt x="1465955" y="5618956"/>
                </a:lnTo>
                <a:lnTo>
                  <a:pt x="364135" y="6266656"/>
                </a:lnTo>
                <a:lnTo>
                  <a:pt x="407359" y="6266656"/>
                </a:lnTo>
                <a:lnTo>
                  <a:pt x="1509179" y="5618956"/>
                </a:lnTo>
                <a:close/>
              </a:path>
              <a:path w="13852525" h="11308715">
                <a:moveTo>
                  <a:pt x="11840169" y="4882356"/>
                </a:moveTo>
                <a:lnTo>
                  <a:pt x="11137440" y="4882356"/>
                </a:lnTo>
                <a:lnTo>
                  <a:pt x="11093704" y="5898356"/>
                </a:lnTo>
                <a:lnTo>
                  <a:pt x="10839816" y="5987256"/>
                </a:lnTo>
                <a:lnTo>
                  <a:pt x="6663200" y="5987256"/>
                </a:lnTo>
                <a:lnTo>
                  <a:pt x="6742904" y="6126956"/>
                </a:lnTo>
                <a:lnTo>
                  <a:pt x="6296677" y="6266656"/>
                </a:lnTo>
                <a:lnTo>
                  <a:pt x="11142323" y="6266656"/>
                </a:lnTo>
                <a:lnTo>
                  <a:pt x="11197261" y="6038056"/>
                </a:lnTo>
                <a:lnTo>
                  <a:pt x="11571134" y="5809456"/>
                </a:lnTo>
                <a:lnTo>
                  <a:pt x="12278779" y="5809456"/>
                </a:lnTo>
                <a:lnTo>
                  <a:pt x="12321796" y="5669756"/>
                </a:lnTo>
                <a:lnTo>
                  <a:pt x="11797054" y="5669756"/>
                </a:lnTo>
                <a:lnTo>
                  <a:pt x="11806857" y="5666748"/>
                </a:lnTo>
                <a:lnTo>
                  <a:pt x="11840169" y="4882356"/>
                </a:lnTo>
                <a:close/>
              </a:path>
              <a:path w="13852525" h="11308715">
                <a:moveTo>
                  <a:pt x="4745855" y="5390356"/>
                </a:moveTo>
                <a:lnTo>
                  <a:pt x="3871369" y="5784056"/>
                </a:lnTo>
                <a:lnTo>
                  <a:pt x="4184595" y="5949156"/>
                </a:lnTo>
                <a:lnTo>
                  <a:pt x="5059081" y="5568156"/>
                </a:lnTo>
                <a:lnTo>
                  <a:pt x="4745855" y="5390356"/>
                </a:lnTo>
                <a:close/>
              </a:path>
              <a:path w="13852525" h="11308715">
                <a:moveTo>
                  <a:pt x="7526064" y="5720556"/>
                </a:moveTo>
                <a:lnTo>
                  <a:pt x="7139688" y="5720556"/>
                </a:lnTo>
                <a:lnTo>
                  <a:pt x="7179875" y="5872956"/>
                </a:lnTo>
                <a:lnTo>
                  <a:pt x="6728318" y="5898356"/>
                </a:lnTo>
                <a:lnTo>
                  <a:pt x="10837873" y="5898356"/>
                </a:lnTo>
                <a:lnTo>
                  <a:pt x="10834542" y="5745956"/>
                </a:lnTo>
                <a:lnTo>
                  <a:pt x="7647882" y="5745956"/>
                </a:lnTo>
                <a:lnTo>
                  <a:pt x="7526064" y="5720556"/>
                </a:lnTo>
                <a:close/>
              </a:path>
              <a:path w="13852525" h="11308715">
                <a:moveTo>
                  <a:pt x="7709259" y="5441156"/>
                </a:moveTo>
                <a:lnTo>
                  <a:pt x="7094160" y="5441156"/>
                </a:lnTo>
                <a:lnTo>
                  <a:pt x="7647651" y="5593556"/>
                </a:lnTo>
                <a:lnTo>
                  <a:pt x="7647882" y="5745956"/>
                </a:lnTo>
                <a:lnTo>
                  <a:pt x="10834542" y="5745956"/>
                </a:lnTo>
                <a:lnTo>
                  <a:pt x="10831212" y="5593556"/>
                </a:lnTo>
                <a:lnTo>
                  <a:pt x="7807228" y="5593556"/>
                </a:lnTo>
                <a:lnTo>
                  <a:pt x="7739743" y="5555456"/>
                </a:lnTo>
                <a:lnTo>
                  <a:pt x="7709259" y="5441156"/>
                </a:lnTo>
                <a:close/>
              </a:path>
              <a:path w="13852525" h="11308715">
                <a:moveTo>
                  <a:pt x="11806857" y="5666748"/>
                </a:moveTo>
                <a:lnTo>
                  <a:pt x="11797054" y="5669756"/>
                </a:lnTo>
                <a:lnTo>
                  <a:pt x="11806729" y="5669756"/>
                </a:lnTo>
                <a:lnTo>
                  <a:pt x="11806857" y="5666748"/>
                </a:lnTo>
                <a:close/>
              </a:path>
              <a:path w="13852525" h="11308715">
                <a:moveTo>
                  <a:pt x="12376544" y="5491956"/>
                </a:moveTo>
                <a:lnTo>
                  <a:pt x="11806857" y="5666748"/>
                </a:lnTo>
                <a:lnTo>
                  <a:pt x="11806729" y="5669756"/>
                </a:lnTo>
                <a:lnTo>
                  <a:pt x="12321796" y="5669756"/>
                </a:lnTo>
                <a:lnTo>
                  <a:pt x="12376544" y="5491956"/>
                </a:lnTo>
                <a:close/>
              </a:path>
              <a:path w="13852525" h="11308715">
                <a:moveTo>
                  <a:pt x="6426495" y="5606256"/>
                </a:moveTo>
                <a:lnTo>
                  <a:pt x="6424317" y="5606831"/>
                </a:lnTo>
                <a:lnTo>
                  <a:pt x="6431280" y="5618956"/>
                </a:lnTo>
                <a:lnTo>
                  <a:pt x="6426495" y="5606256"/>
                </a:lnTo>
                <a:close/>
              </a:path>
              <a:path w="13852525" h="11308715">
                <a:moveTo>
                  <a:pt x="7191551" y="5606256"/>
                </a:moveTo>
                <a:lnTo>
                  <a:pt x="6426495" y="5606256"/>
                </a:lnTo>
                <a:lnTo>
                  <a:pt x="6431280" y="5618956"/>
                </a:lnTo>
                <a:lnTo>
                  <a:pt x="7199043" y="5618956"/>
                </a:lnTo>
                <a:lnTo>
                  <a:pt x="7191551" y="5606256"/>
                </a:lnTo>
                <a:close/>
              </a:path>
              <a:path w="13852525" h="11308715">
                <a:moveTo>
                  <a:pt x="7013797" y="5301456"/>
                </a:moveTo>
                <a:lnTo>
                  <a:pt x="6248940" y="5301456"/>
                </a:lnTo>
                <a:lnTo>
                  <a:pt x="6424317" y="5606831"/>
                </a:lnTo>
                <a:lnTo>
                  <a:pt x="6426495" y="5606256"/>
                </a:lnTo>
                <a:lnTo>
                  <a:pt x="7191551" y="5606256"/>
                </a:lnTo>
                <a:lnTo>
                  <a:pt x="7094160" y="5441156"/>
                </a:lnTo>
                <a:lnTo>
                  <a:pt x="7709259" y="5441156"/>
                </a:lnTo>
                <a:lnTo>
                  <a:pt x="7675389" y="5314156"/>
                </a:lnTo>
                <a:lnTo>
                  <a:pt x="7017210" y="5314156"/>
                </a:lnTo>
                <a:lnTo>
                  <a:pt x="7013797" y="5301456"/>
                </a:lnTo>
                <a:close/>
              </a:path>
              <a:path w="13852525" h="11308715">
                <a:moveTo>
                  <a:pt x="5966362" y="5149056"/>
                </a:moveTo>
                <a:lnTo>
                  <a:pt x="5127917" y="5314156"/>
                </a:lnTo>
                <a:lnTo>
                  <a:pt x="5431122" y="5606256"/>
                </a:lnTo>
                <a:lnTo>
                  <a:pt x="6269568" y="5441156"/>
                </a:lnTo>
                <a:lnTo>
                  <a:pt x="5966362" y="5149056"/>
                </a:lnTo>
                <a:close/>
              </a:path>
              <a:path w="13852525" h="11308715">
                <a:moveTo>
                  <a:pt x="10824828" y="5301456"/>
                </a:moveTo>
                <a:lnTo>
                  <a:pt x="7013912" y="5301456"/>
                </a:lnTo>
                <a:lnTo>
                  <a:pt x="7017210" y="5314156"/>
                </a:lnTo>
                <a:lnTo>
                  <a:pt x="7675389" y="5314156"/>
                </a:lnTo>
                <a:lnTo>
                  <a:pt x="7851561" y="5428456"/>
                </a:lnTo>
                <a:lnTo>
                  <a:pt x="7807228" y="5593556"/>
                </a:lnTo>
                <a:lnTo>
                  <a:pt x="10831212" y="5593556"/>
                </a:lnTo>
                <a:lnTo>
                  <a:pt x="10824828" y="5301456"/>
                </a:lnTo>
                <a:close/>
              </a:path>
              <a:path w="13852525" h="11308715">
                <a:moveTo>
                  <a:pt x="4160606" y="5060156"/>
                </a:moveTo>
                <a:lnTo>
                  <a:pt x="3208425" y="5428456"/>
                </a:lnTo>
                <a:lnTo>
                  <a:pt x="3453025" y="5568156"/>
                </a:lnTo>
                <a:lnTo>
                  <a:pt x="4405227" y="5187156"/>
                </a:lnTo>
                <a:lnTo>
                  <a:pt x="4160606" y="5060156"/>
                </a:lnTo>
                <a:close/>
              </a:path>
              <a:path w="13852525" h="11308715">
                <a:moveTo>
                  <a:pt x="12906926" y="3688556"/>
                </a:moveTo>
                <a:lnTo>
                  <a:pt x="12296149" y="4056856"/>
                </a:lnTo>
                <a:lnTo>
                  <a:pt x="12157399" y="5479256"/>
                </a:lnTo>
                <a:lnTo>
                  <a:pt x="12768176" y="5098256"/>
                </a:lnTo>
                <a:lnTo>
                  <a:pt x="12906926" y="3688556"/>
                </a:lnTo>
                <a:close/>
              </a:path>
              <a:path w="13852525" h="11308715">
                <a:moveTo>
                  <a:pt x="6925066" y="4971256"/>
                </a:moveTo>
                <a:lnTo>
                  <a:pt x="7017210" y="5314156"/>
                </a:lnTo>
                <a:lnTo>
                  <a:pt x="7013912" y="5301456"/>
                </a:lnTo>
                <a:lnTo>
                  <a:pt x="10824828" y="5301456"/>
                </a:lnTo>
                <a:lnTo>
                  <a:pt x="10823717" y="5250656"/>
                </a:lnTo>
                <a:lnTo>
                  <a:pt x="10448079" y="5250656"/>
                </a:lnTo>
                <a:lnTo>
                  <a:pt x="10425930" y="5174456"/>
                </a:lnTo>
                <a:lnTo>
                  <a:pt x="7634846" y="5174456"/>
                </a:lnTo>
                <a:lnTo>
                  <a:pt x="6925066" y="4971256"/>
                </a:lnTo>
                <a:close/>
              </a:path>
              <a:path w="13852525" h="11308715">
                <a:moveTo>
                  <a:pt x="11205803" y="4082256"/>
                </a:moveTo>
                <a:lnTo>
                  <a:pt x="10455922" y="4082256"/>
                </a:lnTo>
                <a:lnTo>
                  <a:pt x="10682669" y="5098256"/>
                </a:lnTo>
                <a:lnTo>
                  <a:pt x="10448079" y="5250656"/>
                </a:lnTo>
                <a:lnTo>
                  <a:pt x="10823717" y="5250656"/>
                </a:lnTo>
                <a:lnTo>
                  <a:pt x="10822885" y="5212556"/>
                </a:lnTo>
                <a:lnTo>
                  <a:pt x="11137440" y="4882356"/>
                </a:lnTo>
                <a:lnTo>
                  <a:pt x="11840169" y="4882356"/>
                </a:lnTo>
                <a:lnTo>
                  <a:pt x="11848798" y="4679156"/>
                </a:lnTo>
                <a:lnTo>
                  <a:pt x="11327529" y="4679156"/>
                </a:lnTo>
                <a:lnTo>
                  <a:pt x="11335665" y="4666456"/>
                </a:lnTo>
                <a:lnTo>
                  <a:pt x="11205803" y="4082256"/>
                </a:lnTo>
                <a:close/>
              </a:path>
              <a:path w="13852525" h="11308715">
                <a:moveTo>
                  <a:pt x="3575367" y="4729956"/>
                </a:moveTo>
                <a:lnTo>
                  <a:pt x="2545503" y="5085556"/>
                </a:lnTo>
                <a:lnTo>
                  <a:pt x="2721508" y="5174456"/>
                </a:lnTo>
                <a:lnTo>
                  <a:pt x="3751372" y="4818856"/>
                </a:lnTo>
                <a:lnTo>
                  <a:pt x="3575367" y="4729956"/>
                </a:lnTo>
                <a:close/>
              </a:path>
              <a:path w="13852525" h="11308715">
                <a:moveTo>
                  <a:pt x="7635599" y="4831556"/>
                </a:moveTo>
                <a:lnTo>
                  <a:pt x="7636510" y="5174456"/>
                </a:lnTo>
                <a:lnTo>
                  <a:pt x="10425930" y="5174456"/>
                </a:lnTo>
                <a:lnTo>
                  <a:pt x="10381632" y="5022056"/>
                </a:lnTo>
                <a:lnTo>
                  <a:pt x="7958396" y="5022056"/>
                </a:lnTo>
                <a:lnTo>
                  <a:pt x="7635599" y="4831556"/>
                </a:lnTo>
                <a:close/>
              </a:path>
              <a:path w="13852525" h="11308715">
                <a:moveTo>
                  <a:pt x="5880899" y="4704556"/>
                </a:moveTo>
                <a:lnTo>
                  <a:pt x="6089699" y="5047456"/>
                </a:lnTo>
                <a:lnTo>
                  <a:pt x="6911307" y="5098256"/>
                </a:lnTo>
                <a:lnTo>
                  <a:pt x="6702487" y="4742656"/>
                </a:lnTo>
                <a:lnTo>
                  <a:pt x="5880899" y="4704556"/>
                </a:lnTo>
                <a:close/>
              </a:path>
              <a:path w="13852525" h="11308715">
                <a:moveTo>
                  <a:pt x="5506209" y="4679156"/>
                </a:moveTo>
                <a:lnTo>
                  <a:pt x="4598540" y="4818856"/>
                </a:lnTo>
                <a:lnTo>
                  <a:pt x="4847496" y="5060156"/>
                </a:lnTo>
                <a:lnTo>
                  <a:pt x="5755175" y="4920456"/>
                </a:lnTo>
                <a:lnTo>
                  <a:pt x="5506209" y="4679156"/>
                </a:lnTo>
                <a:close/>
              </a:path>
              <a:path w="13852525" h="11308715">
                <a:moveTo>
                  <a:pt x="7623663" y="4145756"/>
                </a:moveTo>
                <a:lnTo>
                  <a:pt x="7625328" y="4539456"/>
                </a:lnTo>
                <a:lnTo>
                  <a:pt x="8015075" y="4806156"/>
                </a:lnTo>
                <a:lnTo>
                  <a:pt x="7958396" y="5022056"/>
                </a:lnTo>
                <a:lnTo>
                  <a:pt x="10381632" y="5022056"/>
                </a:lnTo>
                <a:lnTo>
                  <a:pt x="10267195" y="4628356"/>
                </a:lnTo>
                <a:lnTo>
                  <a:pt x="9859992" y="4628356"/>
                </a:lnTo>
                <a:lnTo>
                  <a:pt x="9760072" y="4463256"/>
                </a:lnTo>
                <a:lnTo>
                  <a:pt x="8084937" y="4463256"/>
                </a:lnTo>
                <a:lnTo>
                  <a:pt x="7623663" y="4145756"/>
                </a:lnTo>
                <a:close/>
              </a:path>
              <a:path w="13852525" h="11308715">
                <a:moveTo>
                  <a:pt x="6733763" y="4310856"/>
                </a:moveTo>
                <a:lnTo>
                  <a:pt x="6839582" y="4691856"/>
                </a:lnTo>
                <a:lnTo>
                  <a:pt x="7590302" y="4945856"/>
                </a:lnTo>
                <a:lnTo>
                  <a:pt x="7484484" y="4564856"/>
                </a:lnTo>
                <a:lnTo>
                  <a:pt x="6733763" y="4310856"/>
                </a:lnTo>
                <a:close/>
              </a:path>
              <a:path w="13852525" h="11308715">
                <a:moveTo>
                  <a:pt x="13851902" y="3078956"/>
                </a:moveTo>
                <a:lnTo>
                  <a:pt x="13451318" y="3332956"/>
                </a:lnTo>
                <a:lnTo>
                  <a:pt x="13229900" y="4844256"/>
                </a:lnTo>
                <a:lnTo>
                  <a:pt x="13729634" y="4526756"/>
                </a:lnTo>
                <a:lnTo>
                  <a:pt x="13851902" y="3688556"/>
                </a:lnTo>
                <a:lnTo>
                  <a:pt x="13851902" y="3078956"/>
                </a:lnTo>
                <a:close/>
              </a:path>
              <a:path w="13852525" h="11308715">
                <a:moveTo>
                  <a:pt x="2990128" y="4387056"/>
                </a:moveTo>
                <a:lnTo>
                  <a:pt x="1882560" y="4742656"/>
                </a:lnTo>
                <a:lnTo>
                  <a:pt x="1989928" y="4793456"/>
                </a:lnTo>
                <a:lnTo>
                  <a:pt x="3097518" y="4437856"/>
                </a:lnTo>
                <a:lnTo>
                  <a:pt x="2990128" y="4387056"/>
                </a:lnTo>
                <a:close/>
              </a:path>
              <a:path w="13852525" h="11308715">
                <a:moveTo>
                  <a:pt x="11862822" y="4348956"/>
                </a:moveTo>
                <a:lnTo>
                  <a:pt x="11327529" y="4679156"/>
                </a:lnTo>
                <a:lnTo>
                  <a:pt x="11848798" y="4679156"/>
                </a:lnTo>
                <a:lnTo>
                  <a:pt x="11862822" y="4348956"/>
                </a:lnTo>
                <a:close/>
              </a:path>
              <a:path w="13852525" h="11308715">
                <a:moveTo>
                  <a:pt x="10419085" y="3472656"/>
                </a:moveTo>
                <a:lnTo>
                  <a:pt x="9559876" y="3472656"/>
                </a:lnTo>
                <a:lnTo>
                  <a:pt x="10057473" y="4412456"/>
                </a:lnTo>
                <a:lnTo>
                  <a:pt x="9859992" y="4628356"/>
                </a:lnTo>
                <a:lnTo>
                  <a:pt x="10267195" y="4628356"/>
                </a:lnTo>
                <a:lnTo>
                  <a:pt x="10226589" y="4488656"/>
                </a:lnTo>
                <a:lnTo>
                  <a:pt x="10455922" y="4082256"/>
                </a:lnTo>
                <a:lnTo>
                  <a:pt x="11205803" y="4082256"/>
                </a:lnTo>
                <a:lnTo>
                  <a:pt x="11149342" y="3828256"/>
                </a:lnTo>
                <a:lnTo>
                  <a:pt x="10594494" y="3828256"/>
                </a:lnTo>
                <a:lnTo>
                  <a:pt x="10600441" y="3815556"/>
                </a:lnTo>
                <a:lnTo>
                  <a:pt x="10419085" y="3472656"/>
                </a:lnTo>
                <a:close/>
              </a:path>
              <a:path w="13852525" h="11308715">
                <a:moveTo>
                  <a:pt x="5046076" y="4209256"/>
                </a:moveTo>
                <a:lnTo>
                  <a:pt x="4069174" y="4323556"/>
                </a:lnTo>
                <a:lnTo>
                  <a:pt x="4263849" y="4501356"/>
                </a:lnTo>
                <a:lnTo>
                  <a:pt x="5240793" y="4399756"/>
                </a:lnTo>
                <a:lnTo>
                  <a:pt x="5046076" y="4209256"/>
                </a:lnTo>
                <a:close/>
              </a:path>
              <a:path w="13852525" h="11308715">
                <a:moveTo>
                  <a:pt x="5512868" y="4094956"/>
                </a:moveTo>
                <a:lnTo>
                  <a:pt x="5684591" y="4387056"/>
                </a:lnTo>
                <a:lnTo>
                  <a:pt x="6562805" y="4475956"/>
                </a:lnTo>
                <a:lnTo>
                  <a:pt x="6391082" y="4196556"/>
                </a:lnTo>
                <a:lnTo>
                  <a:pt x="5512868" y="4094956"/>
                </a:lnTo>
                <a:close/>
              </a:path>
              <a:path w="13852525" h="11308715">
                <a:moveTo>
                  <a:pt x="7611736" y="3472656"/>
                </a:moveTo>
                <a:lnTo>
                  <a:pt x="7613820" y="3790156"/>
                </a:lnTo>
                <a:lnTo>
                  <a:pt x="8154243" y="4209256"/>
                </a:lnTo>
                <a:lnTo>
                  <a:pt x="8084937" y="4463256"/>
                </a:lnTo>
                <a:lnTo>
                  <a:pt x="9760072" y="4463256"/>
                </a:lnTo>
                <a:lnTo>
                  <a:pt x="9583289" y="4171156"/>
                </a:lnTo>
                <a:lnTo>
                  <a:pt x="9105377" y="4171156"/>
                </a:lnTo>
                <a:lnTo>
                  <a:pt x="8844315" y="3929856"/>
                </a:lnTo>
                <a:lnTo>
                  <a:pt x="8225341" y="3929856"/>
                </a:lnTo>
                <a:lnTo>
                  <a:pt x="7611736" y="3472656"/>
                </a:lnTo>
                <a:close/>
              </a:path>
              <a:path w="13852525" h="11308715">
                <a:moveTo>
                  <a:pt x="2404879" y="4056856"/>
                </a:moveTo>
                <a:lnTo>
                  <a:pt x="1219606" y="4387056"/>
                </a:lnTo>
                <a:lnTo>
                  <a:pt x="1258380" y="4412456"/>
                </a:lnTo>
                <a:lnTo>
                  <a:pt x="2443632" y="4069556"/>
                </a:lnTo>
                <a:lnTo>
                  <a:pt x="2404879" y="4056856"/>
                </a:lnTo>
                <a:close/>
              </a:path>
              <a:path w="13852525" h="11308715">
                <a:moveTo>
                  <a:pt x="11917783" y="2418556"/>
                </a:moveTo>
                <a:lnTo>
                  <a:pt x="11404218" y="2964656"/>
                </a:lnTo>
                <a:lnTo>
                  <a:pt x="11638347" y="4387056"/>
                </a:lnTo>
                <a:lnTo>
                  <a:pt x="12151912" y="3853656"/>
                </a:lnTo>
                <a:lnTo>
                  <a:pt x="11917783" y="2418556"/>
                </a:lnTo>
                <a:close/>
              </a:path>
              <a:path w="13852525" h="11308715">
                <a:moveTo>
                  <a:pt x="6542429" y="3637756"/>
                </a:moveTo>
                <a:lnTo>
                  <a:pt x="6629840" y="3955256"/>
                </a:lnTo>
                <a:lnTo>
                  <a:pt x="7421512" y="4272756"/>
                </a:lnTo>
                <a:lnTo>
                  <a:pt x="7334111" y="3955256"/>
                </a:lnTo>
                <a:lnTo>
                  <a:pt x="6542429" y="3637756"/>
                </a:lnTo>
                <a:close/>
              </a:path>
              <a:path w="13852525" h="11308715">
                <a:moveTo>
                  <a:pt x="8675913" y="2151856"/>
                </a:moveTo>
                <a:lnTo>
                  <a:pt x="8439135" y="3053556"/>
                </a:lnTo>
                <a:lnTo>
                  <a:pt x="9249467" y="3917156"/>
                </a:lnTo>
                <a:lnTo>
                  <a:pt x="9105377" y="4171156"/>
                </a:lnTo>
                <a:lnTo>
                  <a:pt x="9583289" y="4171156"/>
                </a:lnTo>
                <a:lnTo>
                  <a:pt x="9437251" y="3929856"/>
                </a:lnTo>
                <a:lnTo>
                  <a:pt x="9559876" y="3472656"/>
                </a:lnTo>
                <a:lnTo>
                  <a:pt x="10419085" y="3472656"/>
                </a:lnTo>
                <a:lnTo>
                  <a:pt x="10271313" y="3193256"/>
                </a:lnTo>
                <a:lnTo>
                  <a:pt x="9633989" y="3193256"/>
                </a:lnTo>
                <a:lnTo>
                  <a:pt x="9637151" y="3180556"/>
                </a:lnTo>
                <a:lnTo>
                  <a:pt x="8675913" y="2151856"/>
                </a:lnTo>
                <a:close/>
              </a:path>
              <a:path w="13852525" h="11308715">
                <a:moveTo>
                  <a:pt x="4585933" y="3739356"/>
                </a:moveTo>
                <a:lnTo>
                  <a:pt x="3539797" y="3828256"/>
                </a:lnTo>
                <a:lnTo>
                  <a:pt x="3680254" y="3955256"/>
                </a:lnTo>
                <a:lnTo>
                  <a:pt x="4726390" y="3879056"/>
                </a:lnTo>
                <a:lnTo>
                  <a:pt x="4585933" y="3739356"/>
                </a:lnTo>
                <a:close/>
              </a:path>
              <a:path w="13852525" h="11308715">
                <a:moveTo>
                  <a:pt x="8349672" y="3472656"/>
                </a:moveTo>
                <a:lnTo>
                  <a:pt x="8225341" y="3929856"/>
                </a:lnTo>
                <a:lnTo>
                  <a:pt x="8844315" y="3929856"/>
                </a:lnTo>
                <a:lnTo>
                  <a:pt x="8349672" y="3472656"/>
                </a:lnTo>
                <a:close/>
              </a:path>
              <a:path w="13852525" h="11308715">
                <a:moveTo>
                  <a:pt x="5144827" y="3485356"/>
                </a:moveTo>
                <a:lnTo>
                  <a:pt x="5279462" y="3713956"/>
                </a:lnTo>
                <a:lnTo>
                  <a:pt x="6214302" y="3853656"/>
                </a:lnTo>
                <a:lnTo>
                  <a:pt x="6079668" y="3637756"/>
                </a:lnTo>
                <a:lnTo>
                  <a:pt x="5144827" y="3485356"/>
                </a:lnTo>
                <a:close/>
              </a:path>
              <a:path w="13852525" h="11308715">
                <a:moveTo>
                  <a:pt x="11044888" y="3358356"/>
                </a:moveTo>
                <a:lnTo>
                  <a:pt x="10594494" y="3828256"/>
                </a:lnTo>
                <a:lnTo>
                  <a:pt x="11149342" y="3828256"/>
                </a:lnTo>
                <a:lnTo>
                  <a:pt x="11044888" y="3358356"/>
                </a:lnTo>
                <a:close/>
              </a:path>
              <a:path w="13852525" h="11308715">
                <a:moveTo>
                  <a:pt x="7599810" y="2786856"/>
                </a:moveTo>
                <a:lnTo>
                  <a:pt x="7602313" y="3040856"/>
                </a:lnTo>
                <a:lnTo>
                  <a:pt x="8282857" y="3612356"/>
                </a:lnTo>
                <a:lnTo>
                  <a:pt x="8280355" y="3358356"/>
                </a:lnTo>
                <a:lnTo>
                  <a:pt x="7599810" y="2786856"/>
                </a:lnTo>
                <a:close/>
              </a:path>
              <a:path w="13852525" h="11308715">
                <a:moveTo>
                  <a:pt x="6351115" y="2977356"/>
                </a:moveTo>
                <a:lnTo>
                  <a:pt x="6420118" y="3218656"/>
                </a:lnTo>
                <a:lnTo>
                  <a:pt x="7252732" y="3599656"/>
                </a:lnTo>
                <a:lnTo>
                  <a:pt x="7183739" y="3345656"/>
                </a:lnTo>
                <a:lnTo>
                  <a:pt x="6351115" y="2977356"/>
                </a:lnTo>
                <a:close/>
              </a:path>
              <a:path w="13852525" h="11308715">
                <a:moveTo>
                  <a:pt x="12790678" y="1491456"/>
                </a:moveTo>
                <a:lnTo>
                  <a:pt x="12370890" y="1923256"/>
                </a:lnTo>
                <a:lnTo>
                  <a:pt x="12548382" y="3472656"/>
                </a:lnTo>
                <a:lnTo>
                  <a:pt x="12968181" y="3040856"/>
                </a:lnTo>
                <a:lnTo>
                  <a:pt x="12790678" y="1491456"/>
                </a:lnTo>
                <a:close/>
              </a:path>
              <a:path w="13852525" h="11308715">
                <a:moveTo>
                  <a:pt x="10591646" y="1453356"/>
                </a:moveTo>
                <a:lnTo>
                  <a:pt x="10217657" y="2113756"/>
                </a:lnTo>
                <a:lnTo>
                  <a:pt x="10830727" y="3459956"/>
                </a:lnTo>
                <a:lnTo>
                  <a:pt x="11204716" y="2799556"/>
                </a:lnTo>
                <a:lnTo>
                  <a:pt x="10591646" y="1453356"/>
                </a:lnTo>
                <a:close/>
              </a:path>
              <a:path w="13852525" h="11308715">
                <a:moveTo>
                  <a:pt x="4125801" y="3282156"/>
                </a:moveTo>
                <a:lnTo>
                  <a:pt x="3010421" y="3332956"/>
                </a:lnTo>
                <a:lnTo>
                  <a:pt x="3096628" y="3409156"/>
                </a:lnTo>
                <a:lnTo>
                  <a:pt x="4212018" y="3358356"/>
                </a:lnTo>
                <a:lnTo>
                  <a:pt x="4125801" y="3282156"/>
                </a:lnTo>
                <a:close/>
              </a:path>
              <a:path w="13852525" h="11308715">
                <a:moveTo>
                  <a:pt x="4776796" y="2888456"/>
                </a:moveTo>
                <a:lnTo>
                  <a:pt x="4874343" y="3040856"/>
                </a:lnTo>
                <a:lnTo>
                  <a:pt x="5865810" y="3231356"/>
                </a:lnTo>
                <a:lnTo>
                  <a:pt x="5768264" y="3078956"/>
                </a:lnTo>
                <a:lnTo>
                  <a:pt x="4776796" y="2888456"/>
                </a:lnTo>
                <a:close/>
              </a:path>
              <a:path w="13852525" h="11308715">
                <a:moveTo>
                  <a:pt x="9962335" y="2609056"/>
                </a:moveTo>
                <a:lnTo>
                  <a:pt x="9633989" y="3193256"/>
                </a:lnTo>
                <a:lnTo>
                  <a:pt x="10271313" y="3193256"/>
                </a:lnTo>
                <a:lnTo>
                  <a:pt x="9962335" y="2609056"/>
                </a:lnTo>
                <a:close/>
              </a:path>
              <a:path w="13852525" h="11308715">
                <a:moveTo>
                  <a:pt x="7587884" y="2113756"/>
                </a:moveTo>
                <a:lnTo>
                  <a:pt x="7590805" y="2291556"/>
                </a:lnTo>
                <a:lnTo>
                  <a:pt x="8294784" y="2926556"/>
                </a:lnTo>
                <a:lnTo>
                  <a:pt x="8291862" y="2736056"/>
                </a:lnTo>
                <a:lnTo>
                  <a:pt x="7587884" y="2113756"/>
                </a:lnTo>
                <a:close/>
              </a:path>
              <a:path w="13852525" h="11308715">
                <a:moveTo>
                  <a:pt x="6159801" y="2304256"/>
                </a:moveTo>
                <a:lnTo>
                  <a:pt x="6210376" y="2482056"/>
                </a:lnTo>
                <a:lnTo>
                  <a:pt x="7083951" y="2913856"/>
                </a:lnTo>
                <a:lnTo>
                  <a:pt x="7033366" y="2736056"/>
                </a:lnTo>
                <a:lnTo>
                  <a:pt x="6159801" y="2304256"/>
                </a:lnTo>
                <a:close/>
              </a:path>
              <a:path w="13852525" h="11308715">
                <a:moveTo>
                  <a:pt x="3665658" y="2812256"/>
                </a:moveTo>
                <a:lnTo>
                  <a:pt x="2481055" y="2837656"/>
                </a:lnTo>
                <a:lnTo>
                  <a:pt x="2512981" y="2863056"/>
                </a:lnTo>
                <a:lnTo>
                  <a:pt x="3697615" y="2837656"/>
                </a:lnTo>
                <a:lnTo>
                  <a:pt x="3665658" y="2812256"/>
                </a:lnTo>
                <a:close/>
              </a:path>
              <a:path w="13852525" h="11308715">
                <a:moveTo>
                  <a:pt x="9002134" y="843756"/>
                </a:moveTo>
                <a:lnTo>
                  <a:pt x="8802779" y="1605756"/>
                </a:lnTo>
                <a:lnTo>
                  <a:pt x="9774309" y="2761456"/>
                </a:lnTo>
                <a:lnTo>
                  <a:pt x="9973675" y="2012156"/>
                </a:lnTo>
                <a:lnTo>
                  <a:pt x="9002134" y="843756"/>
                </a:lnTo>
                <a:close/>
              </a:path>
              <a:path w="13852525" h="11308715">
                <a:moveTo>
                  <a:pt x="4408755" y="2278856"/>
                </a:moveTo>
                <a:lnTo>
                  <a:pt x="4469235" y="2380456"/>
                </a:lnTo>
                <a:lnTo>
                  <a:pt x="5517318" y="2609056"/>
                </a:lnTo>
                <a:lnTo>
                  <a:pt x="5456849" y="2520156"/>
                </a:lnTo>
                <a:lnTo>
                  <a:pt x="4408755" y="2278856"/>
                </a:lnTo>
                <a:close/>
              </a:path>
              <a:path w="13852525" h="11308715">
                <a:moveTo>
                  <a:pt x="11220946" y="284956"/>
                </a:moveTo>
                <a:lnTo>
                  <a:pt x="10915740" y="843756"/>
                </a:lnTo>
                <a:lnTo>
                  <a:pt x="11503785" y="2316956"/>
                </a:lnTo>
                <a:lnTo>
                  <a:pt x="11808991" y="1770856"/>
                </a:lnTo>
                <a:lnTo>
                  <a:pt x="11220946" y="284956"/>
                </a:lnTo>
                <a:close/>
              </a:path>
              <a:path w="13852525" h="11308715">
                <a:moveTo>
                  <a:pt x="5968477" y="1643856"/>
                </a:moveTo>
                <a:lnTo>
                  <a:pt x="6000644" y="1745456"/>
                </a:lnTo>
                <a:lnTo>
                  <a:pt x="6915171" y="2240756"/>
                </a:lnTo>
                <a:lnTo>
                  <a:pt x="6883015" y="2126456"/>
                </a:lnTo>
                <a:lnTo>
                  <a:pt x="5968477" y="1643856"/>
                </a:lnTo>
                <a:close/>
              </a:path>
              <a:path w="13852525" h="11308715">
                <a:moveTo>
                  <a:pt x="7575968" y="1427956"/>
                </a:moveTo>
                <a:lnTo>
                  <a:pt x="7579298" y="1542256"/>
                </a:lnTo>
                <a:lnTo>
                  <a:pt x="8306699" y="2240756"/>
                </a:lnTo>
                <a:lnTo>
                  <a:pt x="8303370" y="2126456"/>
                </a:lnTo>
                <a:lnTo>
                  <a:pt x="7575968" y="1427956"/>
                </a:lnTo>
                <a:close/>
              </a:path>
              <a:path w="13852525" h="11308715">
                <a:moveTo>
                  <a:pt x="4040735" y="1669256"/>
                </a:moveTo>
                <a:lnTo>
                  <a:pt x="4064096" y="1707356"/>
                </a:lnTo>
                <a:lnTo>
                  <a:pt x="5168826" y="1986756"/>
                </a:lnTo>
                <a:lnTo>
                  <a:pt x="5145445" y="1961356"/>
                </a:lnTo>
                <a:lnTo>
                  <a:pt x="4040735" y="1669256"/>
                </a:lnTo>
                <a:close/>
              </a:path>
              <a:path w="13852525" h="11308715">
                <a:moveTo>
                  <a:pt x="5777164" y="970756"/>
                </a:moveTo>
                <a:lnTo>
                  <a:pt x="5790923" y="1008856"/>
                </a:lnTo>
                <a:lnTo>
                  <a:pt x="6746391" y="1554956"/>
                </a:lnTo>
                <a:lnTo>
                  <a:pt x="6732643" y="1529556"/>
                </a:lnTo>
                <a:lnTo>
                  <a:pt x="5777164" y="970756"/>
                </a:lnTo>
                <a:close/>
              </a:path>
              <a:path w="13852525" h="11308715">
                <a:moveTo>
                  <a:pt x="7564041" y="754856"/>
                </a:moveTo>
                <a:lnTo>
                  <a:pt x="7567790" y="792956"/>
                </a:lnTo>
                <a:lnTo>
                  <a:pt x="8318636" y="1554956"/>
                </a:lnTo>
                <a:lnTo>
                  <a:pt x="8314888" y="1516856"/>
                </a:lnTo>
                <a:lnTo>
                  <a:pt x="7564041" y="754856"/>
                </a:lnTo>
                <a:close/>
              </a:path>
              <a:path w="13852525" h="11308715">
                <a:moveTo>
                  <a:pt x="9684684" y="5556"/>
                </a:moveTo>
                <a:lnTo>
                  <a:pt x="9205378" y="5556"/>
                </a:lnTo>
                <a:lnTo>
                  <a:pt x="9166401" y="157956"/>
                </a:lnTo>
                <a:lnTo>
                  <a:pt x="10148214" y="1453356"/>
                </a:lnTo>
                <a:lnTo>
                  <a:pt x="10310167" y="831056"/>
                </a:lnTo>
                <a:lnTo>
                  <a:pt x="9684684" y="5556"/>
                </a:lnTo>
                <a:close/>
              </a:path>
              <a:path w="13852525" h="11308715">
                <a:moveTo>
                  <a:pt x="12155392" y="5556"/>
                </a:moveTo>
                <a:lnTo>
                  <a:pt x="11769899" y="5556"/>
                </a:lnTo>
                <a:lnTo>
                  <a:pt x="12176843" y="1173956"/>
                </a:lnTo>
                <a:lnTo>
                  <a:pt x="12413266" y="742156"/>
                </a:lnTo>
                <a:lnTo>
                  <a:pt x="12155392" y="5556"/>
                </a:lnTo>
                <a:close/>
              </a:path>
              <a:path w="13852525" h="11308715">
                <a:moveTo>
                  <a:pt x="10558529" y="5556"/>
                </a:moveTo>
                <a:lnTo>
                  <a:pt x="10424416" y="5556"/>
                </a:lnTo>
                <a:lnTo>
                  <a:pt x="10522108" y="145256"/>
                </a:lnTo>
                <a:lnTo>
                  <a:pt x="10558529" y="5556"/>
                </a:lnTo>
                <a:close/>
              </a:path>
            </a:pathLst>
          </a:custGeom>
          <a:solidFill>
            <a:srgbClr val="1A0F5C">
              <a:alpha val="5000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FDD0999-C447-FB95-885F-11AEB8E0577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3908" y="1714110"/>
            <a:ext cx="1840546" cy="610478"/>
          </a:xfrm>
          <a:prstGeom prst="rect">
            <a:avLst/>
          </a:prstGeom>
        </p:spPr>
      </p:pic>
      <p:pic>
        <p:nvPicPr>
          <p:cNvPr id="9" name="Picture 8" descr="Text&#10;&#10;Description automatically generated">
            <a:extLst>
              <a:ext uri="{FF2B5EF4-FFF2-40B4-BE49-F238E27FC236}">
                <a16:creationId xmlns:a16="http://schemas.microsoft.com/office/drawing/2014/main" id="{07546131-B7BB-A430-1C56-5655E9755FC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411629" y="5850238"/>
            <a:ext cx="2396464" cy="63286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C8727FE-405D-4A27-55AD-4A118BF61623}"/>
              </a:ext>
            </a:extLst>
          </p:cNvPr>
          <p:cNvSpPr txBox="1"/>
          <p:nvPr userDrawn="1"/>
        </p:nvSpPr>
        <p:spPr>
          <a:xfrm>
            <a:off x="383907" y="6267664"/>
            <a:ext cx="20054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jmangroup.com</a:t>
            </a:r>
            <a:endParaRPr lang="en-GB" sz="800" spc="55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8058ADA7-0FE6-4E57-9CFB-69F55800D8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3908" y="4082988"/>
            <a:ext cx="3519877" cy="3385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bg1"/>
                </a:solidFill>
              </a:defRPr>
            </a:lvl1pPr>
          </a:lstStyle>
          <a:p>
            <a:fld id="{56C104B4-4888-45A4-89E8-FB11A9327527}" type="datetime3">
              <a:rPr lang="en-US" smtClean="0"/>
              <a:t>13 May 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88666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4">
    <p:bg>
      <p:bgPr>
        <a:gradFill>
          <a:gsLst>
            <a:gs pos="0">
              <a:schemeClr val="bg2"/>
            </a:gs>
            <a:gs pos="100000">
              <a:schemeClr val="accent4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14E23-4D5A-C225-A302-6C9C57B22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643127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bg object 17">
            <a:extLst>
              <a:ext uri="{FF2B5EF4-FFF2-40B4-BE49-F238E27FC236}">
                <a16:creationId xmlns:a16="http://schemas.microsoft.com/office/drawing/2014/main" id="{5AE8EB3F-06DA-9660-72EB-9FC6330A4F34}"/>
              </a:ext>
            </a:extLst>
          </p:cNvPr>
          <p:cNvSpPr/>
          <p:nvPr userDrawn="1"/>
        </p:nvSpPr>
        <p:spPr>
          <a:xfrm>
            <a:off x="3791345" y="1"/>
            <a:ext cx="8400655" cy="6858000"/>
          </a:xfrm>
          <a:custGeom>
            <a:avLst/>
            <a:gdLst/>
            <a:ahLst/>
            <a:cxnLst/>
            <a:rect l="l" t="t" r="r" b="b"/>
            <a:pathLst>
              <a:path w="13852525" h="11308715">
                <a:moveTo>
                  <a:pt x="13663594" y="541274"/>
                </a:moveTo>
                <a:lnTo>
                  <a:pt x="13337552" y="886374"/>
                </a:lnTo>
                <a:lnTo>
                  <a:pt x="13458406" y="2559160"/>
                </a:lnTo>
                <a:lnTo>
                  <a:pt x="13784438" y="2214071"/>
                </a:lnTo>
                <a:lnTo>
                  <a:pt x="13663594" y="541274"/>
                </a:lnTo>
                <a:close/>
              </a:path>
              <a:path w="13852525" h="11308715">
                <a:moveTo>
                  <a:pt x="12862427" y="0"/>
                </a:moveTo>
                <a:lnTo>
                  <a:pt x="12842864" y="0"/>
                </a:lnTo>
                <a:lnTo>
                  <a:pt x="12849922" y="22955"/>
                </a:lnTo>
                <a:lnTo>
                  <a:pt x="12862427" y="0"/>
                </a:lnTo>
                <a:close/>
              </a:path>
              <a:path w="13852525" h="11308715">
                <a:moveTo>
                  <a:pt x="1356744" y="11181556"/>
                </a:moveTo>
                <a:lnTo>
                  <a:pt x="1317802" y="11206956"/>
                </a:lnTo>
                <a:lnTo>
                  <a:pt x="1288384" y="11308556"/>
                </a:lnTo>
                <a:lnTo>
                  <a:pt x="1318869" y="11308556"/>
                </a:lnTo>
                <a:lnTo>
                  <a:pt x="1356744" y="11181556"/>
                </a:lnTo>
                <a:close/>
              </a:path>
              <a:path w="13852525" h="11308715">
                <a:moveTo>
                  <a:pt x="2108543" y="10737056"/>
                </a:moveTo>
                <a:lnTo>
                  <a:pt x="1991771" y="10813256"/>
                </a:lnTo>
                <a:lnTo>
                  <a:pt x="1863059" y="11308556"/>
                </a:lnTo>
                <a:lnTo>
                  <a:pt x="1960085" y="11308556"/>
                </a:lnTo>
                <a:lnTo>
                  <a:pt x="2108543" y="10737056"/>
                </a:lnTo>
                <a:close/>
              </a:path>
              <a:path w="13852525" h="11308715">
                <a:moveTo>
                  <a:pt x="2860321" y="10292556"/>
                </a:moveTo>
                <a:lnTo>
                  <a:pt x="2665698" y="10419556"/>
                </a:lnTo>
                <a:lnTo>
                  <a:pt x="2464479" y="11308556"/>
                </a:lnTo>
                <a:lnTo>
                  <a:pt x="2631287" y="11308556"/>
                </a:lnTo>
                <a:lnTo>
                  <a:pt x="2860321" y="10292556"/>
                </a:lnTo>
                <a:close/>
              </a:path>
              <a:path w="13852525" h="11308715">
                <a:moveTo>
                  <a:pt x="4206856" y="10991056"/>
                </a:moveTo>
                <a:lnTo>
                  <a:pt x="3978528" y="11232356"/>
                </a:lnTo>
                <a:lnTo>
                  <a:pt x="3984302" y="11308556"/>
                </a:lnTo>
                <a:lnTo>
                  <a:pt x="4230674" y="11308556"/>
                </a:lnTo>
                <a:lnTo>
                  <a:pt x="4206856" y="10991056"/>
                </a:lnTo>
                <a:close/>
              </a:path>
              <a:path w="13852525" h="11308715">
                <a:moveTo>
                  <a:pt x="4844187" y="10356056"/>
                </a:moveTo>
                <a:lnTo>
                  <a:pt x="4550207" y="10660856"/>
                </a:lnTo>
                <a:lnTo>
                  <a:pt x="4626194" y="11308556"/>
                </a:lnTo>
                <a:lnTo>
                  <a:pt x="4956321" y="11308556"/>
                </a:lnTo>
                <a:lnTo>
                  <a:pt x="4844187" y="10356056"/>
                </a:lnTo>
                <a:close/>
              </a:path>
              <a:path w="13852525" h="11308715">
                <a:moveTo>
                  <a:pt x="5579023" y="11168856"/>
                </a:moveTo>
                <a:lnTo>
                  <a:pt x="5495758" y="11308556"/>
                </a:lnTo>
                <a:lnTo>
                  <a:pt x="5639011" y="11308556"/>
                </a:lnTo>
                <a:lnTo>
                  <a:pt x="5579023" y="11168856"/>
                </a:lnTo>
                <a:close/>
              </a:path>
              <a:path w="13852525" h="11308715">
                <a:moveTo>
                  <a:pt x="6049721" y="10356056"/>
                </a:moveTo>
                <a:lnTo>
                  <a:pt x="5788221" y="10825956"/>
                </a:lnTo>
                <a:lnTo>
                  <a:pt x="6010322" y="11308556"/>
                </a:lnTo>
                <a:lnTo>
                  <a:pt x="6481959" y="11308556"/>
                </a:lnTo>
                <a:lnTo>
                  <a:pt x="6049721" y="10356056"/>
                </a:lnTo>
                <a:close/>
              </a:path>
              <a:path w="13852525" h="11308715">
                <a:moveTo>
                  <a:pt x="6792159" y="10851356"/>
                </a:moveTo>
                <a:lnTo>
                  <a:pt x="6670546" y="11308556"/>
                </a:lnTo>
                <a:lnTo>
                  <a:pt x="7184035" y="11308556"/>
                </a:lnTo>
                <a:lnTo>
                  <a:pt x="6792159" y="10851356"/>
                </a:lnTo>
                <a:close/>
              </a:path>
              <a:path w="13852525" h="11308715">
                <a:moveTo>
                  <a:pt x="7666782" y="11130756"/>
                </a:moveTo>
                <a:lnTo>
                  <a:pt x="7667177" y="11308556"/>
                </a:lnTo>
                <a:lnTo>
                  <a:pt x="7938091" y="11308556"/>
                </a:lnTo>
                <a:lnTo>
                  <a:pt x="7666782" y="11130756"/>
                </a:lnTo>
                <a:close/>
              </a:path>
              <a:path w="13852525" h="11308715">
                <a:moveTo>
                  <a:pt x="9478281" y="10813256"/>
                </a:moveTo>
                <a:lnTo>
                  <a:pt x="7686195" y="10813256"/>
                </a:lnTo>
                <a:lnTo>
                  <a:pt x="8511158" y="11308556"/>
                </a:lnTo>
                <a:lnTo>
                  <a:pt x="8554593" y="11308556"/>
                </a:lnTo>
                <a:lnTo>
                  <a:pt x="8554315" y="10851356"/>
                </a:lnTo>
                <a:lnTo>
                  <a:pt x="9488564" y="10851356"/>
                </a:lnTo>
                <a:lnTo>
                  <a:pt x="9478281" y="10813256"/>
                </a:lnTo>
                <a:close/>
              </a:path>
              <a:path w="13852525" h="11308715">
                <a:moveTo>
                  <a:pt x="8619486" y="11168856"/>
                </a:moveTo>
                <a:lnTo>
                  <a:pt x="8658631" y="11308556"/>
                </a:lnTo>
                <a:lnTo>
                  <a:pt x="9042097" y="11308556"/>
                </a:lnTo>
                <a:lnTo>
                  <a:pt x="8619486" y="11168856"/>
                </a:lnTo>
                <a:close/>
              </a:path>
              <a:path w="13852525" h="11308715">
                <a:moveTo>
                  <a:pt x="9587425" y="10952956"/>
                </a:moveTo>
                <a:lnTo>
                  <a:pt x="9799117" y="11308556"/>
                </a:lnTo>
                <a:lnTo>
                  <a:pt x="10926641" y="11308556"/>
                </a:lnTo>
                <a:lnTo>
                  <a:pt x="10757923" y="11029156"/>
                </a:lnTo>
                <a:lnTo>
                  <a:pt x="9587425" y="10952956"/>
                </a:lnTo>
                <a:close/>
              </a:path>
              <a:path w="13852525" h="11308715">
                <a:moveTo>
                  <a:pt x="12527880" y="11029156"/>
                </a:moveTo>
                <a:lnTo>
                  <a:pt x="11234160" y="11219656"/>
                </a:lnTo>
                <a:lnTo>
                  <a:pt x="11329752" y="11308556"/>
                </a:lnTo>
                <a:lnTo>
                  <a:pt x="12829487" y="11308556"/>
                </a:lnTo>
                <a:lnTo>
                  <a:pt x="12527880" y="11029156"/>
                </a:lnTo>
                <a:close/>
              </a:path>
              <a:path w="13852525" h="11308715">
                <a:moveTo>
                  <a:pt x="7638137" y="10546556"/>
                </a:moveTo>
                <a:lnTo>
                  <a:pt x="6890020" y="10546556"/>
                </a:lnTo>
                <a:lnTo>
                  <a:pt x="6887821" y="10559256"/>
                </a:lnTo>
                <a:lnTo>
                  <a:pt x="7563947" y="11270456"/>
                </a:lnTo>
                <a:lnTo>
                  <a:pt x="7686195" y="10813256"/>
                </a:lnTo>
                <a:lnTo>
                  <a:pt x="9478281" y="10813256"/>
                </a:lnTo>
                <a:lnTo>
                  <a:pt x="9437147" y="10660856"/>
                </a:lnTo>
                <a:lnTo>
                  <a:pt x="10524376" y="10660856"/>
                </a:lnTo>
                <a:lnTo>
                  <a:pt x="10516980" y="10648156"/>
                </a:lnTo>
                <a:lnTo>
                  <a:pt x="8499343" y="10648156"/>
                </a:lnTo>
                <a:lnTo>
                  <a:pt x="8414694" y="10597356"/>
                </a:lnTo>
                <a:lnTo>
                  <a:pt x="7686069" y="10597356"/>
                </a:lnTo>
                <a:lnTo>
                  <a:pt x="7638137" y="10546556"/>
                </a:lnTo>
                <a:close/>
              </a:path>
              <a:path w="13852525" h="11308715">
                <a:moveTo>
                  <a:pt x="3612099" y="9848056"/>
                </a:moveTo>
                <a:lnTo>
                  <a:pt x="3339678" y="10013156"/>
                </a:lnTo>
                <a:lnTo>
                  <a:pt x="3128616" y="11143456"/>
                </a:lnTo>
                <a:lnTo>
                  <a:pt x="3401069" y="10978356"/>
                </a:lnTo>
                <a:lnTo>
                  <a:pt x="3612099" y="9848056"/>
                </a:lnTo>
                <a:close/>
              </a:path>
              <a:path w="13852525" h="11308715">
                <a:moveTo>
                  <a:pt x="9488564" y="10851356"/>
                </a:moveTo>
                <a:lnTo>
                  <a:pt x="8556681" y="10851356"/>
                </a:lnTo>
                <a:lnTo>
                  <a:pt x="9567405" y="11143456"/>
                </a:lnTo>
                <a:lnTo>
                  <a:pt x="9488564" y="10851356"/>
                </a:lnTo>
                <a:close/>
              </a:path>
              <a:path w="13852525" h="11308715">
                <a:moveTo>
                  <a:pt x="5481518" y="9708356"/>
                </a:moveTo>
                <a:lnTo>
                  <a:pt x="5121885" y="10089356"/>
                </a:lnTo>
                <a:lnTo>
                  <a:pt x="5288310" y="11092656"/>
                </a:lnTo>
                <a:lnTo>
                  <a:pt x="5647953" y="10711656"/>
                </a:lnTo>
                <a:lnTo>
                  <a:pt x="5481518" y="9708356"/>
                </a:lnTo>
                <a:close/>
              </a:path>
              <a:path w="13852525" h="11308715">
                <a:moveTo>
                  <a:pt x="13851902" y="10571956"/>
                </a:moveTo>
                <a:lnTo>
                  <a:pt x="13158437" y="10838656"/>
                </a:lnTo>
                <a:lnTo>
                  <a:pt x="13506593" y="11029156"/>
                </a:lnTo>
                <a:lnTo>
                  <a:pt x="13851902" y="10889456"/>
                </a:lnTo>
                <a:lnTo>
                  <a:pt x="13851902" y="10571956"/>
                </a:lnTo>
                <a:close/>
              </a:path>
              <a:path w="13852525" h="11308715">
                <a:moveTo>
                  <a:pt x="6806761" y="10102056"/>
                </a:moveTo>
                <a:lnTo>
                  <a:pt x="6214962" y="10102056"/>
                </a:lnTo>
                <a:lnTo>
                  <a:pt x="6210816" y="10114756"/>
                </a:lnTo>
                <a:lnTo>
                  <a:pt x="6660446" y="10965656"/>
                </a:lnTo>
                <a:lnTo>
                  <a:pt x="6890020" y="10546556"/>
                </a:lnTo>
                <a:lnTo>
                  <a:pt x="7638137" y="10546556"/>
                </a:lnTo>
                <a:lnTo>
                  <a:pt x="7458393" y="10356056"/>
                </a:lnTo>
                <a:lnTo>
                  <a:pt x="6941610" y="10356056"/>
                </a:lnTo>
                <a:lnTo>
                  <a:pt x="6806761" y="10102056"/>
                </a:lnTo>
                <a:close/>
              </a:path>
              <a:path w="13852525" h="11308715">
                <a:moveTo>
                  <a:pt x="11697937" y="10241756"/>
                </a:moveTo>
                <a:lnTo>
                  <a:pt x="10502769" y="10483056"/>
                </a:lnTo>
                <a:lnTo>
                  <a:pt x="10933949" y="10902156"/>
                </a:lnTo>
                <a:lnTo>
                  <a:pt x="12129107" y="10660856"/>
                </a:lnTo>
                <a:lnTo>
                  <a:pt x="11697937" y="10241756"/>
                </a:lnTo>
                <a:close/>
              </a:path>
              <a:path w="13852525" h="11308715">
                <a:moveTo>
                  <a:pt x="4363898" y="9390856"/>
                </a:moveTo>
                <a:lnTo>
                  <a:pt x="4013595" y="9619456"/>
                </a:lnTo>
                <a:lnTo>
                  <a:pt x="3860447" y="10673556"/>
                </a:lnTo>
                <a:lnTo>
                  <a:pt x="4210719" y="10457656"/>
                </a:lnTo>
                <a:lnTo>
                  <a:pt x="4363898" y="9390856"/>
                </a:lnTo>
                <a:close/>
              </a:path>
              <a:path w="13852525" h="11308715">
                <a:moveTo>
                  <a:pt x="10524376" y="10660856"/>
                </a:moveTo>
                <a:lnTo>
                  <a:pt x="9441827" y="10660856"/>
                </a:lnTo>
                <a:lnTo>
                  <a:pt x="10531773" y="10673556"/>
                </a:lnTo>
                <a:lnTo>
                  <a:pt x="10524376" y="10660856"/>
                </a:lnTo>
                <a:close/>
              </a:path>
              <a:path w="13852525" h="11308715">
                <a:moveTo>
                  <a:pt x="9253203" y="10025856"/>
                </a:moveTo>
                <a:lnTo>
                  <a:pt x="7875927" y="10025856"/>
                </a:lnTo>
                <a:lnTo>
                  <a:pt x="8408372" y="10305256"/>
                </a:lnTo>
                <a:lnTo>
                  <a:pt x="8499343" y="10648156"/>
                </a:lnTo>
                <a:lnTo>
                  <a:pt x="10516980" y="10648156"/>
                </a:lnTo>
                <a:lnTo>
                  <a:pt x="10413427" y="10470356"/>
                </a:lnTo>
                <a:lnTo>
                  <a:pt x="9327893" y="10470356"/>
                </a:lnTo>
                <a:lnTo>
                  <a:pt x="8539708" y="10241756"/>
                </a:lnTo>
                <a:lnTo>
                  <a:pt x="8539834" y="10038556"/>
                </a:lnTo>
                <a:lnTo>
                  <a:pt x="9256753" y="10038556"/>
                </a:lnTo>
                <a:lnTo>
                  <a:pt x="9253203" y="10025856"/>
                </a:lnTo>
                <a:close/>
              </a:path>
              <a:path w="13852525" h="11308715">
                <a:moveTo>
                  <a:pt x="9207049" y="9860756"/>
                </a:moveTo>
                <a:lnTo>
                  <a:pt x="7259580" y="9860756"/>
                </a:lnTo>
                <a:lnTo>
                  <a:pt x="7685860" y="10254456"/>
                </a:lnTo>
                <a:lnTo>
                  <a:pt x="7686069" y="10597356"/>
                </a:lnTo>
                <a:lnTo>
                  <a:pt x="8414694" y="10597356"/>
                </a:lnTo>
                <a:lnTo>
                  <a:pt x="7822149" y="10241756"/>
                </a:lnTo>
                <a:lnTo>
                  <a:pt x="7875927" y="10025856"/>
                </a:lnTo>
                <a:lnTo>
                  <a:pt x="9253203" y="10025856"/>
                </a:lnTo>
                <a:lnTo>
                  <a:pt x="9207049" y="9860756"/>
                </a:lnTo>
                <a:close/>
              </a:path>
              <a:path w="13852525" h="11308715">
                <a:moveTo>
                  <a:pt x="13475066" y="9759156"/>
                </a:moveTo>
                <a:lnTo>
                  <a:pt x="12227920" y="10305256"/>
                </a:lnTo>
                <a:lnTo>
                  <a:pt x="12673708" y="10546556"/>
                </a:lnTo>
                <a:lnTo>
                  <a:pt x="13851902" y="10025856"/>
                </a:lnTo>
                <a:lnTo>
                  <a:pt x="13851902" y="9962356"/>
                </a:lnTo>
                <a:lnTo>
                  <a:pt x="13475066" y="9759156"/>
                </a:lnTo>
                <a:close/>
              </a:path>
              <a:path w="13852525" h="11308715">
                <a:moveTo>
                  <a:pt x="918223" y="9301956"/>
                </a:moveTo>
                <a:lnTo>
                  <a:pt x="874706" y="9314656"/>
                </a:lnTo>
                <a:lnTo>
                  <a:pt x="182915" y="10495756"/>
                </a:lnTo>
                <a:lnTo>
                  <a:pt x="226443" y="10470356"/>
                </a:lnTo>
                <a:lnTo>
                  <a:pt x="918223" y="9301956"/>
                </a:lnTo>
                <a:close/>
              </a:path>
              <a:path w="13852525" h="11308715">
                <a:moveTo>
                  <a:pt x="9256753" y="10038556"/>
                </a:moveTo>
                <a:lnTo>
                  <a:pt x="8539834" y="10038556"/>
                </a:lnTo>
                <a:lnTo>
                  <a:pt x="9147072" y="10152856"/>
                </a:lnTo>
                <a:lnTo>
                  <a:pt x="9327893" y="10470356"/>
                </a:lnTo>
                <a:lnTo>
                  <a:pt x="10413427" y="10470356"/>
                </a:lnTo>
                <a:lnTo>
                  <a:pt x="10272891" y="10229056"/>
                </a:lnTo>
                <a:lnTo>
                  <a:pt x="10279707" y="10229056"/>
                </a:lnTo>
                <a:lnTo>
                  <a:pt x="10877850" y="10076656"/>
                </a:lnTo>
                <a:lnTo>
                  <a:pt x="10113807" y="10076656"/>
                </a:lnTo>
                <a:lnTo>
                  <a:pt x="9263854" y="10063956"/>
                </a:lnTo>
                <a:lnTo>
                  <a:pt x="9256753" y="10038556"/>
                </a:lnTo>
                <a:close/>
              </a:path>
              <a:path w="13852525" h="11308715">
                <a:moveTo>
                  <a:pt x="6217188" y="9505156"/>
                </a:moveTo>
                <a:lnTo>
                  <a:pt x="5699250" y="9505156"/>
                </a:lnTo>
                <a:lnTo>
                  <a:pt x="5693554" y="9517856"/>
                </a:lnTo>
                <a:lnTo>
                  <a:pt x="5899569" y="10432256"/>
                </a:lnTo>
                <a:lnTo>
                  <a:pt x="6214962" y="10102056"/>
                </a:lnTo>
                <a:lnTo>
                  <a:pt x="6806761" y="10102056"/>
                </a:lnTo>
                <a:lnTo>
                  <a:pt x="6712367" y="9924256"/>
                </a:lnTo>
                <a:lnTo>
                  <a:pt x="6311860" y="9924256"/>
                </a:lnTo>
                <a:lnTo>
                  <a:pt x="6217188" y="9505156"/>
                </a:lnTo>
                <a:close/>
              </a:path>
              <a:path w="13852525" h="11308715">
                <a:moveTo>
                  <a:pt x="9853036" y="9543256"/>
                </a:moveTo>
                <a:lnTo>
                  <a:pt x="6729292" y="9543256"/>
                </a:lnTo>
                <a:lnTo>
                  <a:pt x="7027000" y="10025856"/>
                </a:lnTo>
                <a:lnTo>
                  <a:pt x="6941610" y="10356056"/>
                </a:lnTo>
                <a:lnTo>
                  <a:pt x="7458393" y="10356056"/>
                </a:lnTo>
                <a:lnTo>
                  <a:pt x="7158818" y="10038556"/>
                </a:lnTo>
                <a:lnTo>
                  <a:pt x="7259580" y="9860756"/>
                </a:lnTo>
                <a:lnTo>
                  <a:pt x="9207049" y="9860756"/>
                </a:lnTo>
                <a:lnTo>
                  <a:pt x="9850537" y="9809956"/>
                </a:lnTo>
                <a:lnTo>
                  <a:pt x="11233329" y="9809956"/>
                </a:lnTo>
                <a:lnTo>
                  <a:pt x="11116350" y="9695656"/>
                </a:lnTo>
                <a:lnTo>
                  <a:pt x="9943571" y="9695656"/>
                </a:lnTo>
                <a:lnTo>
                  <a:pt x="9853036" y="9543256"/>
                </a:lnTo>
                <a:close/>
              </a:path>
              <a:path w="13852525" h="11308715">
                <a:moveTo>
                  <a:pt x="1727580" y="9060656"/>
                </a:moveTo>
                <a:lnTo>
                  <a:pt x="1599951" y="9111456"/>
                </a:lnTo>
                <a:lnTo>
                  <a:pt x="979394" y="10229056"/>
                </a:lnTo>
                <a:lnTo>
                  <a:pt x="1107013" y="10190956"/>
                </a:lnTo>
                <a:lnTo>
                  <a:pt x="1727580" y="9060656"/>
                </a:lnTo>
                <a:close/>
              </a:path>
              <a:path w="13852525" h="11308715">
                <a:moveTo>
                  <a:pt x="5115655" y="8946356"/>
                </a:moveTo>
                <a:lnTo>
                  <a:pt x="4687553" y="9213056"/>
                </a:lnTo>
                <a:lnTo>
                  <a:pt x="4592258" y="10203656"/>
                </a:lnTo>
                <a:lnTo>
                  <a:pt x="5020360" y="9936956"/>
                </a:lnTo>
                <a:lnTo>
                  <a:pt x="5115655" y="8946356"/>
                </a:lnTo>
                <a:close/>
              </a:path>
              <a:path w="13852525" h="11308715">
                <a:moveTo>
                  <a:pt x="11233329" y="9809956"/>
                </a:moveTo>
                <a:lnTo>
                  <a:pt x="9850537" y="9809956"/>
                </a:lnTo>
                <a:lnTo>
                  <a:pt x="10113807" y="10076656"/>
                </a:lnTo>
                <a:lnTo>
                  <a:pt x="10877850" y="10076656"/>
                </a:lnTo>
                <a:lnTo>
                  <a:pt x="11376302" y="9949656"/>
                </a:lnTo>
                <a:lnTo>
                  <a:pt x="11233329" y="9809956"/>
                </a:lnTo>
                <a:close/>
              </a:path>
              <a:path w="13852525" h="11308715">
                <a:moveTo>
                  <a:pt x="12433862" y="9213056"/>
                </a:moveTo>
                <a:lnTo>
                  <a:pt x="11297383" y="9771856"/>
                </a:lnTo>
                <a:lnTo>
                  <a:pt x="11840833" y="10063956"/>
                </a:lnTo>
                <a:lnTo>
                  <a:pt x="12977322" y="9505156"/>
                </a:lnTo>
                <a:lnTo>
                  <a:pt x="12433862" y="9213056"/>
                </a:lnTo>
                <a:close/>
              </a:path>
              <a:path w="13852525" h="11308715">
                <a:moveTo>
                  <a:pt x="2536927" y="8832056"/>
                </a:moveTo>
                <a:lnTo>
                  <a:pt x="2325217" y="8908256"/>
                </a:lnTo>
                <a:lnTo>
                  <a:pt x="1775893" y="9975056"/>
                </a:lnTo>
                <a:lnTo>
                  <a:pt x="1987583" y="9911556"/>
                </a:lnTo>
                <a:lnTo>
                  <a:pt x="2536927" y="8832056"/>
                </a:lnTo>
                <a:close/>
              </a:path>
              <a:path w="13852525" h="11308715">
                <a:moveTo>
                  <a:pt x="10489852" y="9111456"/>
                </a:moveTo>
                <a:lnTo>
                  <a:pt x="6315661" y="9111456"/>
                </a:lnTo>
                <a:lnTo>
                  <a:pt x="6472200" y="9644856"/>
                </a:lnTo>
                <a:lnTo>
                  <a:pt x="6311860" y="9924256"/>
                </a:lnTo>
                <a:lnTo>
                  <a:pt x="6712367" y="9924256"/>
                </a:lnTo>
                <a:lnTo>
                  <a:pt x="6591003" y="9695656"/>
                </a:lnTo>
                <a:lnTo>
                  <a:pt x="6729292" y="9543256"/>
                </a:lnTo>
                <a:lnTo>
                  <a:pt x="9853036" y="9543256"/>
                </a:lnTo>
                <a:lnTo>
                  <a:pt x="9830402" y="9505156"/>
                </a:lnTo>
                <a:lnTo>
                  <a:pt x="10466644" y="9289256"/>
                </a:lnTo>
                <a:lnTo>
                  <a:pt x="11532261" y="9289256"/>
                </a:lnTo>
                <a:lnTo>
                  <a:pt x="11783015" y="9149556"/>
                </a:lnTo>
                <a:lnTo>
                  <a:pt x="10527909" y="9149556"/>
                </a:lnTo>
                <a:lnTo>
                  <a:pt x="10489852" y="9111456"/>
                </a:lnTo>
                <a:close/>
              </a:path>
              <a:path w="13852525" h="11308715">
                <a:moveTo>
                  <a:pt x="5854782" y="8819356"/>
                </a:moveTo>
                <a:lnTo>
                  <a:pt x="5368265" y="8819356"/>
                </a:lnTo>
                <a:lnTo>
                  <a:pt x="5361413" y="8821283"/>
                </a:lnTo>
                <a:lnTo>
                  <a:pt x="5324057" y="9746456"/>
                </a:lnTo>
                <a:lnTo>
                  <a:pt x="5699250" y="9505156"/>
                </a:lnTo>
                <a:lnTo>
                  <a:pt x="6217188" y="9505156"/>
                </a:lnTo>
                <a:lnTo>
                  <a:pt x="6185631" y="9365456"/>
                </a:lnTo>
                <a:lnTo>
                  <a:pt x="5832366" y="9365456"/>
                </a:lnTo>
                <a:lnTo>
                  <a:pt x="5854782" y="8819356"/>
                </a:lnTo>
                <a:close/>
              </a:path>
              <a:path w="13852525" h="11308715">
                <a:moveTo>
                  <a:pt x="3346275" y="8603456"/>
                </a:moveTo>
                <a:lnTo>
                  <a:pt x="3050472" y="8692356"/>
                </a:lnTo>
                <a:lnTo>
                  <a:pt x="2572382" y="9721056"/>
                </a:lnTo>
                <a:lnTo>
                  <a:pt x="2868174" y="9619456"/>
                </a:lnTo>
                <a:lnTo>
                  <a:pt x="3346275" y="8603456"/>
                </a:lnTo>
                <a:close/>
              </a:path>
              <a:path w="13852525" h="11308715">
                <a:moveTo>
                  <a:pt x="11532261" y="9289256"/>
                </a:moveTo>
                <a:lnTo>
                  <a:pt x="10466644" y="9289256"/>
                </a:lnTo>
                <a:lnTo>
                  <a:pt x="10798718" y="9467056"/>
                </a:lnTo>
                <a:lnTo>
                  <a:pt x="9943571" y="9695656"/>
                </a:lnTo>
                <a:lnTo>
                  <a:pt x="11116350" y="9695656"/>
                </a:lnTo>
                <a:lnTo>
                  <a:pt x="10999371" y="9581356"/>
                </a:lnTo>
                <a:lnTo>
                  <a:pt x="11007958" y="9581356"/>
                </a:lnTo>
                <a:lnTo>
                  <a:pt x="11532261" y="9289256"/>
                </a:lnTo>
                <a:close/>
              </a:path>
              <a:path w="13852525" h="11308715">
                <a:moveTo>
                  <a:pt x="4155632" y="8374856"/>
                </a:moveTo>
                <a:lnTo>
                  <a:pt x="3775727" y="8489156"/>
                </a:lnTo>
                <a:lnTo>
                  <a:pt x="3368860" y="9454356"/>
                </a:lnTo>
                <a:lnTo>
                  <a:pt x="3748765" y="9340056"/>
                </a:lnTo>
                <a:lnTo>
                  <a:pt x="4155632" y="8374856"/>
                </a:lnTo>
                <a:close/>
              </a:path>
              <a:path w="13852525" h="11308715">
                <a:moveTo>
                  <a:pt x="11727822" y="8590756"/>
                </a:moveTo>
                <a:lnTo>
                  <a:pt x="6039638" y="8590756"/>
                </a:lnTo>
                <a:lnTo>
                  <a:pt x="6052663" y="9136856"/>
                </a:lnTo>
                <a:lnTo>
                  <a:pt x="5832366" y="9365456"/>
                </a:lnTo>
                <a:lnTo>
                  <a:pt x="6185631" y="9365456"/>
                </a:lnTo>
                <a:lnTo>
                  <a:pt x="6151205" y="9213056"/>
                </a:lnTo>
                <a:lnTo>
                  <a:pt x="6315661" y="9111456"/>
                </a:lnTo>
                <a:lnTo>
                  <a:pt x="10489852" y="9111456"/>
                </a:lnTo>
                <a:lnTo>
                  <a:pt x="10362993" y="8984456"/>
                </a:lnTo>
                <a:lnTo>
                  <a:pt x="10946389" y="8603456"/>
                </a:lnTo>
                <a:lnTo>
                  <a:pt x="11714521" y="8603456"/>
                </a:lnTo>
                <a:lnTo>
                  <a:pt x="11727822" y="8590756"/>
                </a:lnTo>
                <a:close/>
              </a:path>
              <a:path w="13852525" h="11308715">
                <a:moveTo>
                  <a:pt x="13851902" y="8451056"/>
                </a:moveTo>
                <a:lnTo>
                  <a:pt x="12983206" y="9124156"/>
                </a:lnTo>
                <a:lnTo>
                  <a:pt x="13494719" y="9251156"/>
                </a:lnTo>
                <a:lnTo>
                  <a:pt x="13851902" y="8959056"/>
                </a:lnTo>
                <a:lnTo>
                  <a:pt x="13851902" y="8451056"/>
                </a:lnTo>
                <a:close/>
              </a:path>
              <a:path w="13852525" h="11308715">
                <a:moveTo>
                  <a:pt x="4964979" y="8133556"/>
                </a:moveTo>
                <a:lnTo>
                  <a:pt x="4500993" y="8285956"/>
                </a:lnTo>
                <a:lnTo>
                  <a:pt x="4165328" y="9200356"/>
                </a:lnTo>
                <a:lnTo>
                  <a:pt x="4629345" y="9047956"/>
                </a:lnTo>
                <a:lnTo>
                  <a:pt x="4964979" y="8133556"/>
                </a:lnTo>
                <a:close/>
              </a:path>
              <a:path w="13852525" h="11308715">
                <a:moveTo>
                  <a:pt x="11714521" y="8603456"/>
                </a:moveTo>
                <a:lnTo>
                  <a:pt x="10946389" y="8603456"/>
                </a:lnTo>
                <a:lnTo>
                  <a:pt x="11327843" y="8692356"/>
                </a:lnTo>
                <a:lnTo>
                  <a:pt x="10527909" y="9149556"/>
                </a:lnTo>
                <a:lnTo>
                  <a:pt x="11783015" y="9149556"/>
                </a:lnTo>
                <a:lnTo>
                  <a:pt x="12033769" y="9009856"/>
                </a:lnTo>
                <a:lnTo>
                  <a:pt x="11558349" y="8743156"/>
                </a:lnTo>
                <a:lnTo>
                  <a:pt x="11568202" y="8743156"/>
                </a:lnTo>
                <a:lnTo>
                  <a:pt x="11714521" y="8603456"/>
                </a:lnTo>
                <a:close/>
              </a:path>
              <a:path w="13852525" h="11308715">
                <a:moveTo>
                  <a:pt x="12901020" y="7993856"/>
                </a:moveTo>
                <a:lnTo>
                  <a:pt x="11907469" y="8857456"/>
                </a:lnTo>
                <a:lnTo>
                  <a:pt x="12531471" y="8997156"/>
                </a:lnTo>
                <a:lnTo>
                  <a:pt x="13525022" y="8133556"/>
                </a:lnTo>
                <a:lnTo>
                  <a:pt x="12901020" y="7993856"/>
                </a:lnTo>
                <a:close/>
              </a:path>
              <a:path w="13852525" h="11308715">
                <a:moveTo>
                  <a:pt x="5725039" y="8070056"/>
                </a:moveTo>
                <a:lnTo>
                  <a:pt x="5233589" y="8070056"/>
                </a:lnTo>
                <a:lnTo>
                  <a:pt x="5226178" y="8070286"/>
                </a:lnTo>
                <a:lnTo>
                  <a:pt x="4961838" y="8933656"/>
                </a:lnTo>
                <a:lnTo>
                  <a:pt x="5361413" y="8821283"/>
                </a:lnTo>
                <a:lnTo>
                  <a:pt x="5361491" y="8819356"/>
                </a:lnTo>
                <a:lnTo>
                  <a:pt x="5854782" y="8819356"/>
                </a:lnTo>
                <a:lnTo>
                  <a:pt x="5858953" y="8717756"/>
                </a:lnTo>
                <a:lnTo>
                  <a:pt x="5526627" y="8717756"/>
                </a:lnTo>
                <a:lnTo>
                  <a:pt x="5725039" y="8070056"/>
                </a:lnTo>
                <a:close/>
              </a:path>
              <a:path w="13852525" h="11308715">
                <a:moveTo>
                  <a:pt x="5368265" y="8819356"/>
                </a:moveTo>
                <a:lnTo>
                  <a:pt x="5361491" y="8819356"/>
                </a:lnTo>
                <a:lnTo>
                  <a:pt x="5361413" y="8821283"/>
                </a:lnTo>
                <a:lnTo>
                  <a:pt x="5368265" y="8819356"/>
                </a:lnTo>
                <a:close/>
              </a:path>
              <a:path w="13852525" h="11308715">
                <a:moveTo>
                  <a:pt x="11034068" y="8031956"/>
                </a:moveTo>
                <a:lnTo>
                  <a:pt x="5911840" y="8031956"/>
                </a:lnTo>
                <a:lnTo>
                  <a:pt x="5788671" y="8552656"/>
                </a:lnTo>
                <a:lnTo>
                  <a:pt x="5526627" y="8717756"/>
                </a:lnTo>
                <a:lnTo>
                  <a:pt x="5858953" y="8717756"/>
                </a:lnTo>
                <a:lnTo>
                  <a:pt x="5861559" y="8654256"/>
                </a:lnTo>
                <a:lnTo>
                  <a:pt x="6039638" y="8590756"/>
                </a:lnTo>
                <a:lnTo>
                  <a:pt x="11727822" y="8590756"/>
                </a:lnTo>
                <a:lnTo>
                  <a:pt x="11887442" y="8438356"/>
                </a:lnTo>
                <a:lnTo>
                  <a:pt x="10969582" y="8438356"/>
                </a:lnTo>
                <a:lnTo>
                  <a:pt x="10761483" y="8324056"/>
                </a:lnTo>
                <a:lnTo>
                  <a:pt x="11034068" y="8031956"/>
                </a:lnTo>
                <a:close/>
              </a:path>
              <a:path w="13852525" h="11308715">
                <a:moveTo>
                  <a:pt x="11954577" y="7790656"/>
                </a:moveTo>
                <a:lnTo>
                  <a:pt x="11654158" y="7790656"/>
                </a:lnTo>
                <a:lnTo>
                  <a:pt x="10969582" y="8438356"/>
                </a:lnTo>
                <a:lnTo>
                  <a:pt x="11887442" y="8438356"/>
                </a:lnTo>
                <a:lnTo>
                  <a:pt x="12446113" y="7904956"/>
                </a:lnTo>
                <a:lnTo>
                  <a:pt x="11954577" y="7790656"/>
                </a:lnTo>
                <a:close/>
              </a:path>
              <a:path w="13852525" h="11308715">
                <a:moveTo>
                  <a:pt x="979970" y="7396956"/>
                </a:moveTo>
                <a:lnTo>
                  <a:pt x="935060" y="7409656"/>
                </a:lnTo>
                <a:lnTo>
                  <a:pt x="0" y="8349456"/>
                </a:lnTo>
                <a:lnTo>
                  <a:pt x="44899" y="8336756"/>
                </a:lnTo>
                <a:lnTo>
                  <a:pt x="979970" y="7396956"/>
                </a:lnTo>
                <a:close/>
              </a:path>
              <a:path w="13852525" h="11308715">
                <a:moveTo>
                  <a:pt x="1789442" y="7384256"/>
                </a:moveTo>
                <a:lnTo>
                  <a:pt x="1660137" y="7396956"/>
                </a:lnTo>
                <a:lnTo>
                  <a:pt x="804153" y="8298656"/>
                </a:lnTo>
                <a:lnTo>
                  <a:pt x="933427" y="8298656"/>
                </a:lnTo>
                <a:lnTo>
                  <a:pt x="1789442" y="7384256"/>
                </a:lnTo>
                <a:close/>
              </a:path>
              <a:path w="13852525" h="11308715">
                <a:moveTo>
                  <a:pt x="2598884" y="7371556"/>
                </a:moveTo>
                <a:lnTo>
                  <a:pt x="2385225" y="7384256"/>
                </a:lnTo>
                <a:lnTo>
                  <a:pt x="1608296" y="8260556"/>
                </a:lnTo>
                <a:lnTo>
                  <a:pt x="1821944" y="8247856"/>
                </a:lnTo>
                <a:lnTo>
                  <a:pt x="2598884" y="7371556"/>
                </a:lnTo>
                <a:close/>
              </a:path>
              <a:path w="13852525" h="11308715">
                <a:moveTo>
                  <a:pt x="3408325" y="7358856"/>
                </a:moveTo>
                <a:lnTo>
                  <a:pt x="3110324" y="7371556"/>
                </a:lnTo>
                <a:lnTo>
                  <a:pt x="2412450" y="8222456"/>
                </a:lnTo>
                <a:lnTo>
                  <a:pt x="2710472" y="8197056"/>
                </a:lnTo>
                <a:lnTo>
                  <a:pt x="3408325" y="7358856"/>
                </a:lnTo>
                <a:close/>
              </a:path>
              <a:path w="13852525" h="11308715">
                <a:moveTo>
                  <a:pt x="4217798" y="7346156"/>
                </a:moveTo>
                <a:lnTo>
                  <a:pt x="3835401" y="7358856"/>
                </a:lnTo>
                <a:lnTo>
                  <a:pt x="3216593" y="8171656"/>
                </a:lnTo>
                <a:lnTo>
                  <a:pt x="3598979" y="8158956"/>
                </a:lnTo>
                <a:lnTo>
                  <a:pt x="4217798" y="7346156"/>
                </a:lnTo>
                <a:close/>
              </a:path>
              <a:path w="13852525" h="11308715">
                <a:moveTo>
                  <a:pt x="5027260" y="7333456"/>
                </a:moveTo>
                <a:lnTo>
                  <a:pt x="4560478" y="7346156"/>
                </a:lnTo>
                <a:lnTo>
                  <a:pt x="4020736" y="8133556"/>
                </a:lnTo>
                <a:lnTo>
                  <a:pt x="4487507" y="8108156"/>
                </a:lnTo>
                <a:lnTo>
                  <a:pt x="5027260" y="7333456"/>
                </a:lnTo>
                <a:close/>
              </a:path>
              <a:path w="13852525" h="11308715">
                <a:moveTo>
                  <a:pt x="11539800" y="6863556"/>
                </a:moveTo>
                <a:lnTo>
                  <a:pt x="5944960" y="6863556"/>
                </a:lnTo>
                <a:lnTo>
                  <a:pt x="6091165" y="6939756"/>
                </a:lnTo>
                <a:lnTo>
                  <a:pt x="5750913" y="7320756"/>
                </a:lnTo>
                <a:lnTo>
                  <a:pt x="5465456" y="7333456"/>
                </a:lnTo>
                <a:lnTo>
                  <a:pt x="5285566" y="7333456"/>
                </a:lnTo>
                <a:lnTo>
                  <a:pt x="4824879" y="8082756"/>
                </a:lnTo>
                <a:lnTo>
                  <a:pt x="5226178" y="8070286"/>
                </a:lnTo>
                <a:lnTo>
                  <a:pt x="5226249" y="8070056"/>
                </a:lnTo>
                <a:lnTo>
                  <a:pt x="5725039" y="8070056"/>
                </a:lnTo>
                <a:lnTo>
                  <a:pt x="5732820" y="8044656"/>
                </a:lnTo>
                <a:lnTo>
                  <a:pt x="5911840" y="8031956"/>
                </a:lnTo>
                <a:lnTo>
                  <a:pt x="11034068" y="8031956"/>
                </a:lnTo>
                <a:lnTo>
                  <a:pt x="11045920" y="8019256"/>
                </a:lnTo>
                <a:lnTo>
                  <a:pt x="5405133" y="8019256"/>
                </a:lnTo>
                <a:lnTo>
                  <a:pt x="5764379" y="7435056"/>
                </a:lnTo>
                <a:lnTo>
                  <a:pt x="11064475" y="7435056"/>
                </a:lnTo>
                <a:lnTo>
                  <a:pt x="11337424" y="6927056"/>
                </a:lnTo>
                <a:lnTo>
                  <a:pt x="11539800" y="6863556"/>
                </a:lnTo>
                <a:close/>
              </a:path>
              <a:path w="13852525" h="11308715">
                <a:moveTo>
                  <a:pt x="5233589" y="8070056"/>
                </a:moveTo>
                <a:lnTo>
                  <a:pt x="5226249" y="8070056"/>
                </a:lnTo>
                <a:lnTo>
                  <a:pt x="5226178" y="8070286"/>
                </a:lnTo>
                <a:lnTo>
                  <a:pt x="5233589" y="8070056"/>
                </a:lnTo>
                <a:close/>
              </a:path>
              <a:path w="13852525" h="11308715">
                <a:moveTo>
                  <a:pt x="11064475" y="7435056"/>
                </a:moveTo>
                <a:lnTo>
                  <a:pt x="5764379" y="7435056"/>
                </a:lnTo>
                <a:lnTo>
                  <a:pt x="5932290" y="7473156"/>
                </a:lnTo>
                <a:lnTo>
                  <a:pt x="5689010" y="7930356"/>
                </a:lnTo>
                <a:lnTo>
                  <a:pt x="5405133" y="8019256"/>
                </a:lnTo>
                <a:lnTo>
                  <a:pt x="11045920" y="8019256"/>
                </a:lnTo>
                <a:lnTo>
                  <a:pt x="11247395" y="7803356"/>
                </a:lnTo>
                <a:lnTo>
                  <a:pt x="11654158" y="7790656"/>
                </a:lnTo>
                <a:lnTo>
                  <a:pt x="11954577" y="7790656"/>
                </a:lnTo>
                <a:lnTo>
                  <a:pt x="11899962" y="7777956"/>
                </a:lnTo>
                <a:lnTo>
                  <a:pt x="11910475" y="7777956"/>
                </a:lnTo>
                <a:lnTo>
                  <a:pt x="11996729" y="7638256"/>
                </a:lnTo>
                <a:lnTo>
                  <a:pt x="11228548" y="7638256"/>
                </a:lnTo>
                <a:lnTo>
                  <a:pt x="10989414" y="7574756"/>
                </a:lnTo>
                <a:lnTo>
                  <a:pt x="11064475" y="7435056"/>
                </a:lnTo>
                <a:close/>
              </a:path>
              <a:path w="13852525" h="11308715">
                <a:moveTo>
                  <a:pt x="13715058" y="6647656"/>
                </a:moveTo>
                <a:lnTo>
                  <a:pt x="13049916" y="6673056"/>
                </a:lnTo>
                <a:lnTo>
                  <a:pt x="12278526" y="7790656"/>
                </a:lnTo>
                <a:lnTo>
                  <a:pt x="12943658" y="7765256"/>
                </a:lnTo>
                <a:lnTo>
                  <a:pt x="13715058" y="6647656"/>
                </a:lnTo>
                <a:close/>
              </a:path>
              <a:path w="13852525" h="11308715">
                <a:moveTo>
                  <a:pt x="13851902" y="7219156"/>
                </a:moveTo>
                <a:lnTo>
                  <a:pt x="13431926" y="7765256"/>
                </a:lnTo>
                <a:lnTo>
                  <a:pt x="13851902" y="7752556"/>
                </a:lnTo>
                <a:lnTo>
                  <a:pt x="13851902" y="7219156"/>
                </a:lnTo>
                <a:close/>
              </a:path>
              <a:path w="13852525" h="11308715">
                <a:moveTo>
                  <a:pt x="12514256" y="6800056"/>
                </a:moveTo>
                <a:lnTo>
                  <a:pt x="11742176" y="6800056"/>
                </a:lnTo>
                <a:lnTo>
                  <a:pt x="11228548" y="7638256"/>
                </a:lnTo>
                <a:lnTo>
                  <a:pt x="11996729" y="7638256"/>
                </a:lnTo>
                <a:lnTo>
                  <a:pt x="12514256" y="6800056"/>
                </a:lnTo>
                <a:close/>
              </a:path>
              <a:path w="13852525" h="11308715">
                <a:moveTo>
                  <a:pt x="5518683" y="6653162"/>
                </a:moveTo>
                <a:lnTo>
                  <a:pt x="4909473" y="7244556"/>
                </a:lnTo>
                <a:lnTo>
                  <a:pt x="5292969" y="7333456"/>
                </a:lnTo>
                <a:lnTo>
                  <a:pt x="5465456" y="7333456"/>
                </a:lnTo>
                <a:lnTo>
                  <a:pt x="5944960" y="6863556"/>
                </a:lnTo>
                <a:lnTo>
                  <a:pt x="11539800" y="6863556"/>
                </a:lnTo>
                <a:lnTo>
                  <a:pt x="11742176" y="6800056"/>
                </a:lnTo>
                <a:lnTo>
                  <a:pt x="12514256" y="6800056"/>
                </a:lnTo>
                <a:lnTo>
                  <a:pt x="12529939" y="6774656"/>
                </a:lnTo>
                <a:lnTo>
                  <a:pt x="11020240" y="6774656"/>
                </a:lnTo>
                <a:lnTo>
                  <a:pt x="11026344" y="6749256"/>
                </a:lnTo>
                <a:lnTo>
                  <a:pt x="5960991" y="6749256"/>
                </a:lnTo>
                <a:lnTo>
                  <a:pt x="5693135" y="6685756"/>
                </a:lnTo>
                <a:lnTo>
                  <a:pt x="5737997" y="6660356"/>
                </a:lnTo>
                <a:lnTo>
                  <a:pt x="5531297" y="6660356"/>
                </a:lnTo>
                <a:lnTo>
                  <a:pt x="5518683" y="6653162"/>
                </a:lnTo>
                <a:close/>
              </a:path>
              <a:path w="13852525" h="11308715">
                <a:moveTo>
                  <a:pt x="4847957" y="6482556"/>
                </a:moveTo>
                <a:lnTo>
                  <a:pt x="4151925" y="7079456"/>
                </a:lnTo>
                <a:lnTo>
                  <a:pt x="4590069" y="7181056"/>
                </a:lnTo>
                <a:lnTo>
                  <a:pt x="5286111" y="6584156"/>
                </a:lnTo>
                <a:lnTo>
                  <a:pt x="4847957" y="6482556"/>
                </a:lnTo>
                <a:close/>
              </a:path>
              <a:path w="13852525" h="11308715">
                <a:moveTo>
                  <a:pt x="4171558" y="6304756"/>
                </a:moveTo>
                <a:lnTo>
                  <a:pt x="3394367" y="6914356"/>
                </a:lnTo>
                <a:lnTo>
                  <a:pt x="3753519" y="7003256"/>
                </a:lnTo>
                <a:lnTo>
                  <a:pt x="4530731" y="6393656"/>
                </a:lnTo>
                <a:lnTo>
                  <a:pt x="4171558" y="6304756"/>
                </a:lnTo>
                <a:close/>
              </a:path>
              <a:path w="13852525" h="11308715">
                <a:moveTo>
                  <a:pt x="3495139" y="6139656"/>
                </a:moveTo>
                <a:lnTo>
                  <a:pt x="2636809" y="6761956"/>
                </a:lnTo>
                <a:lnTo>
                  <a:pt x="2916968" y="6825456"/>
                </a:lnTo>
                <a:lnTo>
                  <a:pt x="3775330" y="6203156"/>
                </a:lnTo>
                <a:lnTo>
                  <a:pt x="3495139" y="6139656"/>
                </a:lnTo>
                <a:close/>
              </a:path>
              <a:path w="13852525" h="11308715">
                <a:moveTo>
                  <a:pt x="12278779" y="5809456"/>
                </a:moveTo>
                <a:lnTo>
                  <a:pt x="11571134" y="5809456"/>
                </a:lnTo>
                <a:lnTo>
                  <a:pt x="11275332" y="6774656"/>
                </a:lnTo>
                <a:lnTo>
                  <a:pt x="12529939" y="6774656"/>
                </a:lnTo>
                <a:lnTo>
                  <a:pt x="12561304" y="6723856"/>
                </a:lnTo>
                <a:lnTo>
                  <a:pt x="11986744" y="6723856"/>
                </a:lnTo>
                <a:lnTo>
                  <a:pt x="11997286" y="6723626"/>
                </a:lnTo>
                <a:lnTo>
                  <a:pt x="12278779" y="5809456"/>
                </a:lnTo>
                <a:close/>
              </a:path>
              <a:path w="13852525" h="11308715">
                <a:moveTo>
                  <a:pt x="11117907" y="6368256"/>
                </a:moveTo>
                <a:lnTo>
                  <a:pt x="6253903" y="6368256"/>
                </a:lnTo>
                <a:lnTo>
                  <a:pt x="6369868" y="6482556"/>
                </a:lnTo>
                <a:lnTo>
                  <a:pt x="5960991" y="6749256"/>
                </a:lnTo>
                <a:lnTo>
                  <a:pt x="11026344" y="6749256"/>
                </a:lnTo>
                <a:lnTo>
                  <a:pt x="11117907" y="6368256"/>
                </a:lnTo>
                <a:close/>
              </a:path>
              <a:path w="13852525" h="11308715">
                <a:moveTo>
                  <a:pt x="11997286" y="6723626"/>
                </a:moveTo>
                <a:lnTo>
                  <a:pt x="11986744" y="6723856"/>
                </a:lnTo>
                <a:lnTo>
                  <a:pt x="11997215" y="6723856"/>
                </a:lnTo>
                <a:lnTo>
                  <a:pt x="11997286" y="6723626"/>
                </a:lnTo>
                <a:close/>
              </a:path>
              <a:path w="13852525" h="11308715">
                <a:moveTo>
                  <a:pt x="12569146" y="6711156"/>
                </a:moveTo>
                <a:lnTo>
                  <a:pt x="11997286" y="6723626"/>
                </a:lnTo>
                <a:lnTo>
                  <a:pt x="11997215" y="6723856"/>
                </a:lnTo>
                <a:lnTo>
                  <a:pt x="12561304" y="6723856"/>
                </a:lnTo>
                <a:lnTo>
                  <a:pt x="12569146" y="6711156"/>
                </a:lnTo>
                <a:close/>
              </a:path>
              <a:path w="13852525" h="11308715">
                <a:moveTo>
                  <a:pt x="5524355" y="6647656"/>
                </a:moveTo>
                <a:lnTo>
                  <a:pt x="5518683" y="6653162"/>
                </a:lnTo>
                <a:lnTo>
                  <a:pt x="5531297" y="6660356"/>
                </a:lnTo>
                <a:lnTo>
                  <a:pt x="5524355" y="6647656"/>
                </a:lnTo>
                <a:close/>
              </a:path>
              <a:path w="13852525" h="11308715">
                <a:moveTo>
                  <a:pt x="5760427" y="6647656"/>
                </a:moveTo>
                <a:lnTo>
                  <a:pt x="5524355" y="6647656"/>
                </a:lnTo>
                <a:lnTo>
                  <a:pt x="5531297" y="6660356"/>
                </a:lnTo>
                <a:lnTo>
                  <a:pt x="5737997" y="6660356"/>
                </a:lnTo>
                <a:lnTo>
                  <a:pt x="5760427" y="6647656"/>
                </a:lnTo>
                <a:close/>
              </a:path>
              <a:path w="13852525" h="11308715">
                <a:moveTo>
                  <a:pt x="6424317" y="5606831"/>
                </a:moveTo>
                <a:lnTo>
                  <a:pt x="5657293" y="5809456"/>
                </a:lnTo>
                <a:lnTo>
                  <a:pt x="5922374" y="6063456"/>
                </a:lnTo>
                <a:lnTo>
                  <a:pt x="5916343" y="6063456"/>
                </a:lnTo>
                <a:lnTo>
                  <a:pt x="5197244" y="6469856"/>
                </a:lnTo>
                <a:lnTo>
                  <a:pt x="5518683" y="6653162"/>
                </a:lnTo>
                <a:lnTo>
                  <a:pt x="5524355" y="6647656"/>
                </a:lnTo>
                <a:lnTo>
                  <a:pt x="5760427" y="6647656"/>
                </a:lnTo>
                <a:lnTo>
                  <a:pt x="6253903" y="6368256"/>
                </a:lnTo>
                <a:lnTo>
                  <a:pt x="11117907" y="6368256"/>
                </a:lnTo>
                <a:lnTo>
                  <a:pt x="11142323" y="6266656"/>
                </a:lnTo>
                <a:lnTo>
                  <a:pt x="6296677" y="6266656"/>
                </a:lnTo>
                <a:lnTo>
                  <a:pt x="6063354" y="6139656"/>
                </a:lnTo>
                <a:lnTo>
                  <a:pt x="6663200" y="5987256"/>
                </a:lnTo>
                <a:lnTo>
                  <a:pt x="10839816" y="5987256"/>
                </a:lnTo>
                <a:lnTo>
                  <a:pt x="10837873" y="5898356"/>
                </a:lnTo>
                <a:lnTo>
                  <a:pt x="6728318" y="5898356"/>
                </a:lnTo>
                <a:lnTo>
                  <a:pt x="6543162" y="5720556"/>
                </a:lnTo>
                <a:lnTo>
                  <a:pt x="7526064" y="5720556"/>
                </a:lnTo>
                <a:lnTo>
                  <a:pt x="7221518" y="5657056"/>
                </a:lnTo>
                <a:lnTo>
                  <a:pt x="7199043" y="5618956"/>
                </a:lnTo>
                <a:lnTo>
                  <a:pt x="6431280" y="5618956"/>
                </a:lnTo>
                <a:lnTo>
                  <a:pt x="6424317" y="5606831"/>
                </a:lnTo>
                <a:close/>
              </a:path>
              <a:path w="13852525" h="11308715">
                <a:moveTo>
                  <a:pt x="2818762" y="5961856"/>
                </a:moveTo>
                <a:lnTo>
                  <a:pt x="1879251" y="6596856"/>
                </a:lnTo>
                <a:lnTo>
                  <a:pt x="2080439" y="6634956"/>
                </a:lnTo>
                <a:lnTo>
                  <a:pt x="3019960" y="5999956"/>
                </a:lnTo>
                <a:lnTo>
                  <a:pt x="2818762" y="5961856"/>
                </a:lnTo>
                <a:close/>
              </a:path>
              <a:path w="13852525" h="11308715">
                <a:moveTo>
                  <a:pt x="13512185" y="5123656"/>
                </a:moveTo>
                <a:lnTo>
                  <a:pt x="12850645" y="5326856"/>
                </a:lnTo>
                <a:lnTo>
                  <a:pt x="12369675" y="6634956"/>
                </a:lnTo>
                <a:lnTo>
                  <a:pt x="13031205" y="6431756"/>
                </a:lnTo>
                <a:lnTo>
                  <a:pt x="13512185" y="5123656"/>
                </a:lnTo>
                <a:close/>
              </a:path>
              <a:path w="13852525" h="11308715">
                <a:moveTo>
                  <a:pt x="2142343" y="5784056"/>
                </a:moveTo>
                <a:lnTo>
                  <a:pt x="1121683" y="6431756"/>
                </a:lnTo>
                <a:lnTo>
                  <a:pt x="1243888" y="6457156"/>
                </a:lnTo>
                <a:lnTo>
                  <a:pt x="2264569" y="5809456"/>
                </a:lnTo>
                <a:lnTo>
                  <a:pt x="2142343" y="5784056"/>
                </a:lnTo>
                <a:close/>
              </a:path>
              <a:path w="13852525" h="11308715">
                <a:moveTo>
                  <a:pt x="5331094" y="5733256"/>
                </a:moveTo>
                <a:lnTo>
                  <a:pt x="4534301" y="6126956"/>
                </a:lnTo>
                <a:lnTo>
                  <a:pt x="4916153" y="6330156"/>
                </a:lnTo>
                <a:lnTo>
                  <a:pt x="5712935" y="5936456"/>
                </a:lnTo>
                <a:lnTo>
                  <a:pt x="5331094" y="5733256"/>
                </a:lnTo>
                <a:close/>
              </a:path>
              <a:path w="13852525" h="11308715">
                <a:moveTo>
                  <a:pt x="13851902" y="5530056"/>
                </a:moveTo>
                <a:lnTo>
                  <a:pt x="13523546" y="6304756"/>
                </a:lnTo>
                <a:lnTo>
                  <a:pt x="13851902" y="6203156"/>
                </a:lnTo>
                <a:lnTo>
                  <a:pt x="13851902" y="5530056"/>
                </a:lnTo>
                <a:close/>
              </a:path>
              <a:path w="13852525" h="11308715">
                <a:moveTo>
                  <a:pt x="1509179" y="5618956"/>
                </a:moveTo>
                <a:lnTo>
                  <a:pt x="1465955" y="5618956"/>
                </a:lnTo>
                <a:lnTo>
                  <a:pt x="364135" y="6266656"/>
                </a:lnTo>
                <a:lnTo>
                  <a:pt x="407359" y="6266656"/>
                </a:lnTo>
                <a:lnTo>
                  <a:pt x="1509179" y="5618956"/>
                </a:lnTo>
                <a:close/>
              </a:path>
              <a:path w="13852525" h="11308715">
                <a:moveTo>
                  <a:pt x="11840169" y="4882356"/>
                </a:moveTo>
                <a:lnTo>
                  <a:pt x="11137440" y="4882356"/>
                </a:lnTo>
                <a:lnTo>
                  <a:pt x="11093704" y="5898356"/>
                </a:lnTo>
                <a:lnTo>
                  <a:pt x="10839816" y="5987256"/>
                </a:lnTo>
                <a:lnTo>
                  <a:pt x="6663200" y="5987256"/>
                </a:lnTo>
                <a:lnTo>
                  <a:pt x="6742904" y="6126956"/>
                </a:lnTo>
                <a:lnTo>
                  <a:pt x="6296677" y="6266656"/>
                </a:lnTo>
                <a:lnTo>
                  <a:pt x="11142323" y="6266656"/>
                </a:lnTo>
                <a:lnTo>
                  <a:pt x="11197261" y="6038056"/>
                </a:lnTo>
                <a:lnTo>
                  <a:pt x="11571134" y="5809456"/>
                </a:lnTo>
                <a:lnTo>
                  <a:pt x="12278779" y="5809456"/>
                </a:lnTo>
                <a:lnTo>
                  <a:pt x="12321796" y="5669756"/>
                </a:lnTo>
                <a:lnTo>
                  <a:pt x="11797054" y="5669756"/>
                </a:lnTo>
                <a:lnTo>
                  <a:pt x="11806857" y="5666748"/>
                </a:lnTo>
                <a:lnTo>
                  <a:pt x="11840169" y="4882356"/>
                </a:lnTo>
                <a:close/>
              </a:path>
              <a:path w="13852525" h="11308715">
                <a:moveTo>
                  <a:pt x="4745855" y="5390356"/>
                </a:moveTo>
                <a:lnTo>
                  <a:pt x="3871369" y="5784056"/>
                </a:lnTo>
                <a:lnTo>
                  <a:pt x="4184595" y="5949156"/>
                </a:lnTo>
                <a:lnTo>
                  <a:pt x="5059081" y="5568156"/>
                </a:lnTo>
                <a:lnTo>
                  <a:pt x="4745855" y="5390356"/>
                </a:lnTo>
                <a:close/>
              </a:path>
              <a:path w="13852525" h="11308715">
                <a:moveTo>
                  <a:pt x="7526064" y="5720556"/>
                </a:moveTo>
                <a:lnTo>
                  <a:pt x="7139688" y="5720556"/>
                </a:lnTo>
                <a:lnTo>
                  <a:pt x="7179875" y="5872956"/>
                </a:lnTo>
                <a:lnTo>
                  <a:pt x="6728318" y="5898356"/>
                </a:lnTo>
                <a:lnTo>
                  <a:pt x="10837873" y="5898356"/>
                </a:lnTo>
                <a:lnTo>
                  <a:pt x="10834542" y="5745956"/>
                </a:lnTo>
                <a:lnTo>
                  <a:pt x="7647882" y="5745956"/>
                </a:lnTo>
                <a:lnTo>
                  <a:pt x="7526064" y="5720556"/>
                </a:lnTo>
                <a:close/>
              </a:path>
              <a:path w="13852525" h="11308715">
                <a:moveTo>
                  <a:pt x="7709259" y="5441156"/>
                </a:moveTo>
                <a:lnTo>
                  <a:pt x="7094160" y="5441156"/>
                </a:lnTo>
                <a:lnTo>
                  <a:pt x="7647651" y="5593556"/>
                </a:lnTo>
                <a:lnTo>
                  <a:pt x="7647882" y="5745956"/>
                </a:lnTo>
                <a:lnTo>
                  <a:pt x="10834542" y="5745956"/>
                </a:lnTo>
                <a:lnTo>
                  <a:pt x="10831212" y="5593556"/>
                </a:lnTo>
                <a:lnTo>
                  <a:pt x="7807228" y="5593556"/>
                </a:lnTo>
                <a:lnTo>
                  <a:pt x="7739743" y="5555456"/>
                </a:lnTo>
                <a:lnTo>
                  <a:pt x="7709259" y="5441156"/>
                </a:lnTo>
                <a:close/>
              </a:path>
              <a:path w="13852525" h="11308715">
                <a:moveTo>
                  <a:pt x="11806857" y="5666748"/>
                </a:moveTo>
                <a:lnTo>
                  <a:pt x="11797054" y="5669756"/>
                </a:lnTo>
                <a:lnTo>
                  <a:pt x="11806729" y="5669756"/>
                </a:lnTo>
                <a:lnTo>
                  <a:pt x="11806857" y="5666748"/>
                </a:lnTo>
                <a:close/>
              </a:path>
              <a:path w="13852525" h="11308715">
                <a:moveTo>
                  <a:pt x="12376544" y="5491956"/>
                </a:moveTo>
                <a:lnTo>
                  <a:pt x="11806857" y="5666748"/>
                </a:lnTo>
                <a:lnTo>
                  <a:pt x="11806729" y="5669756"/>
                </a:lnTo>
                <a:lnTo>
                  <a:pt x="12321796" y="5669756"/>
                </a:lnTo>
                <a:lnTo>
                  <a:pt x="12376544" y="5491956"/>
                </a:lnTo>
                <a:close/>
              </a:path>
              <a:path w="13852525" h="11308715">
                <a:moveTo>
                  <a:pt x="6426495" y="5606256"/>
                </a:moveTo>
                <a:lnTo>
                  <a:pt x="6424317" y="5606831"/>
                </a:lnTo>
                <a:lnTo>
                  <a:pt x="6431280" y="5618956"/>
                </a:lnTo>
                <a:lnTo>
                  <a:pt x="6426495" y="5606256"/>
                </a:lnTo>
                <a:close/>
              </a:path>
              <a:path w="13852525" h="11308715">
                <a:moveTo>
                  <a:pt x="7191551" y="5606256"/>
                </a:moveTo>
                <a:lnTo>
                  <a:pt x="6426495" y="5606256"/>
                </a:lnTo>
                <a:lnTo>
                  <a:pt x="6431280" y="5618956"/>
                </a:lnTo>
                <a:lnTo>
                  <a:pt x="7199043" y="5618956"/>
                </a:lnTo>
                <a:lnTo>
                  <a:pt x="7191551" y="5606256"/>
                </a:lnTo>
                <a:close/>
              </a:path>
              <a:path w="13852525" h="11308715">
                <a:moveTo>
                  <a:pt x="7013797" y="5301456"/>
                </a:moveTo>
                <a:lnTo>
                  <a:pt x="6248940" y="5301456"/>
                </a:lnTo>
                <a:lnTo>
                  <a:pt x="6424317" y="5606831"/>
                </a:lnTo>
                <a:lnTo>
                  <a:pt x="6426495" y="5606256"/>
                </a:lnTo>
                <a:lnTo>
                  <a:pt x="7191551" y="5606256"/>
                </a:lnTo>
                <a:lnTo>
                  <a:pt x="7094160" y="5441156"/>
                </a:lnTo>
                <a:lnTo>
                  <a:pt x="7709259" y="5441156"/>
                </a:lnTo>
                <a:lnTo>
                  <a:pt x="7675389" y="5314156"/>
                </a:lnTo>
                <a:lnTo>
                  <a:pt x="7017210" y="5314156"/>
                </a:lnTo>
                <a:lnTo>
                  <a:pt x="7013797" y="5301456"/>
                </a:lnTo>
                <a:close/>
              </a:path>
              <a:path w="13852525" h="11308715">
                <a:moveTo>
                  <a:pt x="5966362" y="5149056"/>
                </a:moveTo>
                <a:lnTo>
                  <a:pt x="5127917" y="5314156"/>
                </a:lnTo>
                <a:lnTo>
                  <a:pt x="5431122" y="5606256"/>
                </a:lnTo>
                <a:lnTo>
                  <a:pt x="6269568" y="5441156"/>
                </a:lnTo>
                <a:lnTo>
                  <a:pt x="5966362" y="5149056"/>
                </a:lnTo>
                <a:close/>
              </a:path>
              <a:path w="13852525" h="11308715">
                <a:moveTo>
                  <a:pt x="10824828" y="5301456"/>
                </a:moveTo>
                <a:lnTo>
                  <a:pt x="7013912" y="5301456"/>
                </a:lnTo>
                <a:lnTo>
                  <a:pt x="7017210" y="5314156"/>
                </a:lnTo>
                <a:lnTo>
                  <a:pt x="7675389" y="5314156"/>
                </a:lnTo>
                <a:lnTo>
                  <a:pt x="7851561" y="5428456"/>
                </a:lnTo>
                <a:lnTo>
                  <a:pt x="7807228" y="5593556"/>
                </a:lnTo>
                <a:lnTo>
                  <a:pt x="10831212" y="5593556"/>
                </a:lnTo>
                <a:lnTo>
                  <a:pt x="10824828" y="5301456"/>
                </a:lnTo>
                <a:close/>
              </a:path>
              <a:path w="13852525" h="11308715">
                <a:moveTo>
                  <a:pt x="4160606" y="5060156"/>
                </a:moveTo>
                <a:lnTo>
                  <a:pt x="3208425" y="5428456"/>
                </a:lnTo>
                <a:lnTo>
                  <a:pt x="3453025" y="5568156"/>
                </a:lnTo>
                <a:lnTo>
                  <a:pt x="4405227" y="5187156"/>
                </a:lnTo>
                <a:lnTo>
                  <a:pt x="4160606" y="5060156"/>
                </a:lnTo>
                <a:close/>
              </a:path>
              <a:path w="13852525" h="11308715">
                <a:moveTo>
                  <a:pt x="12906926" y="3688556"/>
                </a:moveTo>
                <a:lnTo>
                  <a:pt x="12296149" y="4056856"/>
                </a:lnTo>
                <a:lnTo>
                  <a:pt x="12157399" y="5479256"/>
                </a:lnTo>
                <a:lnTo>
                  <a:pt x="12768176" y="5098256"/>
                </a:lnTo>
                <a:lnTo>
                  <a:pt x="12906926" y="3688556"/>
                </a:lnTo>
                <a:close/>
              </a:path>
              <a:path w="13852525" h="11308715">
                <a:moveTo>
                  <a:pt x="6925066" y="4971256"/>
                </a:moveTo>
                <a:lnTo>
                  <a:pt x="7017210" y="5314156"/>
                </a:lnTo>
                <a:lnTo>
                  <a:pt x="7013912" y="5301456"/>
                </a:lnTo>
                <a:lnTo>
                  <a:pt x="10824828" y="5301456"/>
                </a:lnTo>
                <a:lnTo>
                  <a:pt x="10823717" y="5250656"/>
                </a:lnTo>
                <a:lnTo>
                  <a:pt x="10448079" y="5250656"/>
                </a:lnTo>
                <a:lnTo>
                  <a:pt x="10425930" y="5174456"/>
                </a:lnTo>
                <a:lnTo>
                  <a:pt x="7634846" y="5174456"/>
                </a:lnTo>
                <a:lnTo>
                  <a:pt x="6925066" y="4971256"/>
                </a:lnTo>
                <a:close/>
              </a:path>
              <a:path w="13852525" h="11308715">
                <a:moveTo>
                  <a:pt x="11205803" y="4082256"/>
                </a:moveTo>
                <a:lnTo>
                  <a:pt x="10455922" y="4082256"/>
                </a:lnTo>
                <a:lnTo>
                  <a:pt x="10682669" y="5098256"/>
                </a:lnTo>
                <a:lnTo>
                  <a:pt x="10448079" y="5250656"/>
                </a:lnTo>
                <a:lnTo>
                  <a:pt x="10823717" y="5250656"/>
                </a:lnTo>
                <a:lnTo>
                  <a:pt x="10822885" y="5212556"/>
                </a:lnTo>
                <a:lnTo>
                  <a:pt x="11137440" y="4882356"/>
                </a:lnTo>
                <a:lnTo>
                  <a:pt x="11840169" y="4882356"/>
                </a:lnTo>
                <a:lnTo>
                  <a:pt x="11848798" y="4679156"/>
                </a:lnTo>
                <a:lnTo>
                  <a:pt x="11327529" y="4679156"/>
                </a:lnTo>
                <a:lnTo>
                  <a:pt x="11335665" y="4666456"/>
                </a:lnTo>
                <a:lnTo>
                  <a:pt x="11205803" y="4082256"/>
                </a:lnTo>
                <a:close/>
              </a:path>
              <a:path w="13852525" h="11308715">
                <a:moveTo>
                  <a:pt x="3575367" y="4729956"/>
                </a:moveTo>
                <a:lnTo>
                  <a:pt x="2545503" y="5085556"/>
                </a:lnTo>
                <a:lnTo>
                  <a:pt x="2721508" y="5174456"/>
                </a:lnTo>
                <a:lnTo>
                  <a:pt x="3751372" y="4818856"/>
                </a:lnTo>
                <a:lnTo>
                  <a:pt x="3575367" y="4729956"/>
                </a:lnTo>
                <a:close/>
              </a:path>
              <a:path w="13852525" h="11308715">
                <a:moveTo>
                  <a:pt x="7635599" y="4831556"/>
                </a:moveTo>
                <a:lnTo>
                  <a:pt x="7636510" y="5174456"/>
                </a:lnTo>
                <a:lnTo>
                  <a:pt x="10425930" y="5174456"/>
                </a:lnTo>
                <a:lnTo>
                  <a:pt x="10381632" y="5022056"/>
                </a:lnTo>
                <a:lnTo>
                  <a:pt x="7958396" y="5022056"/>
                </a:lnTo>
                <a:lnTo>
                  <a:pt x="7635599" y="4831556"/>
                </a:lnTo>
                <a:close/>
              </a:path>
              <a:path w="13852525" h="11308715">
                <a:moveTo>
                  <a:pt x="5880899" y="4704556"/>
                </a:moveTo>
                <a:lnTo>
                  <a:pt x="6089699" y="5047456"/>
                </a:lnTo>
                <a:lnTo>
                  <a:pt x="6911307" y="5098256"/>
                </a:lnTo>
                <a:lnTo>
                  <a:pt x="6702487" y="4742656"/>
                </a:lnTo>
                <a:lnTo>
                  <a:pt x="5880899" y="4704556"/>
                </a:lnTo>
                <a:close/>
              </a:path>
              <a:path w="13852525" h="11308715">
                <a:moveTo>
                  <a:pt x="5506209" y="4679156"/>
                </a:moveTo>
                <a:lnTo>
                  <a:pt x="4598540" y="4818856"/>
                </a:lnTo>
                <a:lnTo>
                  <a:pt x="4847496" y="5060156"/>
                </a:lnTo>
                <a:lnTo>
                  <a:pt x="5755175" y="4920456"/>
                </a:lnTo>
                <a:lnTo>
                  <a:pt x="5506209" y="4679156"/>
                </a:lnTo>
                <a:close/>
              </a:path>
              <a:path w="13852525" h="11308715">
                <a:moveTo>
                  <a:pt x="7623663" y="4145756"/>
                </a:moveTo>
                <a:lnTo>
                  <a:pt x="7625328" y="4539456"/>
                </a:lnTo>
                <a:lnTo>
                  <a:pt x="8015075" y="4806156"/>
                </a:lnTo>
                <a:lnTo>
                  <a:pt x="7958396" y="5022056"/>
                </a:lnTo>
                <a:lnTo>
                  <a:pt x="10381632" y="5022056"/>
                </a:lnTo>
                <a:lnTo>
                  <a:pt x="10267195" y="4628356"/>
                </a:lnTo>
                <a:lnTo>
                  <a:pt x="9859992" y="4628356"/>
                </a:lnTo>
                <a:lnTo>
                  <a:pt x="9760072" y="4463256"/>
                </a:lnTo>
                <a:lnTo>
                  <a:pt x="8084937" y="4463256"/>
                </a:lnTo>
                <a:lnTo>
                  <a:pt x="7623663" y="4145756"/>
                </a:lnTo>
                <a:close/>
              </a:path>
              <a:path w="13852525" h="11308715">
                <a:moveTo>
                  <a:pt x="6733763" y="4310856"/>
                </a:moveTo>
                <a:lnTo>
                  <a:pt x="6839582" y="4691856"/>
                </a:lnTo>
                <a:lnTo>
                  <a:pt x="7590302" y="4945856"/>
                </a:lnTo>
                <a:lnTo>
                  <a:pt x="7484484" y="4564856"/>
                </a:lnTo>
                <a:lnTo>
                  <a:pt x="6733763" y="4310856"/>
                </a:lnTo>
                <a:close/>
              </a:path>
              <a:path w="13852525" h="11308715">
                <a:moveTo>
                  <a:pt x="13851902" y="3078956"/>
                </a:moveTo>
                <a:lnTo>
                  <a:pt x="13451318" y="3332956"/>
                </a:lnTo>
                <a:lnTo>
                  <a:pt x="13229900" y="4844256"/>
                </a:lnTo>
                <a:lnTo>
                  <a:pt x="13729634" y="4526756"/>
                </a:lnTo>
                <a:lnTo>
                  <a:pt x="13851902" y="3688556"/>
                </a:lnTo>
                <a:lnTo>
                  <a:pt x="13851902" y="3078956"/>
                </a:lnTo>
                <a:close/>
              </a:path>
              <a:path w="13852525" h="11308715">
                <a:moveTo>
                  <a:pt x="2990128" y="4387056"/>
                </a:moveTo>
                <a:lnTo>
                  <a:pt x="1882560" y="4742656"/>
                </a:lnTo>
                <a:lnTo>
                  <a:pt x="1989928" y="4793456"/>
                </a:lnTo>
                <a:lnTo>
                  <a:pt x="3097518" y="4437856"/>
                </a:lnTo>
                <a:lnTo>
                  <a:pt x="2990128" y="4387056"/>
                </a:lnTo>
                <a:close/>
              </a:path>
              <a:path w="13852525" h="11308715">
                <a:moveTo>
                  <a:pt x="11862822" y="4348956"/>
                </a:moveTo>
                <a:lnTo>
                  <a:pt x="11327529" y="4679156"/>
                </a:lnTo>
                <a:lnTo>
                  <a:pt x="11848798" y="4679156"/>
                </a:lnTo>
                <a:lnTo>
                  <a:pt x="11862822" y="4348956"/>
                </a:lnTo>
                <a:close/>
              </a:path>
              <a:path w="13852525" h="11308715">
                <a:moveTo>
                  <a:pt x="10419085" y="3472656"/>
                </a:moveTo>
                <a:lnTo>
                  <a:pt x="9559876" y="3472656"/>
                </a:lnTo>
                <a:lnTo>
                  <a:pt x="10057473" y="4412456"/>
                </a:lnTo>
                <a:lnTo>
                  <a:pt x="9859992" y="4628356"/>
                </a:lnTo>
                <a:lnTo>
                  <a:pt x="10267195" y="4628356"/>
                </a:lnTo>
                <a:lnTo>
                  <a:pt x="10226589" y="4488656"/>
                </a:lnTo>
                <a:lnTo>
                  <a:pt x="10455922" y="4082256"/>
                </a:lnTo>
                <a:lnTo>
                  <a:pt x="11205803" y="4082256"/>
                </a:lnTo>
                <a:lnTo>
                  <a:pt x="11149342" y="3828256"/>
                </a:lnTo>
                <a:lnTo>
                  <a:pt x="10594494" y="3828256"/>
                </a:lnTo>
                <a:lnTo>
                  <a:pt x="10600441" y="3815556"/>
                </a:lnTo>
                <a:lnTo>
                  <a:pt x="10419085" y="3472656"/>
                </a:lnTo>
                <a:close/>
              </a:path>
              <a:path w="13852525" h="11308715">
                <a:moveTo>
                  <a:pt x="5046076" y="4209256"/>
                </a:moveTo>
                <a:lnTo>
                  <a:pt x="4069174" y="4323556"/>
                </a:lnTo>
                <a:lnTo>
                  <a:pt x="4263849" y="4501356"/>
                </a:lnTo>
                <a:lnTo>
                  <a:pt x="5240793" y="4399756"/>
                </a:lnTo>
                <a:lnTo>
                  <a:pt x="5046076" y="4209256"/>
                </a:lnTo>
                <a:close/>
              </a:path>
              <a:path w="13852525" h="11308715">
                <a:moveTo>
                  <a:pt x="5512868" y="4094956"/>
                </a:moveTo>
                <a:lnTo>
                  <a:pt x="5684591" y="4387056"/>
                </a:lnTo>
                <a:lnTo>
                  <a:pt x="6562805" y="4475956"/>
                </a:lnTo>
                <a:lnTo>
                  <a:pt x="6391082" y="4196556"/>
                </a:lnTo>
                <a:lnTo>
                  <a:pt x="5512868" y="4094956"/>
                </a:lnTo>
                <a:close/>
              </a:path>
              <a:path w="13852525" h="11308715">
                <a:moveTo>
                  <a:pt x="7611736" y="3472656"/>
                </a:moveTo>
                <a:lnTo>
                  <a:pt x="7613820" y="3790156"/>
                </a:lnTo>
                <a:lnTo>
                  <a:pt x="8154243" y="4209256"/>
                </a:lnTo>
                <a:lnTo>
                  <a:pt x="8084937" y="4463256"/>
                </a:lnTo>
                <a:lnTo>
                  <a:pt x="9760072" y="4463256"/>
                </a:lnTo>
                <a:lnTo>
                  <a:pt x="9583289" y="4171156"/>
                </a:lnTo>
                <a:lnTo>
                  <a:pt x="9105377" y="4171156"/>
                </a:lnTo>
                <a:lnTo>
                  <a:pt x="8844315" y="3929856"/>
                </a:lnTo>
                <a:lnTo>
                  <a:pt x="8225341" y="3929856"/>
                </a:lnTo>
                <a:lnTo>
                  <a:pt x="7611736" y="3472656"/>
                </a:lnTo>
                <a:close/>
              </a:path>
              <a:path w="13852525" h="11308715">
                <a:moveTo>
                  <a:pt x="2404879" y="4056856"/>
                </a:moveTo>
                <a:lnTo>
                  <a:pt x="1219606" y="4387056"/>
                </a:lnTo>
                <a:lnTo>
                  <a:pt x="1258380" y="4412456"/>
                </a:lnTo>
                <a:lnTo>
                  <a:pt x="2443632" y="4069556"/>
                </a:lnTo>
                <a:lnTo>
                  <a:pt x="2404879" y="4056856"/>
                </a:lnTo>
                <a:close/>
              </a:path>
              <a:path w="13852525" h="11308715">
                <a:moveTo>
                  <a:pt x="11917783" y="2418556"/>
                </a:moveTo>
                <a:lnTo>
                  <a:pt x="11404218" y="2964656"/>
                </a:lnTo>
                <a:lnTo>
                  <a:pt x="11638347" y="4387056"/>
                </a:lnTo>
                <a:lnTo>
                  <a:pt x="12151912" y="3853656"/>
                </a:lnTo>
                <a:lnTo>
                  <a:pt x="11917783" y="2418556"/>
                </a:lnTo>
                <a:close/>
              </a:path>
              <a:path w="13852525" h="11308715">
                <a:moveTo>
                  <a:pt x="6542429" y="3637756"/>
                </a:moveTo>
                <a:lnTo>
                  <a:pt x="6629840" y="3955256"/>
                </a:lnTo>
                <a:lnTo>
                  <a:pt x="7421512" y="4272756"/>
                </a:lnTo>
                <a:lnTo>
                  <a:pt x="7334111" y="3955256"/>
                </a:lnTo>
                <a:lnTo>
                  <a:pt x="6542429" y="3637756"/>
                </a:lnTo>
                <a:close/>
              </a:path>
              <a:path w="13852525" h="11308715">
                <a:moveTo>
                  <a:pt x="8675913" y="2151856"/>
                </a:moveTo>
                <a:lnTo>
                  <a:pt x="8439135" y="3053556"/>
                </a:lnTo>
                <a:lnTo>
                  <a:pt x="9249467" y="3917156"/>
                </a:lnTo>
                <a:lnTo>
                  <a:pt x="9105377" y="4171156"/>
                </a:lnTo>
                <a:lnTo>
                  <a:pt x="9583289" y="4171156"/>
                </a:lnTo>
                <a:lnTo>
                  <a:pt x="9437251" y="3929856"/>
                </a:lnTo>
                <a:lnTo>
                  <a:pt x="9559876" y="3472656"/>
                </a:lnTo>
                <a:lnTo>
                  <a:pt x="10419085" y="3472656"/>
                </a:lnTo>
                <a:lnTo>
                  <a:pt x="10271313" y="3193256"/>
                </a:lnTo>
                <a:lnTo>
                  <a:pt x="9633989" y="3193256"/>
                </a:lnTo>
                <a:lnTo>
                  <a:pt x="9637151" y="3180556"/>
                </a:lnTo>
                <a:lnTo>
                  <a:pt x="8675913" y="2151856"/>
                </a:lnTo>
                <a:close/>
              </a:path>
              <a:path w="13852525" h="11308715">
                <a:moveTo>
                  <a:pt x="4585933" y="3739356"/>
                </a:moveTo>
                <a:lnTo>
                  <a:pt x="3539797" y="3828256"/>
                </a:lnTo>
                <a:lnTo>
                  <a:pt x="3680254" y="3955256"/>
                </a:lnTo>
                <a:lnTo>
                  <a:pt x="4726390" y="3879056"/>
                </a:lnTo>
                <a:lnTo>
                  <a:pt x="4585933" y="3739356"/>
                </a:lnTo>
                <a:close/>
              </a:path>
              <a:path w="13852525" h="11308715">
                <a:moveTo>
                  <a:pt x="8349672" y="3472656"/>
                </a:moveTo>
                <a:lnTo>
                  <a:pt x="8225341" y="3929856"/>
                </a:lnTo>
                <a:lnTo>
                  <a:pt x="8844315" y="3929856"/>
                </a:lnTo>
                <a:lnTo>
                  <a:pt x="8349672" y="3472656"/>
                </a:lnTo>
                <a:close/>
              </a:path>
              <a:path w="13852525" h="11308715">
                <a:moveTo>
                  <a:pt x="5144827" y="3485356"/>
                </a:moveTo>
                <a:lnTo>
                  <a:pt x="5279462" y="3713956"/>
                </a:lnTo>
                <a:lnTo>
                  <a:pt x="6214302" y="3853656"/>
                </a:lnTo>
                <a:lnTo>
                  <a:pt x="6079668" y="3637756"/>
                </a:lnTo>
                <a:lnTo>
                  <a:pt x="5144827" y="3485356"/>
                </a:lnTo>
                <a:close/>
              </a:path>
              <a:path w="13852525" h="11308715">
                <a:moveTo>
                  <a:pt x="11044888" y="3358356"/>
                </a:moveTo>
                <a:lnTo>
                  <a:pt x="10594494" y="3828256"/>
                </a:lnTo>
                <a:lnTo>
                  <a:pt x="11149342" y="3828256"/>
                </a:lnTo>
                <a:lnTo>
                  <a:pt x="11044888" y="3358356"/>
                </a:lnTo>
                <a:close/>
              </a:path>
              <a:path w="13852525" h="11308715">
                <a:moveTo>
                  <a:pt x="7599810" y="2786856"/>
                </a:moveTo>
                <a:lnTo>
                  <a:pt x="7602313" y="3040856"/>
                </a:lnTo>
                <a:lnTo>
                  <a:pt x="8282857" y="3612356"/>
                </a:lnTo>
                <a:lnTo>
                  <a:pt x="8280355" y="3358356"/>
                </a:lnTo>
                <a:lnTo>
                  <a:pt x="7599810" y="2786856"/>
                </a:lnTo>
                <a:close/>
              </a:path>
              <a:path w="13852525" h="11308715">
                <a:moveTo>
                  <a:pt x="6351115" y="2977356"/>
                </a:moveTo>
                <a:lnTo>
                  <a:pt x="6420118" y="3218656"/>
                </a:lnTo>
                <a:lnTo>
                  <a:pt x="7252732" y="3599656"/>
                </a:lnTo>
                <a:lnTo>
                  <a:pt x="7183739" y="3345656"/>
                </a:lnTo>
                <a:lnTo>
                  <a:pt x="6351115" y="2977356"/>
                </a:lnTo>
                <a:close/>
              </a:path>
              <a:path w="13852525" h="11308715">
                <a:moveTo>
                  <a:pt x="12790678" y="1491456"/>
                </a:moveTo>
                <a:lnTo>
                  <a:pt x="12370890" y="1923256"/>
                </a:lnTo>
                <a:lnTo>
                  <a:pt x="12548382" y="3472656"/>
                </a:lnTo>
                <a:lnTo>
                  <a:pt x="12968181" y="3040856"/>
                </a:lnTo>
                <a:lnTo>
                  <a:pt x="12790678" y="1491456"/>
                </a:lnTo>
                <a:close/>
              </a:path>
              <a:path w="13852525" h="11308715">
                <a:moveTo>
                  <a:pt x="10591646" y="1453356"/>
                </a:moveTo>
                <a:lnTo>
                  <a:pt x="10217657" y="2113756"/>
                </a:lnTo>
                <a:lnTo>
                  <a:pt x="10830727" y="3459956"/>
                </a:lnTo>
                <a:lnTo>
                  <a:pt x="11204716" y="2799556"/>
                </a:lnTo>
                <a:lnTo>
                  <a:pt x="10591646" y="1453356"/>
                </a:lnTo>
                <a:close/>
              </a:path>
              <a:path w="13852525" h="11308715">
                <a:moveTo>
                  <a:pt x="4125801" y="3282156"/>
                </a:moveTo>
                <a:lnTo>
                  <a:pt x="3010421" y="3332956"/>
                </a:lnTo>
                <a:lnTo>
                  <a:pt x="3096628" y="3409156"/>
                </a:lnTo>
                <a:lnTo>
                  <a:pt x="4212018" y="3358356"/>
                </a:lnTo>
                <a:lnTo>
                  <a:pt x="4125801" y="3282156"/>
                </a:lnTo>
                <a:close/>
              </a:path>
              <a:path w="13852525" h="11308715">
                <a:moveTo>
                  <a:pt x="4776796" y="2888456"/>
                </a:moveTo>
                <a:lnTo>
                  <a:pt x="4874343" y="3040856"/>
                </a:lnTo>
                <a:lnTo>
                  <a:pt x="5865810" y="3231356"/>
                </a:lnTo>
                <a:lnTo>
                  <a:pt x="5768264" y="3078956"/>
                </a:lnTo>
                <a:lnTo>
                  <a:pt x="4776796" y="2888456"/>
                </a:lnTo>
                <a:close/>
              </a:path>
              <a:path w="13852525" h="11308715">
                <a:moveTo>
                  <a:pt x="9962335" y="2609056"/>
                </a:moveTo>
                <a:lnTo>
                  <a:pt x="9633989" y="3193256"/>
                </a:lnTo>
                <a:lnTo>
                  <a:pt x="10271313" y="3193256"/>
                </a:lnTo>
                <a:lnTo>
                  <a:pt x="9962335" y="2609056"/>
                </a:lnTo>
                <a:close/>
              </a:path>
              <a:path w="13852525" h="11308715">
                <a:moveTo>
                  <a:pt x="7587884" y="2113756"/>
                </a:moveTo>
                <a:lnTo>
                  <a:pt x="7590805" y="2291556"/>
                </a:lnTo>
                <a:lnTo>
                  <a:pt x="8294784" y="2926556"/>
                </a:lnTo>
                <a:lnTo>
                  <a:pt x="8291862" y="2736056"/>
                </a:lnTo>
                <a:lnTo>
                  <a:pt x="7587884" y="2113756"/>
                </a:lnTo>
                <a:close/>
              </a:path>
              <a:path w="13852525" h="11308715">
                <a:moveTo>
                  <a:pt x="6159801" y="2304256"/>
                </a:moveTo>
                <a:lnTo>
                  <a:pt x="6210376" y="2482056"/>
                </a:lnTo>
                <a:lnTo>
                  <a:pt x="7083951" y="2913856"/>
                </a:lnTo>
                <a:lnTo>
                  <a:pt x="7033366" y="2736056"/>
                </a:lnTo>
                <a:lnTo>
                  <a:pt x="6159801" y="2304256"/>
                </a:lnTo>
                <a:close/>
              </a:path>
              <a:path w="13852525" h="11308715">
                <a:moveTo>
                  <a:pt x="3665658" y="2812256"/>
                </a:moveTo>
                <a:lnTo>
                  <a:pt x="2481055" y="2837656"/>
                </a:lnTo>
                <a:lnTo>
                  <a:pt x="2512981" y="2863056"/>
                </a:lnTo>
                <a:lnTo>
                  <a:pt x="3697615" y="2837656"/>
                </a:lnTo>
                <a:lnTo>
                  <a:pt x="3665658" y="2812256"/>
                </a:lnTo>
                <a:close/>
              </a:path>
              <a:path w="13852525" h="11308715">
                <a:moveTo>
                  <a:pt x="9002134" y="843756"/>
                </a:moveTo>
                <a:lnTo>
                  <a:pt x="8802779" y="1605756"/>
                </a:lnTo>
                <a:lnTo>
                  <a:pt x="9774309" y="2761456"/>
                </a:lnTo>
                <a:lnTo>
                  <a:pt x="9973675" y="2012156"/>
                </a:lnTo>
                <a:lnTo>
                  <a:pt x="9002134" y="843756"/>
                </a:lnTo>
                <a:close/>
              </a:path>
              <a:path w="13852525" h="11308715">
                <a:moveTo>
                  <a:pt x="4408755" y="2278856"/>
                </a:moveTo>
                <a:lnTo>
                  <a:pt x="4469235" y="2380456"/>
                </a:lnTo>
                <a:lnTo>
                  <a:pt x="5517318" y="2609056"/>
                </a:lnTo>
                <a:lnTo>
                  <a:pt x="5456849" y="2520156"/>
                </a:lnTo>
                <a:lnTo>
                  <a:pt x="4408755" y="2278856"/>
                </a:lnTo>
                <a:close/>
              </a:path>
              <a:path w="13852525" h="11308715">
                <a:moveTo>
                  <a:pt x="11220946" y="284956"/>
                </a:moveTo>
                <a:lnTo>
                  <a:pt x="10915740" y="843756"/>
                </a:lnTo>
                <a:lnTo>
                  <a:pt x="11503785" y="2316956"/>
                </a:lnTo>
                <a:lnTo>
                  <a:pt x="11808991" y="1770856"/>
                </a:lnTo>
                <a:lnTo>
                  <a:pt x="11220946" y="284956"/>
                </a:lnTo>
                <a:close/>
              </a:path>
              <a:path w="13852525" h="11308715">
                <a:moveTo>
                  <a:pt x="5968477" y="1643856"/>
                </a:moveTo>
                <a:lnTo>
                  <a:pt x="6000644" y="1745456"/>
                </a:lnTo>
                <a:lnTo>
                  <a:pt x="6915171" y="2240756"/>
                </a:lnTo>
                <a:lnTo>
                  <a:pt x="6883015" y="2126456"/>
                </a:lnTo>
                <a:lnTo>
                  <a:pt x="5968477" y="1643856"/>
                </a:lnTo>
                <a:close/>
              </a:path>
              <a:path w="13852525" h="11308715">
                <a:moveTo>
                  <a:pt x="7575968" y="1427956"/>
                </a:moveTo>
                <a:lnTo>
                  <a:pt x="7579298" y="1542256"/>
                </a:lnTo>
                <a:lnTo>
                  <a:pt x="8306699" y="2240756"/>
                </a:lnTo>
                <a:lnTo>
                  <a:pt x="8303370" y="2126456"/>
                </a:lnTo>
                <a:lnTo>
                  <a:pt x="7575968" y="1427956"/>
                </a:lnTo>
                <a:close/>
              </a:path>
              <a:path w="13852525" h="11308715">
                <a:moveTo>
                  <a:pt x="4040735" y="1669256"/>
                </a:moveTo>
                <a:lnTo>
                  <a:pt x="4064096" y="1707356"/>
                </a:lnTo>
                <a:lnTo>
                  <a:pt x="5168826" y="1986756"/>
                </a:lnTo>
                <a:lnTo>
                  <a:pt x="5145445" y="1961356"/>
                </a:lnTo>
                <a:lnTo>
                  <a:pt x="4040735" y="1669256"/>
                </a:lnTo>
                <a:close/>
              </a:path>
              <a:path w="13852525" h="11308715">
                <a:moveTo>
                  <a:pt x="5777164" y="970756"/>
                </a:moveTo>
                <a:lnTo>
                  <a:pt x="5790923" y="1008856"/>
                </a:lnTo>
                <a:lnTo>
                  <a:pt x="6746391" y="1554956"/>
                </a:lnTo>
                <a:lnTo>
                  <a:pt x="6732643" y="1529556"/>
                </a:lnTo>
                <a:lnTo>
                  <a:pt x="5777164" y="970756"/>
                </a:lnTo>
                <a:close/>
              </a:path>
              <a:path w="13852525" h="11308715">
                <a:moveTo>
                  <a:pt x="7564041" y="754856"/>
                </a:moveTo>
                <a:lnTo>
                  <a:pt x="7567790" y="792956"/>
                </a:lnTo>
                <a:lnTo>
                  <a:pt x="8318636" y="1554956"/>
                </a:lnTo>
                <a:lnTo>
                  <a:pt x="8314888" y="1516856"/>
                </a:lnTo>
                <a:lnTo>
                  <a:pt x="7564041" y="754856"/>
                </a:lnTo>
                <a:close/>
              </a:path>
              <a:path w="13852525" h="11308715">
                <a:moveTo>
                  <a:pt x="9684684" y="5556"/>
                </a:moveTo>
                <a:lnTo>
                  <a:pt x="9205378" y="5556"/>
                </a:lnTo>
                <a:lnTo>
                  <a:pt x="9166401" y="157956"/>
                </a:lnTo>
                <a:lnTo>
                  <a:pt x="10148214" y="1453356"/>
                </a:lnTo>
                <a:lnTo>
                  <a:pt x="10310167" y="831056"/>
                </a:lnTo>
                <a:lnTo>
                  <a:pt x="9684684" y="5556"/>
                </a:lnTo>
                <a:close/>
              </a:path>
              <a:path w="13852525" h="11308715">
                <a:moveTo>
                  <a:pt x="12155392" y="5556"/>
                </a:moveTo>
                <a:lnTo>
                  <a:pt x="11769899" y="5556"/>
                </a:lnTo>
                <a:lnTo>
                  <a:pt x="12176843" y="1173956"/>
                </a:lnTo>
                <a:lnTo>
                  <a:pt x="12413266" y="742156"/>
                </a:lnTo>
                <a:lnTo>
                  <a:pt x="12155392" y="5556"/>
                </a:lnTo>
                <a:close/>
              </a:path>
              <a:path w="13852525" h="11308715">
                <a:moveTo>
                  <a:pt x="10558529" y="5556"/>
                </a:moveTo>
                <a:lnTo>
                  <a:pt x="10424416" y="5556"/>
                </a:lnTo>
                <a:lnTo>
                  <a:pt x="10522108" y="145256"/>
                </a:lnTo>
                <a:lnTo>
                  <a:pt x="10558529" y="5556"/>
                </a:lnTo>
                <a:close/>
              </a:path>
            </a:pathLst>
          </a:custGeom>
          <a:solidFill>
            <a:srgbClr val="1A0F5C">
              <a:alpha val="5000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FDD0999-C447-FB95-885F-11AEB8E0577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3908" y="1714110"/>
            <a:ext cx="1840546" cy="610478"/>
          </a:xfrm>
          <a:prstGeom prst="rect">
            <a:avLst/>
          </a:prstGeom>
        </p:spPr>
      </p:pic>
      <p:pic>
        <p:nvPicPr>
          <p:cNvPr id="9" name="Picture 8" descr="Text&#10;&#10;Description automatically generated">
            <a:extLst>
              <a:ext uri="{FF2B5EF4-FFF2-40B4-BE49-F238E27FC236}">
                <a16:creationId xmlns:a16="http://schemas.microsoft.com/office/drawing/2014/main" id="{D736775F-6A19-332A-FFBC-2EEB2D6F69E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411629" y="5850238"/>
            <a:ext cx="2396464" cy="63286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4F147EF-0B5A-890C-78C4-EEFA44DDF203}"/>
              </a:ext>
            </a:extLst>
          </p:cNvPr>
          <p:cNvSpPr txBox="1"/>
          <p:nvPr userDrawn="1"/>
        </p:nvSpPr>
        <p:spPr>
          <a:xfrm>
            <a:off x="383907" y="6267664"/>
            <a:ext cx="20054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jmangroup.com</a:t>
            </a:r>
            <a:endParaRPr lang="en-GB" sz="800" spc="55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C3DA2D15-314E-430B-A8B1-76E7ED1423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3908" y="4082988"/>
            <a:ext cx="3519877" cy="3385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bg1"/>
                </a:solidFill>
              </a:defRPr>
            </a:lvl1pPr>
          </a:lstStyle>
          <a:p>
            <a:fld id="{2C447720-08D5-4B8A-BAE4-B98EB719B5F1}" type="datetime3">
              <a:rPr lang="en-US" smtClean="0"/>
              <a:t>13 May 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9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5">
    <p:bg>
      <p:bgPr>
        <a:gradFill>
          <a:gsLst>
            <a:gs pos="0">
              <a:schemeClr val="accent1"/>
            </a:gs>
            <a:gs pos="10000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14E23-4D5A-C225-A302-6C9C57B22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643127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bg object 17">
            <a:extLst>
              <a:ext uri="{FF2B5EF4-FFF2-40B4-BE49-F238E27FC236}">
                <a16:creationId xmlns:a16="http://schemas.microsoft.com/office/drawing/2014/main" id="{5AE8EB3F-06DA-9660-72EB-9FC6330A4F34}"/>
              </a:ext>
            </a:extLst>
          </p:cNvPr>
          <p:cNvSpPr/>
          <p:nvPr userDrawn="1"/>
        </p:nvSpPr>
        <p:spPr>
          <a:xfrm>
            <a:off x="3791345" y="1"/>
            <a:ext cx="8400655" cy="6858000"/>
          </a:xfrm>
          <a:custGeom>
            <a:avLst/>
            <a:gdLst/>
            <a:ahLst/>
            <a:cxnLst/>
            <a:rect l="l" t="t" r="r" b="b"/>
            <a:pathLst>
              <a:path w="13852525" h="11308715">
                <a:moveTo>
                  <a:pt x="13663594" y="541274"/>
                </a:moveTo>
                <a:lnTo>
                  <a:pt x="13337552" y="886374"/>
                </a:lnTo>
                <a:lnTo>
                  <a:pt x="13458406" y="2559160"/>
                </a:lnTo>
                <a:lnTo>
                  <a:pt x="13784438" y="2214071"/>
                </a:lnTo>
                <a:lnTo>
                  <a:pt x="13663594" y="541274"/>
                </a:lnTo>
                <a:close/>
              </a:path>
              <a:path w="13852525" h="11308715">
                <a:moveTo>
                  <a:pt x="12862427" y="0"/>
                </a:moveTo>
                <a:lnTo>
                  <a:pt x="12842864" y="0"/>
                </a:lnTo>
                <a:lnTo>
                  <a:pt x="12849922" y="22955"/>
                </a:lnTo>
                <a:lnTo>
                  <a:pt x="12862427" y="0"/>
                </a:lnTo>
                <a:close/>
              </a:path>
              <a:path w="13852525" h="11308715">
                <a:moveTo>
                  <a:pt x="1356744" y="11181556"/>
                </a:moveTo>
                <a:lnTo>
                  <a:pt x="1317802" y="11206956"/>
                </a:lnTo>
                <a:lnTo>
                  <a:pt x="1288384" y="11308556"/>
                </a:lnTo>
                <a:lnTo>
                  <a:pt x="1318869" y="11308556"/>
                </a:lnTo>
                <a:lnTo>
                  <a:pt x="1356744" y="11181556"/>
                </a:lnTo>
                <a:close/>
              </a:path>
              <a:path w="13852525" h="11308715">
                <a:moveTo>
                  <a:pt x="2108543" y="10737056"/>
                </a:moveTo>
                <a:lnTo>
                  <a:pt x="1991771" y="10813256"/>
                </a:lnTo>
                <a:lnTo>
                  <a:pt x="1863059" y="11308556"/>
                </a:lnTo>
                <a:lnTo>
                  <a:pt x="1960085" y="11308556"/>
                </a:lnTo>
                <a:lnTo>
                  <a:pt x="2108543" y="10737056"/>
                </a:lnTo>
                <a:close/>
              </a:path>
              <a:path w="13852525" h="11308715">
                <a:moveTo>
                  <a:pt x="2860321" y="10292556"/>
                </a:moveTo>
                <a:lnTo>
                  <a:pt x="2665698" y="10419556"/>
                </a:lnTo>
                <a:lnTo>
                  <a:pt x="2464479" y="11308556"/>
                </a:lnTo>
                <a:lnTo>
                  <a:pt x="2631287" y="11308556"/>
                </a:lnTo>
                <a:lnTo>
                  <a:pt x="2860321" y="10292556"/>
                </a:lnTo>
                <a:close/>
              </a:path>
              <a:path w="13852525" h="11308715">
                <a:moveTo>
                  <a:pt x="4206856" y="10991056"/>
                </a:moveTo>
                <a:lnTo>
                  <a:pt x="3978528" y="11232356"/>
                </a:lnTo>
                <a:lnTo>
                  <a:pt x="3984302" y="11308556"/>
                </a:lnTo>
                <a:lnTo>
                  <a:pt x="4230674" y="11308556"/>
                </a:lnTo>
                <a:lnTo>
                  <a:pt x="4206856" y="10991056"/>
                </a:lnTo>
                <a:close/>
              </a:path>
              <a:path w="13852525" h="11308715">
                <a:moveTo>
                  <a:pt x="4844187" y="10356056"/>
                </a:moveTo>
                <a:lnTo>
                  <a:pt x="4550207" y="10660856"/>
                </a:lnTo>
                <a:lnTo>
                  <a:pt x="4626194" y="11308556"/>
                </a:lnTo>
                <a:lnTo>
                  <a:pt x="4956321" y="11308556"/>
                </a:lnTo>
                <a:lnTo>
                  <a:pt x="4844187" y="10356056"/>
                </a:lnTo>
                <a:close/>
              </a:path>
              <a:path w="13852525" h="11308715">
                <a:moveTo>
                  <a:pt x="5579023" y="11168856"/>
                </a:moveTo>
                <a:lnTo>
                  <a:pt x="5495758" y="11308556"/>
                </a:lnTo>
                <a:lnTo>
                  <a:pt x="5639011" y="11308556"/>
                </a:lnTo>
                <a:lnTo>
                  <a:pt x="5579023" y="11168856"/>
                </a:lnTo>
                <a:close/>
              </a:path>
              <a:path w="13852525" h="11308715">
                <a:moveTo>
                  <a:pt x="6049721" y="10356056"/>
                </a:moveTo>
                <a:lnTo>
                  <a:pt x="5788221" y="10825956"/>
                </a:lnTo>
                <a:lnTo>
                  <a:pt x="6010322" y="11308556"/>
                </a:lnTo>
                <a:lnTo>
                  <a:pt x="6481959" y="11308556"/>
                </a:lnTo>
                <a:lnTo>
                  <a:pt x="6049721" y="10356056"/>
                </a:lnTo>
                <a:close/>
              </a:path>
              <a:path w="13852525" h="11308715">
                <a:moveTo>
                  <a:pt x="6792159" y="10851356"/>
                </a:moveTo>
                <a:lnTo>
                  <a:pt x="6670546" y="11308556"/>
                </a:lnTo>
                <a:lnTo>
                  <a:pt x="7184035" y="11308556"/>
                </a:lnTo>
                <a:lnTo>
                  <a:pt x="6792159" y="10851356"/>
                </a:lnTo>
                <a:close/>
              </a:path>
              <a:path w="13852525" h="11308715">
                <a:moveTo>
                  <a:pt x="7666782" y="11130756"/>
                </a:moveTo>
                <a:lnTo>
                  <a:pt x="7667177" y="11308556"/>
                </a:lnTo>
                <a:lnTo>
                  <a:pt x="7938091" y="11308556"/>
                </a:lnTo>
                <a:lnTo>
                  <a:pt x="7666782" y="11130756"/>
                </a:lnTo>
                <a:close/>
              </a:path>
              <a:path w="13852525" h="11308715">
                <a:moveTo>
                  <a:pt x="9478281" y="10813256"/>
                </a:moveTo>
                <a:lnTo>
                  <a:pt x="7686195" y="10813256"/>
                </a:lnTo>
                <a:lnTo>
                  <a:pt x="8511158" y="11308556"/>
                </a:lnTo>
                <a:lnTo>
                  <a:pt x="8554593" y="11308556"/>
                </a:lnTo>
                <a:lnTo>
                  <a:pt x="8554315" y="10851356"/>
                </a:lnTo>
                <a:lnTo>
                  <a:pt x="9488564" y="10851356"/>
                </a:lnTo>
                <a:lnTo>
                  <a:pt x="9478281" y="10813256"/>
                </a:lnTo>
                <a:close/>
              </a:path>
              <a:path w="13852525" h="11308715">
                <a:moveTo>
                  <a:pt x="8619486" y="11168856"/>
                </a:moveTo>
                <a:lnTo>
                  <a:pt x="8658631" y="11308556"/>
                </a:lnTo>
                <a:lnTo>
                  <a:pt x="9042097" y="11308556"/>
                </a:lnTo>
                <a:lnTo>
                  <a:pt x="8619486" y="11168856"/>
                </a:lnTo>
                <a:close/>
              </a:path>
              <a:path w="13852525" h="11308715">
                <a:moveTo>
                  <a:pt x="9587425" y="10952956"/>
                </a:moveTo>
                <a:lnTo>
                  <a:pt x="9799117" y="11308556"/>
                </a:lnTo>
                <a:lnTo>
                  <a:pt x="10926641" y="11308556"/>
                </a:lnTo>
                <a:lnTo>
                  <a:pt x="10757923" y="11029156"/>
                </a:lnTo>
                <a:lnTo>
                  <a:pt x="9587425" y="10952956"/>
                </a:lnTo>
                <a:close/>
              </a:path>
              <a:path w="13852525" h="11308715">
                <a:moveTo>
                  <a:pt x="12527880" y="11029156"/>
                </a:moveTo>
                <a:lnTo>
                  <a:pt x="11234160" y="11219656"/>
                </a:lnTo>
                <a:lnTo>
                  <a:pt x="11329752" y="11308556"/>
                </a:lnTo>
                <a:lnTo>
                  <a:pt x="12829487" y="11308556"/>
                </a:lnTo>
                <a:lnTo>
                  <a:pt x="12527880" y="11029156"/>
                </a:lnTo>
                <a:close/>
              </a:path>
              <a:path w="13852525" h="11308715">
                <a:moveTo>
                  <a:pt x="7638137" y="10546556"/>
                </a:moveTo>
                <a:lnTo>
                  <a:pt x="6890020" y="10546556"/>
                </a:lnTo>
                <a:lnTo>
                  <a:pt x="6887821" y="10559256"/>
                </a:lnTo>
                <a:lnTo>
                  <a:pt x="7563947" y="11270456"/>
                </a:lnTo>
                <a:lnTo>
                  <a:pt x="7686195" y="10813256"/>
                </a:lnTo>
                <a:lnTo>
                  <a:pt x="9478281" y="10813256"/>
                </a:lnTo>
                <a:lnTo>
                  <a:pt x="9437147" y="10660856"/>
                </a:lnTo>
                <a:lnTo>
                  <a:pt x="10524376" y="10660856"/>
                </a:lnTo>
                <a:lnTo>
                  <a:pt x="10516980" y="10648156"/>
                </a:lnTo>
                <a:lnTo>
                  <a:pt x="8499343" y="10648156"/>
                </a:lnTo>
                <a:lnTo>
                  <a:pt x="8414694" y="10597356"/>
                </a:lnTo>
                <a:lnTo>
                  <a:pt x="7686069" y="10597356"/>
                </a:lnTo>
                <a:lnTo>
                  <a:pt x="7638137" y="10546556"/>
                </a:lnTo>
                <a:close/>
              </a:path>
              <a:path w="13852525" h="11308715">
                <a:moveTo>
                  <a:pt x="3612099" y="9848056"/>
                </a:moveTo>
                <a:lnTo>
                  <a:pt x="3339678" y="10013156"/>
                </a:lnTo>
                <a:lnTo>
                  <a:pt x="3128616" y="11143456"/>
                </a:lnTo>
                <a:lnTo>
                  <a:pt x="3401069" y="10978356"/>
                </a:lnTo>
                <a:lnTo>
                  <a:pt x="3612099" y="9848056"/>
                </a:lnTo>
                <a:close/>
              </a:path>
              <a:path w="13852525" h="11308715">
                <a:moveTo>
                  <a:pt x="9488564" y="10851356"/>
                </a:moveTo>
                <a:lnTo>
                  <a:pt x="8556681" y="10851356"/>
                </a:lnTo>
                <a:lnTo>
                  <a:pt x="9567405" y="11143456"/>
                </a:lnTo>
                <a:lnTo>
                  <a:pt x="9488564" y="10851356"/>
                </a:lnTo>
                <a:close/>
              </a:path>
              <a:path w="13852525" h="11308715">
                <a:moveTo>
                  <a:pt x="5481518" y="9708356"/>
                </a:moveTo>
                <a:lnTo>
                  <a:pt x="5121885" y="10089356"/>
                </a:lnTo>
                <a:lnTo>
                  <a:pt x="5288310" y="11092656"/>
                </a:lnTo>
                <a:lnTo>
                  <a:pt x="5647953" y="10711656"/>
                </a:lnTo>
                <a:lnTo>
                  <a:pt x="5481518" y="9708356"/>
                </a:lnTo>
                <a:close/>
              </a:path>
              <a:path w="13852525" h="11308715">
                <a:moveTo>
                  <a:pt x="13851902" y="10571956"/>
                </a:moveTo>
                <a:lnTo>
                  <a:pt x="13158437" y="10838656"/>
                </a:lnTo>
                <a:lnTo>
                  <a:pt x="13506593" y="11029156"/>
                </a:lnTo>
                <a:lnTo>
                  <a:pt x="13851902" y="10889456"/>
                </a:lnTo>
                <a:lnTo>
                  <a:pt x="13851902" y="10571956"/>
                </a:lnTo>
                <a:close/>
              </a:path>
              <a:path w="13852525" h="11308715">
                <a:moveTo>
                  <a:pt x="6806761" y="10102056"/>
                </a:moveTo>
                <a:lnTo>
                  <a:pt x="6214962" y="10102056"/>
                </a:lnTo>
                <a:lnTo>
                  <a:pt x="6210816" y="10114756"/>
                </a:lnTo>
                <a:lnTo>
                  <a:pt x="6660446" y="10965656"/>
                </a:lnTo>
                <a:lnTo>
                  <a:pt x="6890020" y="10546556"/>
                </a:lnTo>
                <a:lnTo>
                  <a:pt x="7638137" y="10546556"/>
                </a:lnTo>
                <a:lnTo>
                  <a:pt x="7458393" y="10356056"/>
                </a:lnTo>
                <a:lnTo>
                  <a:pt x="6941610" y="10356056"/>
                </a:lnTo>
                <a:lnTo>
                  <a:pt x="6806761" y="10102056"/>
                </a:lnTo>
                <a:close/>
              </a:path>
              <a:path w="13852525" h="11308715">
                <a:moveTo>
                  <a:pt x="11697937" y="10241756"/>
                </a:moveTo>
                <a:lnTo>
                  <a:pt x="10502769" y="10483056"/>
                </a:lnTo>
                <a:lnTo>
                  <a:pt x="10933949" y="10902156"/>
                </a:lnTo>
                <a:lnTo>
                  <a:pt x="12129107" y="10660856"/>
                </a:lnTo>
                <a:lnTo>
                  <a:pt x="11697937" y="10241756"/>
                </a:lnTo>
                <a:close/>
              </a:path>
              <a:path w="13852525" h="11308715">
                <a:moveTo>
                  <a:pt x="4363898" y="9390856"/>
                </a:moveTo>
                <a:lnTo>
                  <a:pt x="4013595" y="9619456"/>
                </a:lnTo>
                <a:lnTo>
                  <a:pt x="3860447" y="10673556"/>
                </a:lnTo>
                <a:lnTo>
                  <a:pt x="4210719" y="10457656"/>
                </a:lnTo>
                <a:lnTo>
                  <a:pt x="4363898" y="9390856"/>
                </a:lnTo>
                <a:close/>
              </a:path>
              <a:path w="13852525" h="11308715">
                <a:moveTo>
                  <a:pt x="10524376" y="10660856"/>
                </a:moveTo>
                <a:lnTo>
                  <a:pt x="9441827" y="10660856"/>
                </a:lnTo>
                <a:lnTo>
                  <a:pt x="10531773" y="10673556"/>
                </a:lnTo>
                <a:lnTo>
                  <a:pt x="10524376" y="10660856"/>
                </a:lnTo>
                <a:close/>
              </a:path>
              <a:path w="13852525" h="11308715">
                <a:moveTo>
                  <a:pt x="9253203" y="10025856"/>
                </a:moveTo>
                <a:lnTo>
                  <a:pt x="7875927" y="10025856"/>
                </a:lnTo>
                <a:lnTo>
                  <a:pt x="8408372" y="10305256"/>
                </a:lnTo>
                <a:lnTo>
                  <a:pt x="8499343" y="10648156"/>
                </a:lnTo>
                <a:lnTo>
                  <a:pt x="10516980" y="10648156"/>
                </a:lnTo>
                <a:lnTo>
                  <a:pt x="10413427" y="10470356"/>
                </a:lnTo>
                <a:lnTo>
                  <a:pt x="9327893" y="10470356"/>
                </a:lnTo>
                <a:lnTo>
                  <a:pt x="8539708" y="10241756"/>
                </a:lnTo>
                <a:lnTo>
                  <a:pt x="8539834" y="10038556"/>
                </a:lnTo>
                <a:lnTo>
                  <a:pt x="9256753" y="10038556"/>
                </a:lnTo>
                <a:lnTo>
                  <a:pt x="9253203" y="10025856"/>
                </a:lnTo>
                <a:close/>
              </a:path>
              <a:path w="13852525" h="11308715">
                <a:moveTo>
                  <a:pt x="9207049" y="9860756"/>
                </a:moveTo>
                <a:lnTo>
                  <a:pt x="7259580" y="9860756"/>
                </a:lnTo>
                <a:lnTo>
                  <a:pt x="7685860" y="10254456"/>
                </a:lnTo>
                <a:lnTo>
                  <a:pt x="7686069" y="10597356"/>
                </a:lnTo>
                <a:lnTo>
                  <a:pt x="8414694" y="10597356"/>
                </a:lnTo>
                <a:lnTo>
                  <a:pt x="7822149" y="10241756"/>
                </a:lnTo>
                <a:lnTo>
                  <a:pt x="7875927" y="10025856"/>
                </a:lnTo>
                <a:lnTo>
                  <a:pt x="9253203" y="10025856"/>
                </a:lnTo>
                <a:lnTo>
                  <a:pt x="9207049" y="9860756"/>
                </a:lnTo>
                <a:close/>
              </a:path>
              <a:path w="13852525" h="11308715">
                <a:moveTo>
                  <a:pt x="13475066" y="9759156"/>
                </a:moveTo>
                <a:lnTo>
                  <a:pt x="12227920" y="10305256"/>
                </a:lnTo>
                <a:lnTo>
                  <a:pt x="12673708" y="10546556"/>
                </a:lnTo>
                <a:lnTo>
                  <a:pt x="13851902" y="10025856"/>
                </a:lnTo>
                <a:lnTo>
                  <a:pt x="13851902" y="9962356"/>
                </a:lnTo>
                <a:lnTo>
                  <a:pt x="13475066" y="9759156"/>
                </a:lnTo>
                <a:close/>
              </a:path>
              <a:path w="13852525" h="11308715">
                <a:moveTo>
                  <a:pt x="918223" y="9301956"/>
                </a:moveTo>
                <a:lnTo>
                  <a:pt x="874706" y="9314656"/>
                </a:lnTo>
                <a:lnTo>
                  <a:pt x="182915" y="10495756"/>
                </a:lnTo>
                <a:lnTo>
                  <a:pt x="226443" y="10470356"/>
                </a:lnTo>
                <a:lnTo>
                  <a:pt x="918223" y="9301956"/>
                </a:lnTo>
                <a:close/>
              </a:path>
              <a:path w="13852525" h="11308715">
                <a:moveTo>
                  <a:pt x="9256753" y="10038556"/>
                </a:moveTo>
                <a:lnTo>
                  <a:pt x="8539834" y="10038556"/>
                </a:lnTo>
                <a:lnTo>
                  <a:pt x="9147072" y="10152856"/>
                </a:lnTo>
                <a:lnTo>
                  <a:pt x="9327893" y="10470356"/>
                </a:lnTo>
                <a:lnTo>
                  <a:pt x="10413427" y="10470356"/>
                </a:lnTo>
                <a:lnTo>
                  <a:pt x="10272891" y="10229056"/>
                </a:lnTo>
                <a:lnTo>
                  <a:pt x="10279707" y="10229056"/>
                </a:lnTo>
                <a:lnTo>
                  <a:pt x="10877850" y="10076656"/>
                </a:lnTo>
                <a:lnTo>
                  <a:pt x="10113807" y="10076656"/>
                </a:lnTo>
                <a:lnTo>
                  <a:pt x="9263854" y="10063956"/>
                </a:lnTo>
                <a:lnTo>
                  <a:pt x="9256753" y="10038556"/>
                </a:lnTo>
                <a:close/>
              </a:path>
              <a:path w="13852525" h="11308715">
                <a:moveTo>
                  <a:pt x="6217188" y="9505156"/>
                </a:moveTo>
                <a:lnTo>
                  <a:pt x="5699250" y="9505156"/>
                </a:lnTo>
                <a:lnTo>
                  <a:pt x="5693554" y="9517856"/>
                </a:lnTo>
                <a:lnTo>
                  <a:pt x="5899569" y="10432256"/>
                </a:lnTo>
                <a:lnTo>
                  <a:pt x="6214962" y="10102056"/>
                </a:lnTo>
                <a:lnTo>
                  <a:pt x="6806761" y="10102056"/>
                </a:lnTo>
                <a:lnTo>
                  <a:pt x="6712367" y="9924256"/>
                </a:lnTo>
                <a:lnTo>
                  <a:pt x="6311860" y="9924256"/>
                </a:lnTo>
                <a:lnTo>
                  <a:pt x="6217188" y="9505156"/>
                </a:lnTo>
                <a:close/>
              </a:path>
              <a:path w="13852525" h="11308715">
                <a:moveTo>
                  <a:pt x="9853036" y="9543256"/>
                </a:moveTo>
                <a:lnTo>
                  <a:pt x="6729292" y="9543256"/>
                </a:lnTo>
                <a:lnTo>
                  <a:pt x="7027000" y="10025856"/>
                </a:lnTo>
                <a:lnTo>
                  <a:pt x="6941610" y="10356056"/>
                </a:lnTo>
                <a:lnTo>
                  <a:pt x="7458393" y="10356056"/>
                </a:lnTo>
                <a:lnTo>
                  <a:pt x="7158818" y="10038556"/>
                </a:lnTo>
                <a:lnTo>
                  <a:pt x="7259580" y="9860756"/>
                </a:lnTo>
                <a:lnTo>
                  <a:pt x="9207049" y="9860756"/>
                </a:lnTo>
                <a:lnTo>
                  <a:pt x="9850537" y="9809956"/>
                </a:lnTo>
                <a:lnTo>
                  <a:pt x="11233329" y="9809956"/>
                </a:lnTo>
                <a:lnTo>
                  <a:pt x="11116350" y="9695656"/>
                </a:lnTo>
                <a:lnTo>
                  <a:pt x="9943571" y="9695656"/>
                </a:lnTo>
                <a:lnTo>
                  <a:pt x="9853036" y="9543256"/>
                </a:lnTo>
                <a:close/>
              </a:path>
              <a:path w="13852525" h="11308715">
                <a:moveTo>
                  <a:pt x="1727580" y="9060656"/>
                </a:moveTo>
                <a:lnTo>
                  <a:pt x="1599951" y="9111456"/>
                </a:lnTo>
                <a:lnTo>
                  <a:pt x="979394" y="10229056"/>
                </a:lnTo>
                <a:lnTo>
                  <a:pt x="1107013" y="10190956"/>
                </a:lnTo>
                <a:lnTo>
                  <a:pt x="1727580" y="9060656"/>
                </a:lnTo>
                <a:close/>
              </a:path>
              <a:path w="13852525" h="11308715">
                <a:moveTo>
                  <a:pt x="5115655" y="8946356"/>
                </a:moveTo>
                <a:lnTo>
                  <a:pt x="4687553" y="9213056"/>
                </a:lnTo>
                <a:lnTo>
                  <a:pt x="4592258" y="10203656"/>
                </a:lnTo>
                <a:lnTo>
                  <a:pt x="5020360" y="9936956"/>
                </a:lnTo>
                <a:lnTo>
                  <a:pt x="5115655" y="8946356"/>
                </a:lnTo>
                <a:close/>
              </a:path>
              <a:path w="13852525" h="11308715">
                <a:moveTo>
                  <a:pt x="11233329" y="9809956"/>
                </a:moveTo>
                <a:lnTo>
                  <a:pt x="9850537" y="9809956"/>
                </a:lnTo>
                <a:lnTo>
                  <a:pt x="10113807" y="10076656"/>
                </a:lnTo>
                <a:lnTo>
                  <a:pt x="10877850" y="10076656"/>
                </a:lnTo>
                <a:lnTo>
                  <a:pt x="11376302" y="9949656"/>
                </a:lnTo>
                <a:lnTo>
                  <a:pt x="11233329" y="9809956"/>
                </a:lnTo>
                <a:close/>
              </a:path>
              <a:path w="13852525" h="11308715">
                <a:moveTo>
                  <a:pt x="12433862" y="9213056"/>
                </a:moveTo>
                <a:lnTo>
                  <a:pt x="11297383" y="9771856"/>
                </a:lnTo>
                <a:lnTo>
                  <a:pt x="11840833" y="10063956"/>
                </a:lnTo>
                <a:lnTo>
                  <a:pt x="12977322" y="9505156"/>
                </a:lnTo>
                <a:lnTo>
                  <a:pt x="12433862" y="9213056"/>
                </a:lnTo>
                <a:close/>
              </a:path>
              <a:path w="13852525" h="11308715">
                <a:moveTo>
                  <a:pt x="2536927" y="8832056"/>
                </a:moveTo>
                <a:lnTo>
                  <a:pt x="2325217" y="8908256"/>
                </a:lnTo>
                <a:lnTo>
                  <a:pt x="1775893" y="9975056"/>
                </a:lnTo>
                <a:lnTo>
                  <a:pt x="1987583" y="9911556"/>
                </a:lnTo>
                <a:lnTo>
                  <a:pt x="2536927" y="8832056"/>
                </a:lnTo>
                <a:close/>
              </a:path>
              <a:path w="13852525" h="11308715">
                <a:moveTo>
                  <a:pt x="10489852" y="9111456"/>
                </a:moveTo>
                <a:lnTo>
                  <a:pt x="6315661" y="9111456"/>
                </a:lnTo>
                <a:lnTo>
                  <a:pt x="6472200" y="9644856"/>
                </a:lnTo>
                <a:lnTo>
                  <a:pt x="6311860" y="9924256"/>
                </a:lnTo>
                <a:lnTo>
                  <a:pt x="6712367" y="9924256"/>
                </a:lnTo>
                <a:lnTo>
                  <a:pt x="6591003" y="9695656"/>
                </a:lnTo>
                <a:lnTo>
                  <a:pt x="6729292" y="9543256"/>
                </a:lnTo>
                <a:lnTo>
                  <a:pt x="9853036" y="9543256"/>
                </a:lnTo>
                <a:lnTo>
                  <a:pt x="9830402" y="9505156"/>
                </a:lnTo>
                <a:lnTo>
                  <a:pt x="10466644" y="9289256"/>
                </a:lnTo>
                <a:lnTo>
                  <a:pt x="11532261" y="9289256"/>
                </a:lnTo>
                <a:lnTo>
                  <a:pt x="11783015" y="9149556"/>
                </a:lnTo>
                <a:lnTo>
                  <a:pt x="10527909" y="9149556"/>
                </a:lnTo>
                <a:lnTo>
                  <a:pt x="10489852" y="9111456"/>
                </a:lnTo>
                <a:close/>
              </a:path>
              <a:path w="13852525" h="11308715">
                <a:moveTo>
                  <a:pt x="5854782" y="8819356"/>
                </a:moveTo>
                <a:lnTo>
                  <a:pt x="5368265" y="8819356"/>
                </a:lnTo>
                <a:lnTo>
                  <a:pt x="5361413" y="8821283"/>
                </a:lnTo>
                <a:lnTo>
                  <a:pt x="5324057" y="9746456"/>
                </a:lnTo>
                <a:lnTo>
                  <a:pt x="5699250" y="9505156"/>
                </a:lnTo>
                <a:lnTo>
                  <a:pt x="6217188" y="9505156"/>
                </a:lnTo>
                <a:lnTo>
                  <a:pt x="6185631" y="9365456"/>
                </a:lnTo>
                <a:lnTo>
                  <a:pt x="5832366" y="9365456"/>
                </a:lnTo>
                <a:lnTo>
                  <a:pt x="5854782" y="8819356"/>
                </a:lnTo>
                <a:close/>
              </a:path>
              <a:path w="13852525" h="11308715">
                <a:moveTo>
                  <a:pt x="3346275" y="8603456"/>
                </a:moveTo>
                <a:lnTo>
                  <a:pt x="3050472" y="8692356"/>
                </a:lnTo>
                <a:lnTo>
                  <a:pt x="2572382" y="9721056"/>
                </a:lnTo>
                <a:lnTo>
                  <a:pt x="2868174" y="9619456"/>
                </a:lnTo>
                <a:lnTo>
                  <a:pt x="3346275" y="8603456"/>
                </a:lnTo>
                <a:close/>
              </a:path>
              <a:path w="13852525" h="11308715">
                <a:moveTo>
                  <a:pt x="11532261" y="9289256"/>
                </a:moveTo>
                <a:lnTo>
                  <a:pt x="10466644" y="9289256"/>
                </a:lnTo>
                <a:lnTo>
                  <a:pt x="10798718" y="9467056"/>
                </a:lnTo>
                <a:lnTo>
                  <a:pt x="9943571" y="9695656"/>
                </a:lnTo>
                <a:lnTo>
                  <a:pt x="11116350" y="9695656"/>
                </a:lnTo>
                <a:lnTo>
                  <a:pt x="10999371" y="9581356"/>
                </a:lnTo>
                <a:lnTo>
                  <a:pt x="11007958" y="9581356"/>
                </a:lnTo>
                <a:lnTo>
                  <a:pt x="11532261" y="9289256"/>
                </a:lnTo>
                <a:close/>
              </a:path>
              <a:path w="13852525" h="11308715">
                <a:moveTo>
                  <a:pt x="4155632" y="8374856"/>
                </a:moveTo>
                <a:lnTo>
                  <a:pt x="3775727" y="8489156"/>
                </a:lnTo>
                <a:lnTo>
                  <a:pt x="3368860" y="9454356"/>
                </a:lnTo>
                <a:lnTo>
                  <a:pt x="3748765" y="9340056"/>
                </a:lnTo>
                <a:lnTo>
                  <a:pt x="4155632" y="8374856"/>
                </a:lnTo>
                <a:close/>
              </a:path>
              <a:path w="13852525" h="11308715">
                <a:moveTo>
                  <a:pt x="11727822" y="8590756"/>
                </a:moveTo>
                <a:lnTo>
                  <a:pt x="6039638" y="8590756"/>
                </a:lnTo>
                <a:lnTo>
                  <a:pt x="6052663" y="9136856"/>
                </a:lnTo>
                <a:lnTo>
                  <a:pt x="5832366" y="9365456"/>
                </a:lnTo>
                <a:lnTo>
                  <a:pt x="6185631" y="9365456"/>
                </a:lnTo>
                <a:lnTo>
                  <a:pt x="6151205" y="9213056"/>
                </a:lnTo>
                <a:lnTo>
                  <a:pt x="6315661" y="9111456"/>
                </a:lnTo>
                <a:lnTo>
                  <a:pt x="10489852" y="9111456"/>
                </a:lnTo>
                <a:lnTo>
                  <a:pt x="10362993" y="8984456"/>
                </a:lnTo>
                <a:lnTo>
                  <a:pt x="10946389" y="8603456"/>
                </a:lnTo>
                <a:lnTo>
                  <a:pt x="11714521" y="8603456"/>
                </a:lnTo>
                <a:lnTo>
                  <a:pt x="11727822" y="8590756"/>
                </a:lnTo>
                <a:close/>
              </a:path>
              <a:path w="13852525" h="11308715">
                <a:moveTo>
                  <a:pt x="13851902" y="8451056"/>
                </a:moveTo>
                <a:lnTo>
                  <a:pt x="12983206" y="9124156"/>
                </a:lnTo>
                <a:lnTo>
                  <a:pt x="13494719" y="9251156"/>
                </a:lnTo>
                <a:lnTo>
                  <a:pt x="13851902" y="8959056"/>
                </a:lnTo>
                <a:lnTo>
                  <a:pt x="13851902" y="8451056"/>
                </a:lnTo>
                <a:close/>
              </a:path>
              <a:path w="13852525" h="11308715">
                <a:moveTo>
                  <a:pt x="4964979" y="8133556"/>
                </a:moveTo>
                <a:lnTo>
                  <a:pt x="4500993" y="8285956"/>
                </a:lnTo>
                <a:lnTo>
                  <a:pt x="4165328" y="9200356"/>
                </a:lnTo>
                <a:lnTo>
                  <a:pt x="4629345" y="9047956"/>
                </a:lnTo>
                <a:lnTo>
                  <a:pt x="4964979" y="8133556"/>
                </a:lnTo>
                <a:close/>
              </a:path>
              <a:path w="13852525" h="11308715">
                <a:moveTo>
                  <a:pt x="11714521" y="8603456"/>
                </a:moveTo>
                <a:lnTo>
                  <a:pt x="10946389" y="8603456"/>
                </a:lnTo>
                <a:lnTo>
                  <a:pt x="11327843" y="8692356"/>
                </a:lnTo>
                <a:lnTo>
                  <a:pt x="10527909" y="9149556"/>
                </a:lnTo>
                <a:lnTo>
                  <a:pt x="11783015" y="9149556"/>
                </a:lnTo>
                <a:lnTo>
                  <a:pt x="12033769" y="9009856"/>
                </a:lnTo>
                <a:lnTo>
                  <a:pt x="11558349" y="8743156"/>
                </a:lnTo>
                <a:lnTo>
                  <a:pt x="11568202" y="8743156"/>
                </a:lnTo>
                <a:lnTo>
                  <a:pt x="11714521" y="8603456"/>
                </a:lnTo>
                <a:close/>
              </a:path>
              <a:path w="13852525" h="11308715">
                <a:moveTo>
                  <a:pt x="12901020" y="7993856"/>
                </a:moveTo>
                <a:lnTo>
                  <a:pt x="11907469" y="8857456"/>
                </a:lnTo>
                <a:lnTo>
                  <a:pt x="12531471" y="8997156"/>
                </a:lnTo>
                <a:lnTo>
                  <a:pt x="13525022" y="8133556"/>
                </a:lnTo>
                <a:lnTo>
                  <a:pt x="12901020" y="7993856"/>
                </a:lnTo>
                <a:close/>
              </a:path>
              <a:path w="13852525" h="11308715">
                <a:moveTo>
                  <a:pt x="5725039" y="8070056"/>
                </a:moveTo>
                <a:lnTo>
                  <a:pt x="5233589" y="8070056"/>
                </a:lnTo>
                <a:lnTo>
                  <a:pt x="5226178" y="8070286"/>
                </a:lnTo>
                <a:lnTo>
                  <a:pt x="4961838" y="8933656"/>
                </a:lnTo>
                <a:lnTo>
                  <a:pt x="5361413" y="8821283"/>
                </a:lnTo>
                <a:lnTo>
                  <a:pt x="5361491" y="8819356"/>
                </a:lnTo>
                <a:lnTo>
                  <a:pt x="5854782" y="8819356"/>
                </a:lnTo>
                <a:lnTo>
                  <a:pt x="5858953" y="8717756"/>
                </a:lnTo>
                <a:lnTo>
                  <a:pt x="5526627" y="8717756"/>
                </a:lnTo>
                <a:lnTo>
                  <a:pt x="5725039" y="8070056"/>
                </a:lnTo>
                <a:close/>
              </a:path>
              <a:path w="13852525" h="11308715">
                <a:moveTo>
                  <a:pt x="5368265" y="8819356"/>
                </a:moveTo>
                <a:lnTo>
                  <a:pt x="5361491" y="8819356"/>
                </a:lnTo>
                <a:lnTo>
                  <a:pt x="5361413" y="8821283"/>
                </a:lnTo>
                <a:lnTo>
                  <a:pt x="5368265" y="8819356"/>
                </a:lnTo>
                <a:close/>
              </a:path>
              <a:path w="13852525" h="11308715">
                <a:moveTo>
                  <a:pt x="11034068" y="8031956"/>
                </a:moveTo>
                <a:lnTo>
                  <a:pt x="5911840" y="8031956"/>
                </a:lnTo>
                <a:lnTo>
                  <a:pt x="5788671" y="8552656"/>
                </a:lnTo>
                <a:lnTo>
                  <a:pt x="5526627" y="8717756"/>
                </a:lnTo>
                <a:lnTo>
                  <a:pt x="5858953" y="8717756"/>
                </a:lnTo>
                <a:lnTo>
                  <a:pt x="5861559" y="8654256"/>
                </a:lnTo>
                <a:lnTo>
                  <a:pt x="6039638" y="8590756"/>
                </a:lnTo>
                <a:lnTo>
                  <a:pt x="11727822" y="8590756"/>
                </a:lnTo>
                <a:lnTo>
                  <a:pt x="11887442" y="8438356"/>
                </a:lnTo>
                <a:lnTo>
                  <a:pt x="10969582" y="8438356"/>
                </a:lnTo>
                <a:lnTo>
                  <a:pt x="10761483" y="8324056"/>
                </a:lnTo>
                <a:lnTo>
                  <a:pt x="11034068" y="8031956"/>
                </a:lnTo>
                <a:close/>
              </a:path>
              <a:path w="13852525" h="11308715">
                <a:moveTo>
                  <a:pt x="11954577" y="7790656"/>
                </a:moveTo>
                <a:lnTo>
                  <a:pt x="11654158" y="7790656"/>
                </a:lnTo>
                <a:lnTo>
                  <a:pt x="10969582" y="8438356"/>
                </a:lnTo>
                <a:lnTo>
                  <a:pt x="11887442" y="8438356"/>
                </a:lnTo>
                <a:lnTo>
                  <a:pt x="12446113" y="7904956"/>
                </a:lnTo>
                <a:lnTo>
                  <a:pt x="11954577" y="7790656"/>
                </a:lnTo>
                <a:close/>
              </a:path>
              <a:path w="13852525" h="11308715">
                <a:moveTo>
                  <a:pt x="979970" y="7396956"/>
                </a:moveTo>
                <a:lnTo>
                  <a:pt x="935060" y="7409656"/>
                </a:lnTo>
                <a:lnTo>
                  <a:pt x="0" y="8349456"/>
                </a:lnTo>
                <a:lnTo>
                  <a:pt x="44899" y="8336756"/>
                </a:lnTo>
                <a:lnTo>
                  <a:pt x="979970" y="7396956"/>
                </a:lnTo>
                <a:close/>
              </a:path>
              <a:path w="13852525" h="11308715">
                <a:moveTo>
                  <a:pt x="1789442" y="7384256"/>
                </a:moveTo>
                <a:lnTo>
                  <a:pt x="1660137" y="7396956"/>
                </a:lnTo>
                <a:lnTo>
                  <a:pt x="804153" y="8298656"/>
                </a:lnTo>
                <a:lnTo>
                  <a:pt x="933427" y="8298656"/>
                </a:lnTo>
                <a:lnTo>
                  <a:pt x="1789442" y="7384256"/>
                </a:lnTo>
                <a:close/>
              </a:path>
              <a:path w="13852525" h="11308715">
                <a:moveTo>
                  <a:pt x="2598884" y="7371556"/>
                </a:moveTo>
                <a:lnTo>
                  <a:pt x="2385225" y="7384256"/>
                </a:lnTo>
                <a:lnTo>
                  <a:pt x="1608296" y="8260556"/>
                </a:lnTo>
                <a:lnTo>
                  <a:pt x="1821944" y="8247856"/>
                </a:lnTo>
                <a:lnTo>
                  <a:pt x="2598884" y="7371556"/>
                </a:lnTo>
                <a:close/>
              </a:path>
              <a:path w="13852525" h="11308715">
                <a:moveTo>
                  <a:pt x="3408325" y="7358856"/>
                </a:moveTo>
                <a:lnTo>
                  <a:pt x="3110324" y="7371556"/>
                </a:lnTo>
                <a:lnTo>
                  <a:pt x="2412450" y="8222456"/>
                </a:lnTo>
                <a:lnTo>
                  <a:pt x="2710472" y="8197056"/>
                </a:lnTo>
                <a:lnTo>
                  <a:pt x="3408325" y="7358856"/>
                </a:lnTo>
                <a:close/>
              </a:path>
              <a:path w="13852525" h="11308715">
                <a:moveTo>
                  <a:pt x="4217798" y="7346156"/>
                </a:moveTo>
                <a:lnTo>
                  <a:pt x="3835401" y="7358856"/>
                </a:lnTo>
                <a:lnTo>
                  <a:pt x="3216593" y="8171656"/>
                </a:lnTo>
                <a:lnTo>
                  <a:pt x="3598979" y="8158956"/>
                </a:lnTo>
                <a:lnTo>
                  <a:pt x="4217798" y="7346156"/>
                </a:lnTo>
                <a:close/>
              </a:path>
              <a:path w="13852525" h="11308715">
                <a:moveTo>
                  <a:pt x="5027260" y="7333456"/>
                </a:moveTo>
                <a:lnTo>
                  <a:pt x="4560478" y="7346156"/>
                </a:lnTo>
                <a:lnTo>
                  <a:pt x="4020736" y="8133556"/>
                </a:lnTo>
                <a:lnTo>
                  <a:pt x="4487507" y="8108156"/>
                </a:lnTo>
                <a:lnTo>
                  <a:pt x="5027260" y="7333456"/>
                </a:lnTo>
                <a:close/>
              </a:path>
              <a:path w="13852525" h="11308715">
                <a:moveTo>
                  <a:pt x="11539800" y="6863556"/>
                </a:moveTo>
                <a:lnTo>
                  <a:pt x="5944960" y="6863556"/>
                </a:lnTo>
                <a:lnTo>
                  <a:pt x="6091165" y="6939756"/>
                </a:lnTo>
                <a:lnTo>
                  <a:pt x="5750913" y="7320756"/>
                </a:lnTo>
                <a:lnTo>
                  <a:pt x="5465456" y="7333456"/>
                </a:lnTo>
                <a:lnTo>
                  <a:pt x="5285566" y="7333456"/>
                </a:lnTo>
                <a:lnTo>
                  <a:pt x="4824879" y="8082756"/>
                </a:lnTo>
                <a:lnTo>
                  <a:pt x="5226178" y="8070286"/>
                </a:lnTo>
                <a:lnTo>
                  <a:pt x="5226249" y="8070056"/>
                </a:lnTo>
                <a:lnTo>
                  <a:pt x="5725039" y="8070056"/>
                </a:lnTo>
                <a:lnTo>
                  <a:pt x="5732820" y="8044656"/>
                </a:lnTo>
                <a:lnTo>
                  <a:pt x="5911840" y="8031956"/>
                </a:lnTo>
                <a:lnTo>
                  <a:pt x="11034068" y="8031956"/>
                </a:lnTo>
                <a:lnTo>
                  <a:pt x="11045920" y="8019256"/>
                </a:lnTo>
                <a:lnTo>
                  <a:pt x="5405133" y="8019256"/>
                </a:lnTo>
                <a:lnTo>
                  <a:pt x="5764379" y="7435056"/>
                </a:lnTo>
                <a:lnTo>
                  <a:pt x="11064475" y="7435056"/>
                </a:lnTo>
                <a:lnTo>
                  <a:pt x="11337424" y="6927056"/>
                </a:lnTo>
                <a:lnTo>
                  <a:pt x="11539800" y="6863556"/>
                </a:lnTo>
                <a:close/>
              </a:path>
              <a:path w="13852525" h="11308715">
                <a:moveTo>
                  <a:pt x="5233589" y="8070056"/>
                </a:moveTo>
                <a:lnTo>
                  <a:pt x="5226249" y="8070056"/>
                </a:lnTo>
                <a:lnTo>
                  <a:pt x="5226178" y="8070286"/>
                </a:lnTo>
                <a:lnTo>
                  <a:pt x="5233589" y="8070056"/>
                </a:lnTo>
                <a:close/>
              </a:path>
              <a:path w="13852525" h="11308715">
                <a:moveTo>
                  <a:pt x="11064475" y="7435056"/>
                </a:moveTo>
                <a:lnTo>
                  <a:pt x="5764379" y="7435056"/>
                </a:lnTo>
                <a:lnTo>
                  <a:pt x="5932290" y="7473156"/>
                </a:lnTo>
                <a:lnTo>
                  <a:pt x="5689010" y="7930356"/>
                </a:lnTo>
                <a:lnTo>
                  <a:pt x="5405133" y="8019256"/>
                </a:lnTo>
                <a:lnTo>
                  <a:pt x="11045920" y="8019256"/>
                </a:lnTo>
                <a:lnTo>
                  <a:pt x="11247395" y="7803356"/>
                </a:lnTo>
                <a:lnTo>
                  <a:pt x="11654158" y="7790656"/>
                </a:lnTo>
                <a:lnTo>
                  <a:pt x="11954577" y="7790656"/>
                </a:lnTo>
                <a:lnTo>
                  <a:pt x="11899962" y="7777956"/>
                </a:lnTo>
                <a:lnTo>
                  <a:pt x="11910475" y="7777956"/>
                </a:lnTo>
                <a:lnTo>
                  <a:pt x="11996729" y="7638256"/>
                </a:lnTo>
                <a:lnTo>
                  <a:pt x="11228548" y="7638256"/>
                </a:lnTo>
                <a:lnTo>
                  <a:pt x="10989414" y="7574756"/>
                </a:lnTo>
                <a:lnTo>
                  <a:pt x="11064475" y="7435056"/>
                </a:lnTo>
                <a:close/>
              </a:path>
              <a:path w="13852525" h="11308715">
                <a:moveTo>
                  <a:pt x="13715058" y="6647656"/>
                </a:moveTo>
                <a:lnTo>
                  <a:pt x="13049916" y="6673056"/>
                </a:lnTo>
                <a:lnTo>
                  <a:pt x="12278526" y="7790656"/>
                </a:lnTo>
                <a:lnTo>
                  <a:pt x="12943658" y="7765256"/>
                </a:lnTo>
                <a:lnTo>
                  <a:pt x="13715058" y="6647656"/>
                </a:lnTo>
                <a:close/>
              </a:path>
              <a:path w="13852525" h="11308715">
                <a:moveTo>
                  <a:pt x="13851902" y="7219156"/>
                </a:moveTo>
                <a:lnTo>
                  <a:pt x="13431926" y="7765256"/>
                </a:lnTo>
                <a:lnTo>
                  <a:pt x="13851902" y="7752556"/>
                </a:lnTo>
                <a:lnTo>
                  <a:pt x="13851902" y="7219156"/>
                </a:lnTo>
                <a:close/>
              </a:path>
              <a:path w="13852525" h="11308715">
                <a:moveTo>
                  <a:pt x="12514256" y="6800056"/>
                </a:moveTo>
                <a:lnTo>
                  <a:pt x="11742176" y="6800056"/>
                </a:lnTo>
                <a:lnTo>
                  <a:pt x="11228548" y="7638256"/>
                </a:lnTo>
                <a:lnTo>
                  <a:pt x="11996729" y="7638256"/>
                </a:lnTo>
                <a:lnTo>
                  <a:pt x="12514256" y="6800056"/>
                </a:lnTo>
                <a:close/>
              </a:path>
              <a:path w="13852525" h="11308715">
                <a:moveTo>
                  <a:pt x="5518683" y="6653162"/>
                </a:moveTo>
                <a:lnTo>
                  <a:pt x="4909473" y="7244556"/>
                </a:lnTo>
                <a:lnTo>
                  <a:pt x="5292969" y="7333456"/>
                </a:lnTo>
                <a:lnTo>
                  <a:pt x="5465456" y="7333456"/>
                </a:lnTo>
                <a:lnTo>
                  <a:pt x="5944960" y="6863556"/>
                </a:lnTo>
                <a:lnTo>
                  <a:pt x="11539800" y="6863556"/>
                </a:lnTo>
                <a:lnTo>
                  <a:pt x="11742176" y="6800056"/>
                </a:lnTo>
                <a:lnTo>
                  <a:pt x="12514256" y="6800056"/>
                </a:lnTo>
                <a:lnTo>
                  <a:pt x="12529939" y="6774656"/>
                </a:lnTo>
                <a:lnTo>
                  <a:pt x="11020240" y="6774656"/>
                </a:lnTo>
                <a:lnTo>
                  <a:pt x="11026344" y="6749256"/>
                </a:lnTo>
                <a:lnTo>
                  <a:pt x="5960991" y="6749256"/>
                </a:lnTo>
                <a:lnTo>
                  <a:pt x="5693135" y="6685756"/>
                </a:lnTo>
                <a:lnTo>
                  <a:pt x="5737997" y="6660356"/>
                </a:lnTo>
                <a:lnTo>
                  <a:pt x="5531297" y="6660356"/>
                </a:lnTo>
                <a:lnTo>
                  <a:pt x="5518683" y="6653162"/>
                </a:lnTo>
                <a:close/>
              </a:path>
              <a:path w="13852525" h="11308715">
                <a:moveTo>
                  <a:pt x="4847957" y="6482556"/>
                </a:moveTo>
                <a:lnTo>
                  <a:pt x="4151925" y="7079456"/>
                </a:lnTo>
                <a:lnTo>
                  <a:pt x="4590069" y="7181056"/>
                </a:lnTo>
                <a:lnTo>
                  <a:pt x="5286111" y="6584156"/>
                </a:lnTo>
                <a:lnTo>
                  <a:pt x="4847957" y="6482556"/>
                </a:lnTo>
                <a:close/>
              </a:path>
              <a:path w="13852525" h="11308715">
                <a:moveTo>
                  <a:pt x="4171558" y="6304756"/>
                </a:moveTo>
                <a:lnTo>
                  <a:pt x="3394367" y="6914356"/>
                </a:lnTo>
                <a:lnTo>
                  <a:pt x="3753519" y="7003256"/>
                </a:lnTo>
                <a:lnTo>
                  <a:pt x="4530731" y="6393656"/>
                </a:lnTo>
                <a:lnTo>
                  <a:pt x="4171558" y="6304756"/>
                </a:lnTo>
                <a:close/>
              </a:path>
              <a:path w="13852525" h="11308715">
                <a:moveTo>
                  <a:pt x="3495139" y="6139656"/>
                </a:moveTo>
                <a:lnTo>
                  <a:pt x="2636809" y="6761956"/>
                </a:lnTo>
                <a:lnTo>
                  <a:pt x="2916968" y="6825456"/>
                </a:lnTo>
                <a:lnTo>
                  <a:pt x="3775330" y="6203156"/>
                </a:lnTo>
                <a:lnTo>
                  <a:pt x="3495139" y="6139656"/>
                </a:lnTo>
                <a:close/>
              </a:path>
              <a:path w="13852525" h="11308715">
                <a:moveTo>
                  <a:pt x="12278779" y="5809456"/>
                </a:moveTo>
                <a:lnTo>
                  <a:pt x="11571134" y="5809456"/>
                </a:lnTo>
                <a:lnTo>
                  <a:pt x="11275332" y="6774656"/>
                </a:lnTo>
                <a:lnTo>
                  <a:pt x="12529939" y="6774656"/>
                </a:lnTo>
                <a:lnTo>
                  <a:pt x="12561304" y="6723856"/>
                </a:lnTo>
                <a:lnTo>
                  <a:pt x="11986744" y="6723856"/>
                </a:lnTo>
                <a:lnTo>
                  <a:pt x="11997286" y="6723626"/>
                </a:lnTo>
                <a:lnTo>
                  <a:pt x="12278779" y="5809456"/>
                </a:lnTo>
                <a:close/>
              </a:path>
              <a:path w="13852525" h="11308715">
                <a:moveTo>
                  <a:pt x="11117907" y="6368256"/>
                </a:moveTo>
                <a:lnTo>
                  <a:pt x="6253903" y="6368256"/>
                </a:lnTo>
                <a:lnTo>
                  <a:pt x="6369868" y="6482556"/>
                </a:lnTo>
                <a:lnTo>
                  <a:pt x="5960991" y="6749256"/>
                </a:lnTo>
                <a:lnTo>
                  <a:pt x="11026344" y="6749256"/>
                </a:lnTo>
                <a:lnTo>
                  <a:pt x="11117907" y="6368256"/>
                </a:lnTo>
                <a:close/>
              </a:path>
              <a:path w="13852525" h="11308715">
                <a:moveTo>
                  <a:pt x="11997286" y="6723626"/>
                </a:moveTo>
                <a:lnTo>
                  <a:pt x="11986744" y="6723856"/>
                </a:lnTo>
                <a:lnTo>
                  <a:pt x="11997215" y="6723856"/>
                </a:lnTo>
                <a:lnTo>
                  <a:pt x="11997286" y="6723626"/>
                </a:lnTo>
                <a:close/>
              </a:path>
              <a:path w="13852525" h="11308715">
                <a:moveTo>
                  <a:pt x="12569146" y="6711156"/>
                </a:moveTo>
                <a:lnTo>
                  <a:pt x="11997286" y="6723626"/>
                </a:lnTo>
                <a:lnTo>
                  <a:pt x="11997215" y="6723856"/>
                </a:lnTo>
                <a:lnTo>
                  <a:pt x="12561304" y="6723856"/>
                </a:lnTo>
                <a:lnTo>
                  <a:pt x="12569146" y="6711156"/>
                </a:lnTo>
                <a:close/>
              </a:path>
              <a:path w="13852525" h="11308715">
                <a:moveTo>
                  <a:pt x="5524355" y="6647656"/>
                </a:moveTo>
                <a:lnTo>
                  <a:pt x="5518683" y="6653162"/>
                </a:lnTo>
                <a:lnTo>
                  <a:pt x="5531297" y="6660356"/>
                </a:lnTo>
                <a:lnTo>
                  <a:pt x="5524355" y="6647656"/>
                </a:lnTo>
                <a:close/>
              </a:path>
              <a:path w="13852525" h="11308715">
                <a:moveTo>
                  <a:pt x="5760427" y="6647656"/>
                </a:moveTo>
                <a:lnTo>
                  <a:pt x="5524355" y="6647656"/>
                </a:lnTo>
                <a:lnTo>
                  <a:pt x="5531297" y="6660356"/>
                </a:lnTo>
                <a:lnTo>
                  <a:pt x="5737997" y="6660356"/>
                </a:lnTo>
                <a:lnTo>
                  <a:pt x="5760427" y="6647656"/>
                </a:lnTo>
                <a:close/>
              </a:path>
              <a:path w="13852525" h="11308715">
                <a:moveTo>
                  <a:pt x="6424317" y="5606831"/>
                </a:moveTo>
                <a:lnTo>
                  <a:pt x="5657293" y="5809456"/>
                </a:lnTo>
                <a:lnTo>
                  <a:pt x="5922374" y="6063456"/>
                </a:lnTo>
                <a:lnTo>
                  <a:pt x="5916343" y="6063456"/>
                </a:lnTo>
                <a:lnTo>
                  <a:pt x="5197244" y="6469856"/>
                </a:lnTo>
                <a:lnTo>
                  <a:pt x="5518683" y="6653162"/>
                </a:lnTo>
                <a:lnTo>
                  <a:pt x="5524355" y="6647656"/>
                </a:lnTo>
                <a:lnTo>
                  <a:pt x="5760427" y="6647656"/>
                </a:lnTo>
                <a:lnTo>
                  <a:pt x="6253903" y="6368256"/>
                </a:lnTo>
                <a:lnTo>
                  <a:pt x="11117907" y="6368256"/>
                </a:lnTo>
                <a:lnTo>
                  <a:pt x="11142323" y="6266656"/>
                </a:lnTo>
                <a:lnTo>
                  <a:pt x="6296677" y="6266656"/>
                </a:lnTo>
                <a:lnTo>
                  <a:pt x="6063354" y="6139656"/>
                </a:lnTo>
                <a:lnTo>
                  <a:pt x="6663200" y="5987256"/>
                </a:lnTo>
                <a:lnTo>
                  <a:pt x="10839816" y="5987256"/>
                </a:lnTo>
                <a:lnTo>
                  <a:pt x="10837873" y="5898356"/>
                </a:lnTo>
                <a:lnTo>
                  <a:pt x="6728318" y="5898356"/>
                </a:lnTo>
                <a:lnTo>
                  <a:pt x="6543162" y="5720556"/>
                </a:lnTo>
                <a:lnTo>
                  <a:pt x="7526064" y="5720556"/>
                </a:lnTo>
                <a:lnTo>
                  <a:pt x="7221518" y="5657056"/>
                </a:lnTo>
                <a:lnTo>
                  <a:pt x="7199043" y="5618956"/>
                </a:lnTo>
                <a:lnTo>
                  <a:pt x="6431280" y="5618956"/>
                </a:lnTo>
                <a:lnTo>
                  <a:pt x="6424317" y="5606831"/>
                </a:lnTo>
                <a:close/>
              </a:path>
              <a:path w="13852525" h="11308715">
                <a:moveTo>
                  <a:pt x="2818762" y="5961856"/>
                </a:moveTo>
                <a:lnTo>
                  <a:pt x="1879251" y="6596856"/>
                </a:lnTo>
                <a:lnTo>
                  <a:pt x="2080439" y="6634956"/>
                </a:lnTo>
                <a:lnTo>
                  <a:pt x="3019960" y="5999956"/>
                </a:lnTo>
                <a:lnTo>
                  <a:pt x="2818762" y="5961856"/>
                </a:lnTo>
                <a:close/>
              </a:path>
              <a:path w="13852525" h="11308715">
                <a:moveTo>
                  <a:pt x="13512185" y="5123656"/>
                </a:moveTo>
                <a:lnTo>
                  <a:pt x="12850645" y="5326856"/>
                </a:lnTo>
                <a:lnTo>
                  <a:pt x="12369675" y="6634956"/>
                </a:lnTo>
                <a:lnTo>
                  <a:pt x="13031205" y="6431756"/>
                </a:lnTo>
                <a:lnTo>
                  <a:pt x="13512185" y="5123656"/>
                </a:lnTo>
                <a:close/>
              </a:path>
              <a:path w="13852525" h="11308715">
                <a:moveTo>
                  <a:pt x="2142343" y="5784056"/>
                </a:moveTo>
                <a:lnTo>
                  <a:pt x="1121683" y="6431756"/>
                </a:lnTo>
                <a:lnTo>
                  <a:pt x="1243888" y="6457156"/>
                </a:lnTo>
                <a:lnTo>
                  <a:pt x="2264569" y="5809456"/>
                </a:lnTo>
                <a:lnTo>
                  <a:pt x="2142343" y="5784056"/>
                </a:lnTo>
                <a:close/>
              </a:path>
              <a:path w="13852525" h="11308715">
                <a:moveTo>
                  <a:pt x="5331094" y="5733256"/>
                </a:moveTo>
                <a:lnTo>
                  <a:pt x="4534301" y="6126956"/>
                </a:lnTo>
                <a:lnTo>
                  <a:pt x="4916153" y="6330156"/>
                </a:lnTo>
                <a:lnTo>
                  <a:pt x="5712935" y="5936456"/>
                </a:lnTo>
                <a:lnTo>
                  <a:pt x="5331094" y="5733256"/>
                </a:lnTo>
                <a:close/>
              </a:path>
              <a:path w="13852525" h="11308715">
                <a:moveTo>
                  <a:pt x="13851902" y="5530056"/>
                </a:moveTo>
                <a:lnTo>
                  <a:pt x="13523546" y="6304756"/>
                </a:lnTo>
                <a:lnTo>
                  <a:pt x="13851902" y="6203156"/>
                </a:lnTo>
                <a:lnTo>
                  <a:pt x="13851902" y="5530056"/>
                </a:lnTo>
                <a:close/>
              </a:path>
              <a:path w="13852525" h="11308715">
                <a:moveTo>
                  <a:pt x="1509179" y="5618956"/>
                </a:moveTo>
                <a:lnTo>
                  <a:pt x="1465955" y="5618956"/>
                </a:lnTo>
                <a:lnTo>
                  <a:pt x="364135" y="6266656"/>
                </a:lnTo>
                <a:lnTo>
                  <a:pt x="407359" y="6266656"/>
                </a:lnTo>
                <a:lnTo>
                  <a:pt x="1509179" y="5618956"/>
                </a:lnTo>
                <a:close/>
              </a:path>
              <a:path w="13852525" h="11308715">
                <a:moveTo>
                  <a:pt x="11840169" y="4882356"/>
                </a:moveTo>
                <a:lnTo>
                  <a:pt x="11137440" y="4882356"/>
                </a:lnTo>
                <a:lnTo>
                  <a:pt x="11093704" y="5898356"/>
                </a:lnTo>
                <a:lnTo>
                  <a:pt x="10839816" y="5987256"/>
                </a:lnTo>
                <a:lnTo>
                  <a:pt x="6663200" y="5987256"/>
                </a:lnTo>
                <a:lnTo>
                  <a:pt x="6742904" y="6126956"/>
                </a:lnTo>
                <a:lnTo>
                  <a:pt x="6296677" y="6266656"/>
                </a:lnTo>
                <a:lnTo>
                  <a:pt x="11142323" y="6266656"/>
                </a:lnTo>
                <a:lnTo>
                  <a:pt x="11197261" y="6038056"/>
                </a:lnTo>
                <a:lnTo>
                  <a:pt x="11571134" y="5809456"/>
                </a:lnTo>
                <a:lnTo>
                  <a:pt x="12278779" y="5809456"/>
                </a:lnTo>
                <a:lnTo>
                  <a:pt x="12321796" y="5669756"/>
                </a:lnTo>
                <a:lnTo>
                  <a:pt x="11797054" y="5669756"/>
                </a:lnTo>
                <a:lnTo>
                  <a:pt x="11806857" y="5666748"/>
                </a:lnTo>
                <a:lnTo>
                  <a:pt x="11840169" y="4882356"/>
                </a:lnTo>
                <a:close/>
              </a:path>
              <a:path w="13852525" h="11308715">
                <a:moveTo>
                  <a:pt x="4745855" y="5390356"/>
                </a:moveTo>
                <a:lnTo>
                  <a:pt x="3871369" y="5784056"/>
                </a:lnTo>
                <a:lnTo>
                  <a:pt x="4184595" y="5949156"/>
                </a:lnTo>
                <a:lnTo>
                  <a:pt x="5059081" y="5568156"/>
                </a:lnTo>
                <a:lnTo>
                  <a:pt x="4745855" y="5390356"/>
                </a:lnTo>
                <a:close/>
              </a:path>
              <a:path w="13852525" h="11308715">
                <a:moveTo>
                  <a:pt x="7526064" y="5720556"/>
                </a:moveTo>
                <a:lnTo>
                  <a:pt x="7139688" y="5720556"/>
                </a:lnTo>
                <a:lnTo>
                  <a:pt x="7179875" y="5872956"/>
                </a:lnTo>
                <a:lnTo>
                  <a:pt x="6728318" y="5898356"/>
                </a:lnTo>
                <a:lnTo>
                  <a:pt x="10837873" y="5898356"/>
                </a:lnTo>
                <a:lnTo>
                  <a:pt x="10834542" y="5745956"/>
                </a:lnTo>
                <a:lnTo>
                  <a:pt x="7647882" y="5745956"/>
                </a:lnTo>
                <a:lnTo>
                  <a:pt x="7526064" y="5720556"/>
                </a:lnTo>
                <a:close/>
              </a:path>
              <a:path w="13852525" h="11308715">
                <a:moveTo>
                  <a:pt x="7709259" y="5441156"/>
                </a:moveTo>
                <a:lnTo>
                  <a:pt x="7094160" y="5441156"/>
                </a:lnTo>
                <a:lnTo>
                  <a:pt x="7647651" y="5593556"/>
                </a:lnTo>
                <a:lnTo>
                  <a:pt x="7647882" y="5745956"/>
                </a:lnTo>
                <a:lnTo>
                  <a:pt x="10834542" y="5745956"/>
                </a:lnTo>
                <a:lnTo>
                  <a:pt x="10831212" y="5593556"/>
                </a:lnTo>
                <a:lnTo>
                  <a:pt x="7807228" y="5593556"/>
                </a:lnTo>
                <a:lnTo>
                  <a:pt x="7739743" y="5555456"/>
                </a:lnTo>
                <a:lnTo>
                  <a:pt x="7709259" y="5441156"/>
                </a:lnTo>
                <a:close/>
              </a:path>
              <a:path w="13852525" h="11308715">
                <a:moveTo>
                  <a:pt x="11806857" y="5666748"/>
                </a:moveTo>
                <a:lnTo>
                  <a:pt x="11797054" y="5669756"/>
                </a:lnTo>
                <a:lnTo>
                  <a:pt x="11806729" y="5669756"/>
                </a:lnTo>
                <a:lnTo>
                  <a:pt x="11806857" y="5666748"/>
                </a:lnTo>
                <a:close/>
              </a:path>
              <a:path w="13852525" h="11308715">
                <a:moveTo>
                  <a:pt x="12376544" y="5491956"/>
                </a:moveTo>
                <a:lnTo>
                  <a:pt x="11806857" y="5666748"/>
                </a:lnTo>
                <a:lnTo>
                  <a:pt x="11806729" y="5669756"/>
                </a:lnTo>
                <a:lnTo>
                  <a:pt x="12321796" y="5669756"/>
                </a:lnTo>
                <a:lnTo>
                  <a:pt x="12376544" y="5491956"/>
                </a:lnTo>
                <a:close/>
              </a:path>
              <a:path w="13852525" h="11308715">
                <a:moveTo>
                  <a:pt x="6426495" y="5606256"/>
                </a:moveTo>
                <a:lnTo>
                  <a:pt x="6424317" y="5606831"/>
                </a:lnTo>
                <a:lnTo>
                  <a:pt x="6431280" y="5618956"/>
                </a:lnTo>
                <a:lnTo>
                  <a:pt x="6426495" y="5606256"/>
                </a:lnTo>
                <a:close/>
              </a:path>
              <a:path w="13852525" h="11308715">
                <a:moveTo>
                  <a:pt x="7191551" y="5606256"/>
                </a:moveTo>
                <a:lnTo>
                  <a:pt x="6426495" y="5606256"/>
                </a:lnTo>
                <a:lnTo>
                  <a:pt x="6431280" y="5618956"/>
                </a:lnTo>
                <a:lnTo>
                  <a:pt x="7199043" y="5618956"/>
                </a:lnTo>
                <a:lnTo>
                  <a:pt x="7191551" y="5606256"/>
                </a:lnTo>
                <a:close/>
              </a:path>
              <a:path w="13852525" h="11308715">
                <a:moveTo>
                  <a:pt x="7013797" y="5301456"/>
                </a:moveTo>
                <a:lnTo>
                  <a:pt x="6248940" y="5301456"/>
                </a:lnTo>
                <a:lnTo>
                  <a:pt x="6424317" y="5606831"/>
                </a:lnTo>
                <a:lnTo>
                  <a:pt x="6426495" y="5606256"/>
                </a:lnTo>
                <a:lnTo>
                  <a:pt x="7191551" y="5606256"/>
                </a:lnTo>
                <a:lnTo>
                  <a:pt x="7094160" y="5441156"/>
                </a:lnTo>
                <a:lnTo>
                  <a:pt x="7709259" y="5441156"/>
                </a:lnTo>
                <a:lnTo>
                  <a:pt x="7675389" y="5314156"/>
                </a:lnTo>
                <a:lnTo>
                  <a:pt x="7017210" y="5314156"/>
                </a:lnTo>
                <a:lnTo>
                  <a:pt x="7013797" y="5301456"/>
                </a:lnTo>
                <a:close/>
              </a:path>
              <a:path w="13852525" h="11308715">
                <a:moveTo>
                  <a:pt x="5966362" y="5149056"/>
                </a:moveTo>
                <a:lnTo>
                  <a:pt x="5127917" y="5314156"/>
                </a:lnTo>
                <a:lnTo>
                  <a:pt x="5431122" y="5606256"/>
                </a:lnTo>
                <a:lnTo>
                  <a:pt x="6269568" y="5441156"/>
                </a:lnTo>
                <a:lnTo>
                  <a:pt x="5966362" y="5149056"/>
                </a:lnTo>
                <a:close/>
              </a:path>
              <a:path w="13852525" h="11308715">
                <a:moveTo>
                  <a:pt x="10824828" y="5301456"/>
                </a:moveTo>
                <a:lnTo>
                  <a:pt x="7013912" y="5301456"/>
                </a:lnTo>
                <a:lnTo>
                  <a:pt x="7017210" y="5314156"/>
                </a:lnTo>
                <a:lnTo>
                  <a:pt x="7675389" y="5314156"/>
                </a:lnTo>
                <a:lnTo>
                  <a:pt x="7851561" y="5428456"/>
                </a:lnTo>
                <a:lnTo>
                  <a:pt x="7807228" y="5593556"/>
                </a:lnTo>
                <a:lnTo>
                  <a:pt x="10831212" y="5593556"/>
                </a:lnTo>
                <a:lnTo>
                  <a:pt x="10824828" y="5301456"/>
                </a:lnTo>
                <a:close/>
              </a:path>
              <a:path w="13852525" h="11308715">
                <a:moveTo>
                  <a:pt x="4160606" y="5060156"/>
                </a:moveTo>
                <a:lnTo>
                  <a:pt x="3208425" y="5428456"/>
                </a:lnTo>
                <a:lnTo>
                  <a:pt x="3453025" y="5568156"/>
                </a:lnTo>
                <a:lnTo>
                  <a:pt x="4405227" y="5187156"/>
                </a:lnTo>
                <a:lnTo>
                  <a:pt x="4160606" y="5060156"/>
                </a:lnTo>
                <a:close/>
              </a:path>
              <a:path w="13852525" h="11308715">
                <a:moveTo>
                  <a:pt x="12906926" y="3688556"/>
                </a:moveTo>
                <a:lnTo>
                  <a:pt x="12296149" y="4056856"/>
                </a:lnTo>
                <a:lnTo>
                  <a:pt x="12157399" y="5479256"/>
                </a:lnTo>
                <a:lnTo>
                  <a:pt x="12768176" y="5098256"/>
                </a:lnTo>
                <a:lnTo>
                  <a:pt x="12906926" y="3688556"/>
                </a:lnTo>
                <a:close/>
              </a:path>
              <a:path w="13852525" h="11308715">
                <a:moveTo>
                  <a:pt x="6925066" y="4971256"/>
                </a:moveTo>
                <a:lnTo>
                  <a:pt x="7017210" y="5314156"/>
                </a:lnTo>
                <a:lnTo>
                  <a:pt x="7013912" y="5301456"/>
                </a:lnTo>
                <a:lnTo>
                  <a:pt x="10824828" y="5301456"/>
                </a:lnTo>
                <a:lnTo>
                  <a:pt x="10823717" y="5250656"/>
                </a:lnTo>
                <a:lnTo>
                  <a:pt x="10448079" y="5250656"/>
                </a:lnTo>
                <a:lnTo>
                  <a:pt x="10425930" y="5174456"/>
                </a:lnTo>
                <a:lnTo>
                  <a:pt x="7634846" y="5174456"/>
                </a:lnTo>
                <a:lnTo>
                  <a:pt x="6925066" y="4971256"/>
                </a:lnTo>
                <a:close/>
              </a:path>
              <a:path w="13852525" h="11308715">
                <a:moveTo>
                  <a:pt x="11205803" y="4082256"/>
                </a:moveTo>
                <a:lnTo>
                  <a:pt x="10455922" y="4082256"/>
                </a:lnTo>
                <a:lnTo>
                  <a:pt x="10682669" y="5098256"/>
                </a:lnTo>
                <a:lnTo>
                  <a:pt x="10448079" y="5250656"/>
                </a:lnTo>
                <a:lnTo>
                  <a:pt x="10823717" y="5250656"/>
                </a:lnTo>
                <a:lnTo>
                  <a:pt x="10822885" y="5212556"/>
                </a:lnTo>
                <a:lnTo>
                  <a:pt x="11137440" y="4882356"/>
                </a:lnTo>
                <a:lnTo>
                  <a:pt x="11840169" y="4882356"/>
                </a:lnTo>
                <a:lnTo>
                  <a:pt x="11848798" y="4679156"/>
                </a:lnTo>
                <a:lnTo>
                  <a:pt x="11327529" y="4679156"/>
                </a:lnTo>
                <a:lnTo>
                  <a:pt x="11335665" y="4666456"/>
                </a:lnTo>
                <a:lnTo>
                  <a:pt x="11205803" y="4082256"/>
                </a:lnTo>
                <a:close/>
              </a:path>
              <a:path w="13852525" h="11308715">
                <a:moveTo>
                  <a:pt x="3575367" y="4729956"/>
                </a:moveTo>
                <a:lnTo>
                  <a:pt x="2545503" y="5085556"/>
                </a:lnTo>
                <a:lnTo>
                  <a:pt x="2721508" y="5174456"/>
                </a:lnTo>
                <a:lnTo>
                  <a:pt x="3751372" y="4818856"/>
                </a:lnTo>
                <a:lnTo>
                  <a:pt x="3575367" y="4729956"/>
                </a:lnTo>
                <a:close/>
              </a:path>
              <a:path w="13852525" h="11308715">
                <a:moveTo>
                  <a:pt x="7635599" y="4831556"/>
                </a:moveTo>
                <a:lnTo>
                  <a:pt x="7636510" y="5174456"/>
                </a:lnTo>
                <a:lnTo>
                  <a:pt x="10425930" y="5174456"/>
                </a:lnTo>
                <a:lnTo>
                  <a:pt x="10381632" y="5022056"/>
                </a:lnTo>
                <a:lnTo>
                  <a:pt x="7958396" y="5022056"/>
                </a:lnTo>
                <a:lnTo>
                  <a:pt x="7635599" y="4831556"/>
                </a:lnTo>
                <a:close/>
              </a:path>
              <a:path w="13852525" h="11308715">
                <a:moveTo>
                  <a:pt x="5880899" y="4704556"/>
                </a:moveTo>
                <a:lnTo>
                  <a:pt x="6089699" y="5047456"/>
                </a:lnTo>
                <a:lnTo>
                  <a:pt x="6911307" y="5098256"/>
                </a:lnTo>
                <a:lnTo>
                  <a:pt x="6702487" y="4742656"/>
                </a:lnTo>
                <a:lnTo>
                  <a:pt x="5880899" y="4704556"/>
                </a:lnTo>
                <a:close/>
              </a:path>
              <a:path w="13852525" h="11308715">
                <a:moveTo>
                  <a:pt x="5506209" y="4679156"/>
                </a:moveTo>
                <a:lnTo>
                  <a:pt x="4598540" y="4818856"/>
                </a:lnTo>
                <a:lnTo>
                  <a:pt x="4847496" y="5060156"/>
                </a:lnTo>
                <a:lnTo>
                  <a:pt x="5755175" y="4920456"/>
                </a:lnTo>
                <a:lnTo>
                  <a:pt x="5506209" y="4679156"/>
                </a:lnTo>
                <a:close/>
              </a:path>
              <a:path w="13852525" h="11308715">
                <a:moveTo>
                  <a:pt x="7623663" y="4145756"/>
                </a:moveTo>
                <a:lnTo>
                  <a:pt x="7625328" y="4539456"/>
                </a:lnTo>
                <a:lnTo>
                  <a:pt x="8015075" y="4806156"/>
                </a:lnTo>
                <a:lnTo>
                  <a:pt x="7958396" y="5022056"/>
                </a:lnTo>
                <a:lnTo>
                  <a:pt x="10381632" y="5022056"/>
                </a:lnTo>
                <a:lnTo>
                  <a:pt x="10267195" y="4628356"/>
                </a:lnTo>
                <a:lnTo>
                  <a:pt x="9859992" y="4628356"/>
                </a:lnTo>
                <a:lnTo>
                  <a:pt x="9760072" y="4463256"/>
                </a:lnTo>
                <a:lnTo>
                  <a:pt x="8084937" y="4463256"/>
                </a:lnTo>
                <a:lnTo>
                  <a:pt x="7623663" y="4145756"/>
                </a:lnTo>
                <a:close/>
              </a:path>
              <a:path w="13852525" h="11308715">
                <a:moveTo>
                  <a:pt x="6733763" y="4310856"/>
                </a:moveTo>
                <a:lnTo>
                  <a:pt x="6839582" y="4691856"/>
                </a:lnTo>
                <a:lnTo>
                  <a:pt x="7590302" y="4945856"/>
                </a:lnTo>
                <a:lnTo>
                  <a:pt x="7484484" y="4564856"/>
                </a:lnTo>
                <a:lnTo>
                  <a:pt x="6733763" y="4310856"/>
                </a:lnTo>
                <a:close/>
              </a:path>
              <a:path w="13852525" h="11308715">
                <a:moveTo>
                  <a:pt x="13851902" y="3078956"/>
                </a:moveTo>
                <a:lnTo>
                  <a:pt x="13451318" y="3332956"/>
                </a:lnTo>
                <a:lnTo>
                  <a:pt x="13229900" y="4844256"/>
                </a:lnTo>
                <a:lnTo>
                  <a:pt x="13729634" y="4526756"/>
                </a:lnTo>
                <a:lnTo>
                  <a:pt x="13851902" y="3688556"/>
                </a:lnTo>
                <a:lnTo>
                  <a:pt x="13851902" y="3078956"/>
                </a:lnTo>
                <a:close/>
              </a:path>
              <a:path w="13852525" h="11308715">
                <a:moveTo>
                  <a:pt x="2990128" y="4387056"/>
                </a:moveTo>
                <a:lnTo>
                  <a:pt x="1882560" y="4742656"/>
                </a:lnTo>
                <a:lnTo>
                  <a:pt x="1989928" y="4793456"/>
                </a:lnTo>
                <a:lnTo>
                  <a:pt x="3097518" y="4437856"/>
                </a:lnTo>
                <a:lnTo>
                  <a:pt x="2990128" y="4387056"/>
                </a:lnTo>
                <a:close/>
              </a:path>
              <a:path w="13852525" h="11308715">
                <a:moveTo>
                  <a:pt x="11862822" y="4348956"/>
                </a:moveTo>
                <a:lnTo>
                  <a:pt x="11327529" y="4679156"/>
                </a:lnTo>
                <a:lnTo>
                  <a:pt x="11848798" y="4679156"/>
                </a:lnTo>
                <a:lnTo>
                  <a:pt x="11862822" y="4348956"/>
                </a:lnTo>
                <a:close/>
              </a:path>
              <a:path w="13852525" h="11308715">
                <a:moveTo>
                  <a:pt x="10419085" y="3472656"/>
                </a:moveTo>
                <a:lnTo>
                  <a:pt x="9559876" y="3472656"/>
                </a:lnTo>
                <a:lnTo>
                  <a:pt x="10057473" y="4412456"/>
                </a:lnTo>
                <a:lnTo>
                  <a:pt x="9859992" y="4628356"/>
                </a:lnTo>
                <a:lnTo>
                  <a:pt x="10267195" y="4628356"/>
                </a:lnTo>
                <a:lnTo>
                  <a:pt x="10226589" y="4488656"/>
                </a:lnTo>
                <a:lnTo>
                  <a:pt x="10455922" y="4082256"/>
                </a:lnTo>
                <a:lnTo>
                  <a:pt x="11205803" y="4082256"/>
                </a:lnTo>
                <a:lnTo>
                  <a:pt x="11149342" y="3828256"/>
                </a:lnTo>
                <a:lnTo>
                  <a:pt x="10594494" y="3828256"/>
                </a:lnTo>
                <a:lnTo>
                  <a:pt x="10600441" y="3815556"/>
                </a:lnTo>
                <a:lnTo>
                  <a:pt x="10419085" y="3472656"/>
                </a:lnTo>
                <a:close/>
              </a:path>
              <a:path w="13852525" h="11308715">
                <a:moveTo>
                  <a:pt x="5046076" y="4209256"/>
                </a:moveTo>
                <a:lnTo>
                  <a:pt x="4069174" y="4323556"/>
                </a:lnTo>
                <a:lnTo>
                  <a:pt x="4263849" y="4501356"/>
                </a:lnTo>
                <a:lnTo>
                  <a:pt x="5240793" y="4399756"/>
                </a:lnTo>
                <a:lnTo>
                  <a:pt x="5046076" y="4209256"/>
                </a:lnTo>
                <a:close/>
              </a:path>
              <a:path w="13852525" h="11308715">
                <a:moveTo>
                  <a:pt x="5512868" y="4094956"/>
                </a:moveTo>
                <a:lnTo>
                  <a:pt x="5684591" y="4387056"/>
                </a:lnTo>
                <a:lnTo>
                  <a:pt x="6562805" y="4475956"/>
                </a:lnTo>
                <a:lnTo>
                  <a:pt x="6391082" y="4196556"/>
                </a:lnTo>
                <a:lnTo>
                  <a:pt x="5512868" y="4094956"/>
                </a:lnTo>
                <a:close/>
              </a:path>
              <a:path w="13852525" h="11308715">
                <a:moveTo>
                  <a:pt x="7611736" y="3472656"/>
                </a:moveTo>
                <a:lnTo>
                  <a:pt x="7613820" y="3790156"/>
                </a:lnTo>
                <a:lnTo>
                  <a:pt x="8154243" y="4209256"/>
                </a:lnTo>
                <a:lnTo>
                  <a:pt x="8084937" y="4463256"/>
                </a:lnTo>
                <a:lnTo>
                  <a:pt x="9760072" y="4463256"/>
                </a:lnTo>
                <a:lnTo>
                  <a:pt x="9583289" y="4171156"/>
                </a:lnTo>
                <a:lnTo>
                  <a:pt x="9105377" y="4171156"/>
                </a:lnTo>
                <a:lnTo>
                  <a:pt x="8844315" y="3929856"/>
                </a:lnTo>
                <a:lnTo>
                  <a:pt x="8225341" y="3929856"/>
                </a:lnTo>
                <a:lnTo>
                  <a:pt x="7611736" y="3472656"/>
                </a:lnTo>
                <a:close/>
              </a:path>
              <a:path w="13852525" h="11308715">
                <a:moveTo>
                  <a:pt x="2404879" y="4056856"/>
                </a:moveTo>
                <a:lnTo>
                  <a:pt x="1219606" y="4387056"/>
                </a:lnTo>
                <a:lnTo>
                  <a:pt x="1258380" y="4412456"/>
                </a:lnTo>
                <a:lnTo>
                  <a:pt x="2443632" y="4069556"/>
                </a:lnTo>
                <a:lnTo>
                  <a:pt x="2404879" y="4056856"/>
                </a:lnTo>
                <a:close/>
              </a:path>
              <a:path w="13852525" h="11308715">
                <a:moveTo>
                  <a:pt x="11917783" y="2418556"/>
                </a:moveTo>
                <a:lnTo>
                  <a:pt x="11404218" y="2964656"/>
                </a:lnTo>
                <a:lnTo>
                  <a:pt x="11638347" y="4387056"/>
                </a:lnTo>
                <a:lnTo>
                  <a:pt x="12151912" y="3853656"/>
                </a:lnTo>
                <a:lnTo>
                  <a:pt x="11917783" y="2418556"/>
                </a:lnTo>
                <a:close/>
              </a:path>
              <a:path w="13852525" h="11308715">
                <a:moveTo>
                  <a:pt x="6542429" y="3637756"/>
                </a:moveTo>
                <a:lnTo>
                  <a:pt x="6629840" y="3955256"/>
                </a:lnTo>
                <a:lnTo>
                  <a:pt x="7421512" y="4272756"/>
                </a:lnTo>
                <a:lnTo>
                  <a:pt x="7334111" y="3955256"/>
                </a:lnTo>
                <a:lnTo>
                  <a:pt x="6542429" y="3637756"/>
                </a:lnTo>
                <a:close/>
              </a:path>
              <a:path w="13852525" h="11308715">
                <a:moveTo>
                  <a:pt x="8675913" y="2151856"/>
                </a:moveTo>
                <a:lnTo>
                  <a:pt x="8439135" y="3053556"/>
                </a:lnTo>
                <a:lnTo>
                  <a:pt x="9249467" y="3917156"/>
                </a:lnTo>
                <a:lnTo>
                  <a:pt x="9105377" y="4171156"/>
                </a:lnTo>
                <a:lnTo>
                  <a:pt x="9583289" y="4171156"/>
                </a:lnTo>
                <a:lnTo>
                  <a:pt x="9437251" y="3929856"/>
                </a:lnTo>
                <a:lnTo>
                  <a:pt x="9559876" y="3472656"/>
                </a:lnTo>
                <a:lnTo>
                  <a:pt x="10419085" y="3472656"/>
                </a:lnTo>
                <a:lnTo>
                  <a:pt x="10271313" y="3193256"/>
                </a:lnTo>
                <a:lnTo>
                  <a:pt x="9633989" y="3193256"/>
                </a:lnTo>
                <a:lnTo>
                  <a:pt x="9637151" y="3180556"/>
                </a:lnTo>
                <a:lnTo>
                  <a:pt x="8675913" y="2151856"/>
                </a:lnTo>
                <a:close/>
              </a:path>
              <a:path w="13852525" h="11308715">
                <a:moveTo>
                  <a:pt x="4585933" y="3739356"/>
                </a:moveTo>
                <a:lnTo>
                  <a:pt x="3539797" y="3828256"/>
                </a:lnTo>
                <a:lnTo>
                  <a:pt x="3680254" y="3955256"/>
                </a:lnTo>
                <a:lnTo>
                  <a:pt x="4726390" y="3879056"/>
                </a:lnTo>
                <a:lnTo>
                  <a:pt x="4585933" y="3739356"/>
                </a:lnTo>
                <a:close/>
              </a:path>
              <a:path w="13852525" h="11308715">
                <a:moveTo>
                  <a:pt x="8349672" y="3472656"/>
                </a:moveTo>
                <a:lnTo>
                  <a:pt x="8225341" y="3929856"/>
                </a:lnTo>
                <a:lnTo>
                  <a:pt x="8844315" y="3929856"/>
                </a:lnTo>
                <a:lnTo>
                  <a:pt x="8349672" y="3472656"/>
                </a:lnTo>
                <a:close/>
              </a:path>
              <a:path w="13852525" h="11308715">
                <a:moveTo>
                  <a:pt x="5144827" y="3485356"/>
                </a:moveTo>
                <a:lnTo>
                  <a:pt x="5279462" y="3713956"/>
                </a:lnTo>
                <a:lnTo>
                  <a:pt x="6214302" y="3853656"/>
                </a:lnTo>
                <a:lnTo>
                  <a:pt x="6079668" y="3637756"/>
                </a:lnTo>
                <a:lnTo>
                  <a:pt x="5144827" y="3485356"/>
                </a:lnTo>
                <a:close/>
              </a:path>
              <a:path w="13852525" h="11308715">
                <a:moveTo>
                  <a:pt x="11044888" y="3358356"/>
                </a:moveTo>
                <a:lnTo>
                  <a:pt x="10594494" y="3828256"/>
                </a:lnTo>
                <a:lnTo>
                  <a:pt x="11149342" y="3828256"/>
                </a:lnTo>
                <a:lnTo>
                  <a:pt x="11044888" y="3358356"/>
                </a:lnTo>
                <a:close/>
              </a:path>
              <a:path w="13852525" h="11308715">
                <a:moveTo>
                  <a:pt x="7599810" y="2786856"/>
                </a:moveTo>
                <a:lnTo>
                  <a:pt x="7602313" y="3040856"/>
                </a:lnTo>
                <a:lnTo>
                  <a:pt x="8282857" y="3612356"/>
                </a:lnTo>
                <a:lnTo>
                  <a:pt x="8280355" y="3358356"/>
                </a:lnTo>
                <a:lnTo>
                  <a:pt x="7599810" y="2786856"/>
                </a:lnTo>
                <a:close/>
              </a:path>
              <a:path w="13852525" h="11308715">
                <a:moveTo>
                  <a:pt x="6351115" y="2977356"/>
                </a:moveTo>
                <a:lnTo>
                  <a:pt x="6420118" y="3218656"/>
                </a:lnTo>
                <a:lnTo>
                  <a:pt x="7252732" y="3599656"/>
                </a:lnTo>
                <a:lnTo>
                  <a:pt x="7183739" y="3345656"/>
                </a:lnTo>
                <a:lnTo>
                  <a:pt x="6351115" y="2977356"/>
                </a:lnTo>
                <a:close/>
              </a:path>
              <a:path w="13852525" h="11308715">
                <a:moveTo>
                  <a:pt x="12790678" y="1491456"/>
                </a:moveTo>
                <a:lnTo>
                  <a:pt x="12370890" y="1923256"/>
                </a:lnTo>
                <a:lnTo>
                  <a:pt x="12548382" y="3472656"/>
                </a:lnTo>
                <a:lnTo>
                  <a:pt x="12968181" y="3040856"/>
                </a:lnTo>
                <a:lnTo>
                  <a:pt x="12790678" y="1491456"/>
                </a:lnTo>
                <a:close/>
              </a:path>
              <a:path w="13852525" h="11308715">
                <a:moveTo>
                  <a:pt x="10591646" y="1453356"/>
                </a:moveTo>
                <a:lnTo>
                  <a:pt x="10217657" y="2113756"/>
                </a:lnTo>
                <a:lnTo>
                  <a:pt x="10830727" y="3459956"/>
                </a:lnTo>
                <a:lnTo>
                  <a:pt x="11204716" y="2799556"/>
                </a:lnTo>
                <a:lnTo>
                  <a:pt x="10591646" y="1453356"/>
                </a:lnTo>
                <a:close/>
              </a:path>
              <a:path w="13852525" h="11308715">
                <a:moveTo>
                  <a:pt x="4125801" y="3282156"/>
                </a:moveTo>
                <a:lnTo>
                  <a:pt x="3010421" y="3332956"/>
                </a:lnTo>
                <a:lnTo>
                  <a:pt x="3096628" y="3409156"/>
                </a:lnTo>
                <a:lnTo>
                  <a:pt x="4212018" y="3358356"/>
                </a:lnTo>
                <a:lnTo>
                  <a:pt x="4125801" y="3282156"/>
                </a:lnTo>
                <a:close/>
              </a:path>
              <a:path w="13852525" h="11308715">
                <a:moveTo>
                  <a:pt x="4776796" y="2888456"/>
                </a:moveTo>
                <a:lnTo>
                  <a:pt x="4874343" y="3040856"/>
                </a:lnTo>
                <a:lnTo>
                  <a:pt x="5865810" y="3231356"/>
                </a:lnTo>
                <a:lnTo>
                  <a:pt x="5768264" y="3078956"/>
                </a:lnTo>
                <a:lnTo>
                  <a:pt x="4776796" y="2888456"/>
                </a:lnTo>
                <a:close/>
              </a:path>
              <a:path w="13852525" h="11308715">
                <a:moveTo>
                  <a:pt x="9962335" y="2609056"/>
                </a:moveTo>
                <a:lnTo>
                  <a:pt x="9633989" y="3193256"/>
                </a:lnTo>
                <a:lnTo>
                  <a:pt x="10271313" y="3193256"/>
                </a:lnTo>
                <a:lnTo>
                  <a:pt x="9962335" y="2609056"/>
                </a:lnTo>
                <a:close/>
              </a:path>
              <a:path w="13852525" h="11308715">
                <a:moveTo>
                  <a:pt x="7587884" y="2113756"/>
                </a:moveTo>
                <a:lnTo>
                  <a:pt x="7590805" y="2291556"/>
                </a:lnTo>
                <a:lnTo>
                  <a:pt x="8294784" y="2926556"/>
                </a:lnTo>
                <a:lnTo>
                  <a:pt x="8291862" y="2736056"/>
                </a:lnTo>
                <a:lnTo>
                  <a:pt x="7587884" y="2113756"/>
                </a:lnTo>
                <a:close/>
              </a:path>
              <a:path w="13852525" h="11308715">
                <a:moveTo>
                  <a:pt x="6159801" y="2304256"/>
                </a:moveTo>
                <a:lnTo>
                  <a:pt x="6210376" y="2482056"/>
                </a:lnTo>
                <a:lnTo>
                  <a:pt x="7083951" y="2913856"/>
                </a:lnTo>
                <a:lnTo>
                  <a:pt x="7033366" y="2736056"/>
                </a:lnTo>
                <a:lnTo>
                  <a:pt x="6159801" y="2304256"/>
                </a:lnTo>
                <a:close/>
              </a:path>
              <a:path w="13852525" h="11308715">
                <a:moveTo>
                  <a:pt x="3665658" y="2812256"/>
                </a:moveTo>
                <a:lnTo>
                  <a:pt x="2481055" y="2837656"/>
                </a:lnTo>
                <a:lnTo>
                  <a:pt x="2512981" y="2863056"/>
                </a:lnTo>
                <a:lnTo>
                  <a:pt x="3697615" y="2837656"/>
                </a:lnTo>
                <a:lnTo>
                  <a:pt x="3665658" y="2812256"/>
                </a:lnTo>
                <a:close/>
              </a:path>
              <a:path w="13852525" h="11308715">
                <a:moveTo>
                  <a:pt x="9002134" y="843756"/>
                </a:moveTo>
                <a:lnTo>
                  <a:pt x="8802779" y="1605756"/>
                </a:lnTo>
                <a:lnTo>
                  <a:pt x="9774309" y="2761456"/>
                </a:lnTo>
                <a:lnTo>
                  <a:pt x="9973675" y="2012156"/>
                </a:lnTo>
                <a:lnTo>
                  <a:pt x="9002134" y="843756"/>
                </a:lnTo>
                <a:close/>
              </a:path>
              <a:path w="13852525" h="11308715">
                <a:moveTo>
                  <a:pt x="4408755" y="2278856"/>
                </a:moveTo>
                <a:lnTo>
                  <a:pt x="4469235" y="2380456"/>
                </a:lnTo>
                <a:lnTo>
                  <a:pt x="5517318" y="2609056"/>
                </a:lnTo>
                <a:lnTo>
                  <a:pt x="5456849" y="2520156"/>
                </a:lnTo>
                <a:lnTo>
                  <a:pt x="4408755" y="2278856"/>
                </a:lnTo>
                <a:close/>
              </a:path>
              <a:path w="13852525" h="11308715">
                <a:moveTo>
                  <a:pt x="11220946" y="284956"/>
                </a:moveTo>
                <a:lnTo>
                  <a:pt x="10915740" y="843756"/>
                </a:lnTo>
                <a:lnTo>
                  <a:pt x="11503785" y="2316956"/>
                </a:lnTo>
                <a:lnTo>
                  <a:pt x="11808991" y="1770856"/>
                </a:lnTo>
                <a:lnTo>
                  <a:pt x="11220946" y="284956"/>
                </a:lnTo>
                <a:close/>
              </a:path>
              <a:path w="13852525" h="11308715">
                <a:moveTo>
                  <a:pt x="5968477" y="1643856"/>
                </a:moveTo>
                <a:lnTo>
                  <a:pt x="6000644" y="1745456"/>
                </a:lnTo>
                <a:lnTo>
                  <a:pt x="6915171" y="2240756"/>
                </a:lnTo>
                <a:lnTo>
                  <a:pt x="6883015" y="2126456"/>
                </a:lnTo>
                <a:lnTo>
                  <a:pt x="5968477" y="1643856"/>
                </a:lnTo>
                <a:close/>
              </a:path>
              <a:path w="13852525" h="11308715">
                <a:moveTo>
                  <a:pt x="7575968" y="1427956"/>
                </a:moveTo>
                <a:lnTo>
                  <a:pt x="7579298" y="1542256"/>
                </a:lnTo>
                <a:lnTo>
                  <a:pt x="8306699" y="2240756"/>
                </a:lnTo>
                <a:lnTo>
                  <a:pt x="8303370" y="2126456"/>
                </a:lnTo>
                <a:lnTo>
                  <a:pt x="7575968" y="1427956"/>
                </a:lnTo>
                <a:close/>
              </a:path>
              <a:path w="13852525" h="11308715">
                <a:moveTo>
                  <a:pt x="4040735" y="1669256"/>
                </a:moveTo>
                <a:lnTo>
                  <a:pt x="4064096" y="1707356"/>
                </a:lnTo>
                <a:lnTo>
                  <a:pt x="5168826" y="1986756"/>
                </a:lnTo>
                <a:lnTo>
                  <a:pt x="5145445" y="1961356"/>
                </a:lnTo>
                <a:lnTo>
                  <a:pt x="4040735" y="1669256"/>
                </a:lnTo>
                <a:close/>
              </a:path>
              <a:path w="13852525" h="11308715">
                <a:moveTo>
                  <a:pt x="5777164" y="970756"/>
                </a:moveTo>
                <a:lnTo>
                  <a:pt x="5790923" y="1008856"/>
                </a:lnTo>
                <a:lnTo>
                  <a:pt x="6746391" y="1554956"/>
                </a:lnTo>
                <a:lnTo>
                  <a:pt x="6732643" y="1529556"/>
                </a:lnTo>
                <a:lnTo>
                  <a:pt x="5777164" y="970756"/>
                </a:lnTo>
                <a:close/>
              </a:path>
              <a:path w="13852525" h="11308715">
                <a:moveTo>
                  <a:pt x="7564041" y="754856"/>
                </a:moveTo>
                <a:lnTo>
                  <a:pt x="7567790" y="792956"/>
                </a:lnTo>
                <a:lnTo>
                  <a:pt x="8318636" y="1554956"/>
                </a:lnTo>
                <a:lnTo>
                  <a:pt x="8314888" y="1516856"/>
                </a:lnTo>
                <a:lnTo>
                  <a:pt x="7564041" y="754856"/>
                </a:lnTo>
                <a:close/>
              </a:path>
              <a:path w="13852525" h="11308715">
                <a:moveTo>
                  <a:pt x="9684684" y="5556"/>
                </a:moveTo>
                <a:lnTo>
                  <a:pt x="9205378" y="5556"/>
                </a:lnTo>
                <a:lnTo>
                  <a:pt x="9166401" y="157956"/>
                </a:lnTo>
                <a:lnTo>
                  <a:pt x="10148214" y="1453356"/>
                </a:lnTo>
                <a:lnTo>
                  <a:pt x="10310167" y="831056"/>
                </a:lnTo>
                <a:lnTo>
                  <a:pt x="9684684" y="5556"/>
                </a:lnTo>
                <a:close/>
              </a:path>
              <a:path w="13852525" h="11308715">
                <a:moveTo>
                  <a:pt x="12155392" y="5556"/>
                </a:moveTo>
                <a:lnTo>
                  <a:pt x="11769899" y="5556"/>
                </a:lnTo>
                <a:lnTo>
                  <a:pt x="12176843" y="1173956"/>
                </a:lnTo>
                <a:lnTo>
                  <a:pt x="12413266" y="742156"/>
                </a:lnTo>
                <a:lnTo>
                  <a:pt x="12155392" y="5556"/>
                </a:lnTo>
                <a:close/>
              </a:path>
              <a:path w="13852525" h="11308715">
                <a:moveTo>
                  <a:pt x="10558529" y="5556"/>
                </a:moveTo>
                <a:lnTo>
                  <a:pt x="10424416" y="5556"/>
                </a:lnTo>
                <a:lnTo>
                  <a:pt x="10522108" y="145256"/>
                </a:lnTo>
                <a:lnTo>
                  <a:pt x="10558529" y="5556"/>
                </a:lnTo>
                <a:close/>
              </a:path>
            </a:pathLst>
          </a:custGeom>
          <a:solidFill>
            <a:srgbClr val="1A0F5C">
              <a:alpha val="5000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FDD0999-C447-FB95-885F-11AEB8E0577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3908" y="1714110"/>
            <a:ext cx="1840546" cy="610478"/>
          </a:xfrm>
          <a:prstGeom prst="rect">
            <a:avLst/>
          </a:prstGeom>
        </p:spPr>
      </p:pic>
      <p:pic>
        <p:nvPicPr>
          <p:cNvPr id="9" name="Picture 8" descr="Text&#10;&#10;Description automatically generated">
            <a:extLst>
              <a:ext uri="{FF2B5EF4-FFF2-40B4-BE49-F238E27FC236}">
                <a16:creationId xmlns:a16="http://schemas.microsoft.com/office/drawing/2014/main" id="{B54AA19A-CDD3-9D37-F52F-30A94B27DCC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411629" y="5850238"/>
            <a:ext cx="2396464" cy="63286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250103C-1BE3-E16B-2B3D-51AC90397095}"/>
              </a:ext>
            </a:extLst>
          </p:cNvPr>
          <p:cNvSpPr txBox="1"/>
          <p:nvPr userDrawn="1"/>
        </p:nvSpPr>
        <p:spPr>
          <a:xfrm>
            <a:off x="383907" y="6267664"/>
            <a:ext cx="20054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jmangroup.com</a:t>
            </a:r>
            <a:endParaRPr lang="en-GB" sz="800" spc="55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BB1D8C71-C46B-43FB-8718-0BC985FAD7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3908" y="4082988"/>
            <a:ext cx="3519877" cy="3385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bg1"/>
                </a:solidFill>
              </a:defRPr>
            </a:lvl1pPr>
          </a:lstStyle>
          <a:p>
            <a:fld id="{067A97D6-6B85-4078-9232-2F691AE65611}" type="datetime3">
              <a:rPr lang="en-US" smtClean="0"/>
              <a:t>13 May 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96045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6">
    <p:bg>
      <p:bgPr>
        <a:gradFill>
          <a:gsLst>
            <a:gs pos="0">
              <a:schemeClr val="tx2"/>
            </a:gs>
            <a:gs pos="10000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14E23-4D5A-C225-A302-6C9C57B22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643127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bg object 17">
            <a:extLst>
              <a:ext uri="{FF2B5EF4-FFF2-40B4-BE49-F238E27FC236}">
                <a16:creationId xmlns:a16="http://schemas.microsoft.com/office/drawing/2014/main" id="{5AE8EB3F-06DA-9660-72EB-9FC6330A4F34}"/>
              </a:ext>
            </a:extLst>
          </p:cNvPr>
          <p:cNvSpPr/>
          <p:nvPr userDrawn="1"/>
        </p:nvSpPr>
        <p:spPr>
          <a:xfrm>
            <a:off x="3791345" y="1"/>
            <a:ext cx="8400655" cy="6858000"/>
          </a:xfrm>
          <a:custGeom>
            <a:avLst/>
            <a:gdLst/>
            <a:ahLst/>
            <a:cxnLst/>
            <a:rect l="l" t="t" r="r" b="b"/>
            <a:pathLst>
              <a:path w="13852525" h="11308715">
                <a:moveTo>
                  <a:pt x="13663594" y="541274"/>
                </a:moveTo>
                <a:lnTo>
                  <a:pt x="13337552" y="886374"/>
                </a:lnTo>
                <a:lnTo>
                  <a:pt x="13458406" y="2559160"/>
                </a:lnTo>
                <a:lnTo>
                  <a:pt x="13784438" y="2214071"/>
                </a:lnTo>
                <a:lnTo>
                  <a:pt x="13663594" y="541274"/>
                </a:lnTo>
                <a:close/>
              </a:path>
              <a:path w="13852525" h="11308715">
                <a:moveTo>
                  <a:pt x="12862427" y="0"/>
                </a:moveTo>
                <a:lnTo>
                  <a:pt x="12842864" y="0"/>
                </a:lnTo>
                <a:lnTo>
                  <a:pt x="12849922" y="22955"/>
                </a:lnTo>
                <a:lnTo>
                  <a:pt x="12862427" y="0"/>
                </a:lnTo>
                <a:close/>
              </a:path>
              <a:path w="13852525" h="11308715">
                <a:moveTo>
                  <a:pt x="1356744" y="11181556"/>
                </a:moveTo>
                <a:lnTo>
                  <a:pt x="1317802" y="11206956"/>
                </a:lnTo>
                <a:lnTo>
                  <a:pt x="1288384" y="11308556"/>
                </a:lnTo>
                <a:lnTo>
                  <a:pt x="1318869" y="11308556"/>
                </a:lnTo>
                <a:lnTo>
                  <a:pt x="1356744" y="11181556"/>
                </a:lnTo>
                <a:close/>
              </a:path>
              <a:path w="13852525" h="11308715">
                <a:moveTo>
                  <a:pt x="2108543" y="10737056"/>
                </a:moveTo>
                <a:lnTo>
                  <a:pt x="1991771" y="10813256"/>
                </a:lnTo>
                <a:lnTo>
                  <a:pt x="1863059" y="11308556"/>
                </a:lnTo>
                <a:lnTo>
                  <a:pt x="1960085" y="11308556"/>
                </a:lnTo>
                <a:lnTo>
                  <a:pt x="2108543" y="10737056"/>
                </a:lnTo>
                <a:close/>
              </a:path>
              <a:path w="13852525" h="11308715">
                <a:moveTo>
                  <a:pt x="2860321" y="10292556"/>
                </a:moveTo>
                <a:lnTo>
                  <a:pt x="2665698" y="10419556"/>
                </a:lnTo>
                <a:lnTo>
                  <a:pt x="2464479" y="11308556"/>
                </a:lnTo>
                <a:lnTo>
                  <a:pt x="2631287" y="11308556"/>
                </a:lnTo>
                <a:lnTo>
                  <a:pt x="2860321" y="10292556"/>
                </a:lnTo>
                <a:close/>
              </a:path>
              <a:path w="13852525" h="11308715">
                <a:moveTo>
                  <a:pt x="4206856" y="10991056"/>
                </a:moveTo>
                <a:lnTo>
                  <a:pt x="3978528" y="11232356"/>
                </a:lnTo>
                <a:lnTo>
                  <a:pt x="3984302" y="11308556"/>
                </a:lnTo>
                <a:lnTo>
                  <a:pt x="4230674" y="11308556"/>
                </a:lnTo>
                <a:lnTo>
                  <a:pt x="4206856" y="10991056"/>
                </a:lnTo>
                <a:close/>
              </a:path>
              <a:path w="13852525" h="11308715">
                <a:moveTo>
                  <a:pt x="4844187" y="10356056"/>
                </a:moveTo>
                <a:lnTo>
                  <a:pt x="4550207" y="10660856"/>
                </a:lnTo>
                <a:lnTo>
                  <a:pt x="4626194" y="11308556"/>
                </a:lnTo>
                <a:lnTo>
                  <a:pt x="4956321" y="11308556"/>
                </a:lnTo>
                <a:lnTo>
                  <a:pt x="4844187" y="10356056"/>
                </a:lnTo>
                <a:close/>
              </a:path>
              <a:path w="13852525" h="11308715">
                <a:moveTo>
                  <a:pt x="5579023" y="11168856"/>
                </a:moveTo>
                <a:lnTo>
                  <a:pt x="5495758" y="11308556"/>
                </a:lnTo>
                <a:lnTo>
                  <a:pt x="5639011" y="11308556"/>
                </a:lnTo>
                <a:lnTo>
                  <a:pt x="5579023" y="11168856"/>
                </a:lnTo>
                <a:close/>
              </a:path>
              <a:path w="13852525" h="11308715">
                <a:moveTo>
                  <a:pt x="6049721" y="10356056"/>
                </a:moveTo>
                <a:lnTo>
                  <a:pt x="5788221" y="10825956"/>
                </a:lnTo>
                <a:lnTo>
                  <a:pt x="6010322" y="11308556"/>
                </a:lnTo>
                <a:lnTo>
                  <a:pt x="6481959" y="11308556"/>
                </a:lnTo>
                <a:lnTo>
                  <a:pt x="6049721" y="10356056"/>
                </a:lnTo>
                <a:close/>
              </a:path>
              <a:path w="13852525" h="11308715">
                <a:moveTo>
                  <a:pt x="6792159" y="10851356"/>
                </a:moveTo>
                <a:lnTo>
                  <a:pt x="6670546" y="11308556"/>
                </a:lnTo>
                <a:lnTo>
                  <a:pt x="7184035" y="11308556"/>
                </a:lnTo>
                <a:lnTo>
                  <a:pt x="6792159" y="10851356"/>
                </a:lnTo>
                <a:close/>
              </a:path>
              <a:path w="13852525" h="11308715">
                <a:moveTo>
                  <a:pt x="7666782" y="11130756"/>
                </a:moveTo>
                <a:lnTo>
                  <a:pt x="7667177" y="11308556"/>
                </a:lnTo>
                <a:lnTo>
                  <a:pt x="7938091" y="11308556"/>
                </a:lnTo>
                <a:lnTo>
                  <a:pt x="7666782" y="11130756"/>
                </a:lnTo>
                <a:close/>
              </a:path>
              <a:path w="13852525" h="11308715">
                <a:moveTo>
                  <a:pt x="9478281" y="10813256"/>
                </a:moveTo>
                <a:lnTo>
                  <a:pt x="7686195" y="10813256"/>
                </a:lnTo>
                <a:lnTo>
                  <a:pt x="8511158" y="11308556"/>
                </a:lnTo>
                <a:lnTo>
                  <a:pt x="8554593" y="11308556"/>
                </a:lnTo>
                <a:lnTo>
                  <a:pt x="8554315" y="10851356"/>
                </a:lnTo>
                <a:lnTo>
                  <a:pt x="9488564" y="10851356"/>
                </a:lnTo>
                <a:lnTo>
                  <a:pt x="9478281" y="10813256"/>
                </a:lnTo>
                <a:close/>
              </a:path>
              <a:path w="13852525" h="11308715">
                <a:moveTo>
                  <a:pt x="8619486" y="11168856"/>
                </a:moveTo>
                <a:lnTo>
                  <a:pt x="8658631" y="11308556"/>
                </a:lnTo>
                <a:lnTo>
                  <a:pt x="9042097" y="11308556"/>
                </a:lnTo>
                <a:lnTo>
                  <a:pt x="8619486" y="11168856"/>
                </a:lnTo>
                <a:close/>
              </a:path>
              <a:path w="13852525" h="11308715">
                <a:moveTo>
                  <a:pt x="9587425" y="10952956"/>
                </a:moveTo>
                <a:lnTo>
                  <a:pt x="9799117" y="11308556"/>
                </a:lnTo>
                <a:lnTo>
                  <a:pt x="10926641" y="11308556"/>
                </a:lnTo>
                <a:lnTo>
                  <a:pt x="10757923" y="11029156"/>
                </a:lnTo>
                <a:lnTo>
                  <a:pt x="9587425" y="10952956"/>
                </a:lnTo>
                <a:close/>
              </a:path>
              <a:path w="13852525" h="11308715">
                <a:moveTo>
                  <a:pt x="12527880" y="11029156"/>
                </a:moveTo>
                <a:lnTo>
                  <a:pt x="11234160" y="11219656"/>
                </a:lnTo>
                <a:lnTo>
                  <a:pt x="11329752" y="11308556"/>
                </a:lnTo>
                <a:lnTo>
                  <a:pt x="12829487" y="11308556"/>
                </a:lnTo>
                <a:lnTo>
                  <a:pt x="12527880" y="11029156"/>
                </a:lnTo>
                <a:close/>
              </a:path>
              <a:path w="13852525" h="11308715">
                <a:moveTo>
                  <a:pt x="7638137" y="10546556"/>
                </a:moveTo>
                <a:lnTo>
                  <a:pt x="6890020" y="10546556"/>
                </a:lnTo>
                <a:lnTo>
                  <a:pt x="6887821" y="10559256"/>
                </a:lnTo>
                <a:lnTo>
                  <a:pt x="7563947" y="11270456"/>
                </a:lnTo>
                <a:lnTo>
                  <a:pt x="7686195" y="10813256"/>
                </a:lnTo>
                <a:lnTo>
                  <a:pt x="9478281" y="10813256"/>
                </a:lnTo>
                <a:lnTo>
                  <a:pt x="9437147" y="10660856"/>
                </a:lnTo>
                <a:lnTo>
                  <a:pt x="10524376" y="10660856"/>
                </a:lnTo>
                <a:lnTo>
                  <a:pt x="10516980" y="10648156"/>
                </a:lnTo>
                <a:lnTo>
                  <a:pt x="8499343" y="10648156"/>
                </a:lnTo>
                <a:lnTo>
                  <a:pt x="8414694" y="10597356"/>
                </a:lnTo>
                <a:lnTo>
                  <a:pt x="7686069" y="10597356"/>
                </a:lnTo>
                <a:lnTo>
                  <a:pt x="7638137" y="10546556"/>
                </a:lnTo>
                <a:close/>
              </a:path>
              <a:path w="13852525" h="11308715">
                <a:moveTo>
                  <a:pt x="3612099" y="9848056"/>
                </a:moveTo>
                <a:lnTo>
                  <a:pt x="3339678" y="10013156"/>
                </a:lnTo>
                <a:lnTo>
                  <a:pt x="3128616" y="11143456"/>
                </a:lnTo>
                <a:lnTo>
                  <a:pt x="3401069" y="10978356"/>
                </a:lnTo>
                <a:lnTo>
                  <a:pt x="3612099" y="9848056"/>
                </a:lnTo>
                <a:close/>
              </a:path>
              <a:path w="13852525" h="11308715">
                <a:moveTo>
                  <a:pt x="9488564" y="10851356"/>
                </a:moveTo>
                <a:lnTo>
                  <a:pt x="8556681" y="10851356"/>
                </a:lnTo>
                <a:lnTo>
                  <a:pt x="9567405" y="11143456"/>
                </a:lnTo>
                <a:lnTo>
                  <a:pt x="9488564" y="10851356"/>
                </a:lnTo>
                <a:close/>
              </a:path>
              <a:path w="13852525" h="11308715">
                <a:moveTo>
                  <a:pt x="5481518" y="9708356"/>
                </a:moveTo>
                <a:lnTo>
                  <a:pt x="5121885" y="10089356"/>
                </a:lnTo>
                <a:lnTo>
                  <a:pt x="5288310" y="11092656"/>
                </a:lnTo>
                <a:lnTo>
                  <a:pt x="5647953" y="10711656"/>
                </a:lnTo>
                <a:lnTo>
                  <a:pt x="5481518" y="9708356"/>
                </a:lnTo>
                <a:close/>
              </a:path>
              <a:path w="13852525" h="11308715">
                <a:moveTo>
                  <a:pt x="13851902" y="10571956"/>
                </a:moveTo>
                <a:lnTo>
                  <a:pt x="13158437" y="10838656"/>
                </a:lnTo>
                <a:lnTo>
                  <a:pt x="13506593" y="11029156"/>
                </a:lnTo>
                <a:lnTo>
                  <a:pt x="13851902" y="10889456"/>
                </a:lnTo>
                <a:lnTo>
                  <a:pt x="13851902" y="10571956"/>
                </a:lnTo>
                <a:close/>
              </a:path>
              <a:path w="13852525" h="11308715">
                <a:moveTo>
                  <a:pt x="6806761" y="10102056"/>
                </a:moveTo>
                <a:lnTo>
                  <a:pt x="6214962" y="10102056"/>
                </a:lnTo>
                <a:lnTo>
                  <a:pt x="6210816" y="10114756"/>
                </a:lnTo>
                <a:lnTo>
                  <a:pt x="6660446" y="10965656"/>
                </a:lnTo>
                <a:lnTo>
                  <a:pt x="6890020" y="10546556"/>
                </a:lnTo>
                <a:lnTo>
                  <a:pt x="7638137" y="10546556"/>
                </a:lnTo>
                <a:lnTo>
                  <a:pt x="7458393" y="10356056"/>
                </a:lnTo>
                <a:lnTo>
                  <a:pt x="6941610" y="10356056"/>
                </a:lnTo>
                <a:lnTo>
                  <a:pt x="6806761" y="10102056"/>
                </a:lnTo>
                <a:close/>
              </a:path>
              <a:path w="13852525" h="11308715">
                <a:moveTo>
                  <a:pt x="11697937" y="10241756"/>
                </a:moveTo>
                <a:lnTo>
                  <a:pt x="10502769" y="10483056"/>
                </a:lnTo>
                <a:lnTo>
                  <a:pt x="10933949" y="10902156"/>
                </a:lnTo>
                <a:lnTo>
                  <a:pt x="12129107" y="10660856"/>
                </a:lnTo>
                <a:lnTo>
                  <a:pt x="11697937" y="10241756"/>
                </a:lnTo>
                <a:close/>
              </a:path>
              <a:path w="13852525" h="11308715">
                <a:moveTo>
                  <a:pt x="4363898" y="9390856"/>
                </a:moveTo>
                <a:lnTo>
                  <a:pt x="4013595" y="9619456"/>
                </a:lnTo>
                <a:lnTo>
                  <a:pt x="3860447" y="10673556"/>
                </a:lnTo>
                <a:lnTo>
                  <a:pt x="4210719" y="10457656"/>
                </a:lnTo>
                <a:lnTo>
                  <a:pt x="4363898" y="9390856"/>
                </a:lnTo>
                <a:close/>
              </a:path>
              <a:path w="13852525" h="11308715">
                <a:moveTo>
                  <a:pt x="10524376" y="10660856"/>
                </a:moveTo>
                <a:lnTo>
                  <a:pt x="9441827" y="10660856"/>
                </a:lnTo>
                <a:lnTo>
                  <a:pt x="10531773" y="10673556"/>
                </a:lnTo>
                <a:lnTo>
                  <a:pt x="10524376" y="10660856"/>
                </a:lnTo>
                <a:close/>
              </a:path>
              <a:path w="13852525" h="11308715">
                <a:moveTo>
                  <a:pt x="9253203" y="10025856"/>
                </a:moveTo>
                <a:lnTo>
                  <a:pt x="7875927" y="10025856"/>
                </a:lnTo>
                <a:lnTo>
                  <a:pt x="8408372" y="10305256"/>
                </a:lnTo>
                <a:lnTo>
                  <a:pt x="8499343" y="10648156"/>
                </a:lnTo>
                <a:lnTo>
                  <a:pt x="10516980" y="10648156"/>
                </a:lnTo>
                <a:lnTo>
                  <a:pt x="10413427" y="10470356"/>
                </a:lnTo>
                <a:lnTo>
                  <a:pt x="9327893" y="10470356"/>
                </a:lnTo>
                <a:lnTo>
                  <a:pt x="8539708" y="10241756"/>
                </a:lnTo>
                <a:lnTo>
                  <a:pt x="8539834" y="10038556"/>
                </a:lnTo>
                <a:lnTo>
                  <a:pt x="9256753" y="10038556"/>
                </a:lnTo>
                <a:lnTo>
                  <a:pt x="9253203" y="10025856"/>
                </a:lnTo>
                <a:close/>
              </a:path>
              <a:path w="13852525" h="11308715">
                <a:moveTo>
                  <a:pt x="9207049" y="9860756"/>
                </a:moveTo>
                <a:lnTo>
                  <a:pt x="7259580" y="9860756"/>
                </a:lnTo>
                <a:lnTo>
                  <a:pt x="7685860" y="10254456"/>
                </a:lnTo>
                <a:lnTo>
                  <a:pt x="7686069" y="10597356"/>
                </a:lnTo>
                <a:lnTo>
                  <a:pt x="8414694" y="10597356"/>
                </a:lnTo>
                <a:lnTo>
                  <a:pt x="7822149" y="10241756"/>
                </a:lnTo>
                <a:lnTo>
                  <a:pt x="7875927" y="10025856"/>
                </a:lnTo>
                <a:lnTo>
                  <a:pt x="9253203" y="10025856"/>
                </a:lnTo>
                <a:lnTo>
                  <a:pt x="9207049" y="9860756"/>
                </a:lnTo>
                <a:close/>
              </a:path>
              <a:path w="13852525" h="11308715">
                <a:moveTo>
                  <a:pt x="13475066" y="9759156"/>
                </a:moveTo>
                <a:lnTo>
                  <a:pt x="12227920" y="10305256"/>
                </a:lnTo>
                <a:lnTo>
                  <a:pt x="12673708" y="10546556"/>
                </a:lnTo>
                <a:lnTo>
                  <a:pt x="13851902" y="10025856"/>
                </a:lnTo>
                <a:lnTo>
                  <a:pt x="13851902" y="9962356"/>
                </a:lnTo>
                <a:lnTo>
                  <a:pt x="13475066" y="9759156"/>
                </a:lnTo>
                <a:close/>
              </a:path>
              <a:path w="13852525" h="11308715">
                <a:moveTo>
                  <a:pt x="918223" y="9301956"/>
                </a:moveTo>
                <a:lnTo>
                  <a:pt x="874706" y="9314656"/>
                </a:lnTo>
                <a:lnTo>
                  <a:pt x="182915" y="10495756"/>
                </a:lnTo>
                <a:lnTo>
                  <a:pt x="226443" y="10470356"/>
                </a:lnTo>
                <a:lnTo>
                  <a:pt x="918223" y="9301956"/>
                </a:lnTo>
                <a:close/>
              </a:path>
              <a:path w="13852525" h="11308715">
                <a:moveTo>
                  <a:pt x="9256753" y="10038556"/>
                </a:moveTo>
                <a:lnTo>
                  <a:pt x="8539834" y="10038556"/>
                </a:lnTo>
                <a:lnTo>
                  <a:pt x="9147072" y="10152856"/>
                </a:lnTo>
                <a:lnTo>
                  <a:pt x="9327893" y="10470356"/>
                </a:lnTo>
                <a:lnTo>
                  <a:pt x="10413427" y="10470356"/>
                </a:lnTo>
                <a:lnTo>
                  <a:pt x="10272891" y="10229056"/>
                </a:lnTo>
                <a:lnTo>
                  <a:pt x="10279707" y="10229056"/>
                </a:lnTo>
                <a:lnTo>
                  <a:pt x="10877850" y="10076656"/>
                </a:lnTo>
                <a:lnTo>
                  <a:pt x="10113807" y="10076656"/>
                </a:lnTo>
                <a:lnTo>
                  <a:pt x="9263854" y="10063956"/>
                </a:lnTo>
                <a:lnTo>
                  <a:pt x="9256753" y="10038556"/>
                </a:lnTo>
                <a:close/>
              </a:path>
              <a:path w="13852525" h="11308715">
                <a:moveTo>
                  <a:pt x="6217188" y="9505156"/>
                </a:moveTo>
                <a:lnTo>
                  <a:pt x="5699250" y="9505156"/>
                </a:lnTo>
                <a:lnTo>
                  <a:pt x="5693554" y="9517856"/>
                </a:lnTo>
                <a:lnTo>
                  <a:pt x="5899569" y="10432256"/>
                </a:lnTo>
                <a:lnTo>
                  <a:pt x="6214962" y="10102056"/>
                </a:lnTo>
                <a:lnTo>
                  <a:pt x="6806761" y="10102056"/>
                </a:lnTo>
                <a:lnTo>
                  <a:pt x="6712367" y="9924256"/>
                </a:lnTo>
                <a:lnTo>
                  <a:pt x="6311860" y="9924256"/>
                </a:lnTo>
                <a:lnTo>
                  <a:pt x="6217188" y="9505156"/>
                </a:lnTo>
                <a:close/>
              </a:path>
              <a:path w="13852525" h="11308715">
                <a:moveTo>
                  <a:pt x="9853036" y="9543256"/>
                </a:moveTo>
                <a:lnTo>
                  <a:pt x="6729292" y="9543256"/>
                </a:lnTo>
                <a:lnTo>
                  <a:pt x="7027000" y="10025856"/>
                </a:lnTo>
                <a:lnTo>
                  <a:pt x="6941610" y="10356056"/>
                </a:lnTo>
                <a:lnTo>
                  <a:pt x="7458393" y="10356056"/>
                </a:lnTo>
                <a:lnTo>
                  <a:pt x="7158818" y="10038556"/>
                </a:lnTo>
                <a:lnTo>
                  <a:pt x="7259580" y="9860756"/>
                </a:lnTo>
                <a:lnTo>
                  <a:pt x="9207049" y="9860756"/>
                </a:lnTo>
                <a:lnTo>
                  <a:pt x="9850537" y="9809956"/>
                </a:lnTo>
                <a:lnTo>
                  <a:pt x="11233329" y="9809956"/>
                </a:lnTo>
                <a:lnTo>
                  <a:pt x="11116350" y="9695656"/>
                </a:lnTo>
                <a:lnTo>
                  <a:pt x="9943571" y="9695656"/>
                </a:lnTo>
                <a:lnTo>
                  <a:pt x="9853036" y="9543256"/>
                </a:lnTo>
                <a:close/>
              </a:path>
              <a:path w="13852525" h="11308715">
                <a:moveTo>
                  <a:pt x="1727580" y="9060656"/>
                </a:moveTo>
                <a:lnTo>
                  <a:pt x="1599951" y="9111456"/>
                </a:lnTo>
                <a:lnTo>
                  <a:pt x="979394" y="10229056"/>
                </a:lnTo>
                <a:lnTo>
                  <a:pt x="1107013" y="10190956"/>
                </a:lnTo>
                <a:lnTo>
                  <a:pt x="1727580" y="9060656"/>
                </a:lnTo>
                <a:close/>
              </a:path>
              <a:path w="13852525" h="11308715">
                <a:moveTo>
                  <a:pt x="5115655" y="8946356"/>
                </a:moveTo>
                <a:lnTo>
                  <a:pt x="4687553" y="9213056"/>
                </a:lnTo>
                <a:lnTo>
                  <a:pt x="4592258" y="10203656"/>
                </a:lnTo>
                <a:lnTo>
                  <a:pt x="5020360" y="9936956"/>
                </a:lnTo>
                <a:lnTo>
                  <a:pt x="5115655" y="8946356"/>
                </a:lnTo>
                <a:close/>
              </a:path>
              <a:path w="13852525" h="11308715">
                <a:moveTo>
                  <a:pt x="11233329" y="9809956"/>
                </a:moveTo>
                <a:lnTo>
                  <a:pt x="9850537" y="9809956"/>
                </a:lnTo>
                <a:lnTo>
                  <a:pt x="10113807" y="10076656"/>
                </a:lnTo>
                <a:lnTo>
                  <a:pt x="10877850" y="10076656"/>
                </a:lnTo>
                <a:lnTo>
                  <a:pt x="11376302" y="9949656"/>
                </a:lnTo>
                <a:lnTo>
                  <a:pt x="11233329" y="9809956"/>
                </a:lnTo>
                <a:close/>
              </a:path>
              <a:path w="13852525" h="11308715">
                <a:moveTo>
                  <a:pt x="12433862" y="9213056"/>
                </a:moveTo>
                <a:lnTo>
                  <a:pt x="11297383" y="9771856"/>
                </a:lnTo>
                <a:lnTo>
                  <a:pt x="11840833" y="10063956"/>
                </a:lnTo>
                <a:lnTo>
                  <a:pt x="12977322" y="9505156"/>
                </a:lnTo>
                <a:lnTo>
                  <a:pt x="12433862" y="9213056"/>
                </a:lnTo>
                <a:close/>
              </a:path>
              <a:path w="13852525" h="11308715">
                <a:moveTo>
                  <a:pt x="2536927" y="8832056"/>
                </a:moveTo>
                <a:lnTo>
                  <a:pt x="2325217" y="8908256"/>
                </a:lnTo>
                <a:lnTo>
                  <a:pt x="1775893" y="9975056"/>
                </a:lnTo>
                <a:lnTo>
                  <a:pt x="1987583" y="9911556"/>
                </a:lnTo>
                <a:lnTo>
                  <a:pt x="2536927" y="8832056"/>
                </a:lnTo>
                <a:close/>
              </a:path>
              <a:path w="13852525" h="11308715">
                <a:moveTo>
                  <a:pt x="10489852" y="9111456"/>
                </a:moveTo>
                <a:lnTo>
                  <a:pt x="6315661" y="9111456"/>
                </a:lnTo>
                <a:lnTo>
                  <a:pt x="6472200" y="9644856"/>
                </a:lnTo>
                <a:lnTo>
                  <a:pt x="6311860" y="9924256"/>
                </a:lnTo>
                <a:lnTo>
                  <a:pt x="6712367" y="9924256"/>
                </a:lnTo>
                <a:lnTo>
                  <a:pt x="6591003" y="9695656"/>
                </a:lnTo>
                <a:lnTo>
                  <a:pt x="6729292" y="9543256"/>
                </a:lnTo>
                <a:lnTo>
                  <a:pt x="9853036" y="9543256"/>
                </a:lnTo>
                <a:lnTo>
                  <a:pt x="9830402" y="9505156"/>
                </a:lnTo>
                <a:lnTo>
                  <a:pt x="10466644" y="9289256"/>
                </a:lnTo>
                <a:lnTo>
                  <a:pt x="11532261" y="9289256"/>
                </a:lnTo>
                <a:lnTo>
                  <a:pt x="11783015" y="9149556"/>
                </a:lnTo>
                <a:lnTo>
                  <a:pt x="10527909" y="9149556"/>
                </a:lnTo>
                <a:lnTo>
                  <a:pt x="10489852" y="9111456"/>
                </a:lnTo>
                <a:close/>
              </a:path>
              <a:path w="13852525" h="11308715">
                <a:moveTo>
                  <a:pt x="5854782" y="8819356"/>
                </a:moveTo>
                <a:lnTo>
                  <a:pt x="5368265" y="8819356"/>
                </a:lnTo>
                <a:lnTo>
                  <a:pt x="5361413" y="8821283"/>
                </a:lnTo>
                <a:lnTo>
                  <a:pt x="5324057" y="9746456"/>
                </a:lnTo>
                <a:lnTo>
                  <a:pt x="5699250" y="9505156"/>
                </a:lnTo>
                <a:lnTo>
                  <a:pt x="6217188" y="9505156"/>
                </a:lnTo>
                <a:lnTo>
                  <a:pt x="6185631" y="9365456"/>
                </a:lnTo>
                <a:lnTo>
                  <a:pt x="5832366" y="9365456"/>
                </a:lnTo>
                <a:lnTo>
                  <a:pt x="5854782" y="8819356"/>
                </a:lnTo>
                <a:close/>
              </a:path>
              <a:path w="13852525" h="11308715">
                <a:moveTo>
                  <a:pt x="3346275" y="8603456"/>
                </a:moveTo>
                <a:lnTo>
                  <a:pt x="3050472" y="8692356"/>
                </a:lnTo>
                <a:lnTo>
                  <a:pt x="2572382" y="9721056"/>
                </a:lnTo>
                <a:lnTo>
                  <a:pt x="2868174" y="9619456"/>
                </a:lnTo>
                <a:lnTo>
                  <a:pt x="3346275" y="8603456"/>
                </a:lnTo>
                <a:close/>
              </a:path>
              <a:path w="13852525" h="11308715">
                <a:moveTo>
                  <a:pt x="11532261" y="9289256"/>
                </a:moveTo>
                <a:lnTo>
                  <a:pt x="10466644" y="9289256"/>
                </a:lnTo>
                <a:lnTo>
                  <a:pt x="10798718" y="9467056"/>
                </a:lnTo>
                <a:lnTo>
                  <a:pt x="9943571" y="9695656"/>
                </a:lnTo>
                <a:lnTo>
                  <a:pt x="11116350" y="9695656"/>
                </a:lnTo>
                <a:lnTo>
                  <a:pt x="10999371" y="9581356"/>
                </a:lnTo>
                <a:lnTo>
                  <a:pt x="11007958" y="9581356"/>
                </a:lnTo>
                <a:lnTo>
                  <a:pt x="11532261" y="9289256"/>
                </a:lnTo>
                <a:close/>
              </a:path>
              <a:path w="13852525" h="11308715">
                <a:moveTo>
                  <a:pt x="4155632" y="8374856"/>
                </a:moveTo>
                <a:lnTo>
                  <a:pt x="3775727" y="8489156"/>
                </a:lnTo>
                <a:lnTo>
                  <a:pt x="3368860" y="9454356"/>
                </a:lnTo>
                <a:lnTo>
                  <a:pt x="3748765" y="9340056"/>
                </a:lnTo>
                <a:lnTo>
                  <a:pt x="4155632" y="8374856"/>
                </a:lnTo>
                <a:close/>
              </a:path>
              <a:path w="13852525" h="11308715">
                <a:moveTo>
                  <a:pt x="11727822" y="8590756"/>
                </a:moveTo>
                <a:lnTo>
                  <a:pt x="6039638" y="8590756"/>
                </a:lnTo>
                <a:lnTo>
                  <a:pt x="6052663" y="9136856"/>
                </a:lnTo>
                <a:lnTo>
                  <a:pt x="5832366" y="9365456"/>
                </a:lnTo>
                <a:lnTo>
                  <a:pt x="6185631" y="9365456"/>
                </a:lnTo>
                <a:lnTo>
                  <a:pt x="6151205" y="9213056"/>
                </a:lnTo>
                <a:lnTo>
                  <a:pt x="6315661" y="9111456"/>
                </a:lnTo>
                <a:lnTo>
                  <a:pt x="10489852" y="9111456"/>
                </a:lnTo>
                <a:lnTo>
                  <a:pt x="10362993" y="8984456"/>
                </a:lnTo>
                <a:lnTo>
                  <a:pt x="10946389" y="8603456"/>
                </a:lnTo>
                <a:lnTo>
                  <a:pt x="11714521" y="8603456"/>
                </a:lnTo>
                <a:lnTo>
                  <a:pt x="11727822" y="8590756"/>
                </a:lnTo>
                <a:close/>
              </a:path>
              <a:path w="13852525" h="11308715">
                <a:moveTo>
                  <a:pt x="13851902" y="8451056"/>
                </a:moveTo>
                <a:lnTo>
                  <a:pt x="12983206" y="9124156"/>
                </a:lnTo>
                <a:lnTo>
                  <a:pt x="13494719" y="9251156"/>
                </a:lnTo>
                <a:lnTo>
                  <a:pt x="13851902" y="8959056"/>
                </a:lnTo>
                <a:lnTo>
                  <a:pt x="13851902" y="8451056"/>
                </a:lnTo>
                <a:close/>
              </a:path>
              <a:path w="13852525" h="11308715">
                <a:moveTo>
                  <a:pt x="4964979" y="8133556"/>
                </a:moveTo>
                <a:lnTo>
                  <a:pt x="4500993" y="8285956"/>
                </a:lnTo>
                <a:lnTo>
                  <a:pt x="4165328" y="9200356"/>
                </a:lnTo>
                <a:lnTo>
                  <a:pt x="4629345" y="9047956"/>
                </a:lnTo>
                <a:lnTo>
                  <a:pt x="4964979" y="8133556"/>
                </a:lnTo>
                <a:close/>
              </a:path>
              <a:path w="13852525" h="11308715">
                <a:moveTo>
                  <a:pt x="11714521" y="8603456"/>
                </a:moveTo>
                <a:lnTo>
                  <a:pt x="10946389" y="8603456"/>
                </a:lnTo>
                <a:lnTo>
                  <a:pt x="11327843" y="8692356"/>
                </a:lnTo>
                <a:lnTo>
                  <a:pt x="10527909" y="9149556"/>
                </a:lnTo>
                <a:lnTo>
                  <a:pt x="11783015" y="9149556"/>
                </a:lnTo>
                <a:lnTo>
                  <a:pt x="12033769" y="9009856"/>
                </a:lnTo>
                <a:lnTo>
                  <a:pt x="11558349" y="8743156"/>
                </a:lnTo>
                <a:lnTo>
                  <a:pt x="11568202" y="8743156"/>
                </a:lnTo>
                <a:lnTo>
                  <a:pt x="11714521" y="8603456"/>
                </a:lnTo>
                <a:close/>
              </a:path>
              <a:path w="13852525" h="11308715">
                <a:moveTo>
                  <a:pt x="12901020" y="7993856"/>
                </a:moveTo>
                <a:lnTo>
                  <a:pt x="11907469" y="8857456"/>
                </a:lnTo>
                <a:lnTo>
                  <a:pt x="12531471" y="8997156"/>
                </a:lnTo>
                <a:lnTo>
                  <a:pt x="13525022" y="8133556"/>
                </a:lnTo>
                <a:lnTo>
                  <a:pt x="12901020" y="7993856"/>
                </a:lnTo>
                <a:close/>
              </a:path>
              <a:path w="13852525" h="11308715">
                <a:moveTo>
                  <a:pt x="5725039" y="8070056"/>
                </a:moveTo>
                <a:lnTo>
                  <a:pt x="5233589" y="8070056"/>
                </a:lnTo>
                <a:lnTo>
                  <a:pt x="5226178" y="8070286"/>
                </a:lnTo>
                <a:lnTo>
                  <a:pt x="4961838" y="8933656"/>
                </a:lnTo>
                <a:lnTo>
                  <a:pt x="5361413" y="8821283"/>
                </a:lnTo>
                <a:lnTo>
                  <a:pt x="5361491" y="8819356"/>
                </a:lnTo>
                <a:lnTo>
                  <a:pt x="5854782" y="8819356"/>
                </a:lnTo>
                <a:lnTo>
                  <a:pt x="5858953" y="8717756"/>
                </a:lnTo>
                <a:lnTo>
                  <a:pt x="5526627" y="8717756"/>
                </a:lnTo>
                <a:lnTo>
                  <a:pt x="5725039" y="8070056"/>
                </a:lnTo>
                <a:close/>
              </a:path>
              <a:path w="13852525" h="11308715">
                <a:moveTo>
                  <a:pt x="5368265" y="8819356"/>
                </a:moveTo>
                <a:lnTo>
                  <a:pt x="5361491" y="8819356"/>
                </a:lnTo>
                <a:lnTo>
                  <a:pt x="5361413" y="8821283"/>
                </a:lnTo>
                <a:lnTo>
                  <a:pt x="5368265" y="8819356"/>
                </a:lnTo>
                <a:close/>
              </a:path>
              <a:path w="13852525" h="11308715">
                <a:moveTo>
                  <a:pt x="11034068" y="8031956"/>
                </a:moveTo>
                <a:lnTo>
                  <a:pt x="5911840" y="8031956"/>
                </a:lnTo>
                <a:lnTo>
                  <a:pt x="5788671" y="8552656"/>
                </a:lnTo>
                <a:lnTo>
                  <a:pt x="5526627" y="8717756"/>
                </a:lnTo>
                <a:lnTo>
                  <a:pt x="5858953" y="8717756"/>
                </a:lnTo>
                <a:lnTo>
                  <a:pt x="5861559" y="8654256"/>
                </a:lnTo>
                <a:lnTo>
                  <a:pt x="6039638" y="8590756"/>
                </a:lnTo>
                <a:lnTo>
                  <a:pt x="11727822" y="8590756"/>
                </a:lnTo>
                <a:lnTo>
                  <a:pt x="11887442" y="8438356"/>
                </a:lnTo>
                <a:lnTo>
                  <a:pt x="10969582" y="8438356"/>
                </a:lnTo>
                <a:lnTo>
                  <a:pt x="10761483" y="8324056"/>
                </a:lnTo>
                <a:lnTo>
                  <a:pt x="11034068" y="8031956"/>
                </a:lnTo>
                <a:close/>
              </a:path>
              <a:path w="13852525" h="11308715">
                <a:moveTo>
                  <a:pt x="11954577" y="7790656"/>
                </a:moveTo>
                <a:lnTo>
                  <a:pt x="11654158" y="7790656"/>
                </a:lnTo>
                <a:lnTo>
                  <a:pt x="10969582" y="8438356"/>
                </a:lnTo>
                <a:lnTo>
                  <a:pt x="11887442" y="8438356"/>
                </a:lnTo>
                <a:lnTo>
                  <a:pt x="12446113" y="7904956"/>
                </a:lnTo>
                <a:lnTo>
                  <a:pt x="11954577" y="7790656"/>
                </a:lnTo>
                <a:close/>
              </a:path>
              <a:path w="13852525" h="11308715">
                <a:moveTo>
                  <a:pt x="979970" y="7396956"/>
                </a:moveTo>
                <a:lnTo>
                  <a:pt x="935060" y="7409656"/>
                </a:lnTo>
                <a:lnTo>
                  <a:pt x="0" y="8349456"/>
                </a:lnTo>
                <a:lnTo>
                  <a:pt x="44899" y="8336756"/>
                </a:lnTo>
                <a:lnTo>
                  <a:pt x="979970" y="7396956"/>
                </a:lnTo>
                <a:close/>
              </a:path>
              <a:path w="13852525" h="11308715">
                <a:moveTo>
                  <a:pt x="1789442" y="7384256"/>
                </a:moveTo>
                <a:lnTo>
                  <a:pt x="1660137" y="7396956"/>
                </a:lnTo>
                <a:lnTo>
                  <a:pt x="804153" y="8298656"/>
                </a:lnTo>
                <a:lnTo>
                  <a:pt x="933427" y="8298656"/>
                </a:lnTo>
                <a:lnTo>
                  <a:pt x="1789442" y="7384256"/>
                </a:lnTo>
                <a:close/>
              </a:path>
              <a:path w="13852525" h="11308715">
                <a:moveTo>
                  <a:pt x="2598884" y="7371556"/>
                </a:moveTo>
                <a:lnTo>
                  <a:pt x="2385225" y="7384256"/>
                </a:lnTo>
                <a:lnTo>
                  <a:pt x="1608296" y="8260556"/>
                </a:lnTo>
                <a:lnTo>
                  <a:pt x="1821944" y="8247856"/>
                </a:lnTo>
                <a:lnTo>
                  <a:pt x="2598884" y="7371556"/>
                </a:lnTo>
                <a:close/>
              </a:path>
              <a:path w="13852525" h="11308715">
                <a:moveTo>
                  <a:pt x="3408325" y="7358856"/>
                </a:moveTo>
                <a:lnTo>
                  <a:pt x="3110324" y="7371556"/>
                </a:lnTo>
                <a:lnTo>
                  <a:pt x="2412450" y="8222456"/>
                </a:lnTo>
                <a:lnTo>
                  <a:pt x="2710472" y="8197056"/>
                </a:lnTo>
                <a:lnTo>
                  <a:pt x="3408325" y="7358856"/>
                </a:lnTo>
                <a:close/>
              </a:path>
              <a:path w="13852525" h="11308715">
                <a:moveTo>
                  <a:pt x="4217798" y="7346156"/>
                </a:moveTo>
                <a:lnTo>
                  <a:pt x="3835401" y="7358856"/>
                </a:lnTo>
                <a:lnTo>
                  <a:pt x="3216593" y="8171656"/>
                </a:lnTo>
                <a:lnTo>
                  <a:pt x="3598979" y="8158956"/>
                </a:lnTo>
                <a:lnTo>
                  <a:pt x="4217798" y="7346156"/>
                </a:lnTo>
                <a:close/>
              </a:path>
              <a:path w="13852525" h="11308715">
                <a:moveTo>
                  <a:pt x="5027260" y="7333456"/>
                </a:moveTo>
                <a:lnTo>
                  <a:pt x="4560478" y="7346156"/>
                </a:lnTo>
                <a:lnTo>
                  <a:pt x="4020736" y="8133556"/>
                </a:lnTo>
                <a:lnTo>
                  <a:pt x="4487507" y="8108156"/>
                </a:lnTo>
                <a:lnTo>
                  <a:pt x="5027260" y="7333456"/>
                </a:lnTo>
                <a:close/>
              </a:path>
              <a:path w="13852525" h="11308715">
                <a:moveTo>
                  <a:pt x="11539800" y="6863556"/>
                </a:moveTo>
                <a:lnTo>
                  <a:pt x="5944960" y="6863556"/>
                </a:lnTo>
                <a:lnTo>
                  <a:pt x="6091165" y="6939756"/>
                </a:lnTo>
                <a:lnTo>
                  <a:pt x="5750913" y="7320756"/>
                </a:lnTo>
                <a:lnTo>
                  <a:pt x="5465456" y="7333456"/>
                </a:lnTo>
                <a:lnTo>
                  <a:pt x="5285566" y="7333456"/>
                </a:lnTo>
                <a:lnTo>
                  <a:pt x="4824879" y="8082756"/>
                </a:lnTo>
                <a:lnTo>
                  <a:pt x="5226178" y="8070286"/>
                </a:lnTo>
                <a:lnTo>
                  <a:pt x="5226249" y="8070056"/>
                </a:lnTo>
                <a:lnTo>
                  <a:pt x="5725039" y="8070056"/>
                </a:lnTo>
                <a:lnTo>
                  <a:pt x="5732820" y="8044656"/>
                </a:lnTo>
                <a:lnTo>
                  <a:pt x="5911840" y="8031956"/>
                </a:lnTo>
                <a:lnTo>
                  <a:pt x="11034068" y="8031956"/>
                </a:lnTo>
                <a:lnTo>
                  <a:pt x="11045920" y="8019256"/>
                </a:lnTo>
                <a:lnTo>
                  <a:pt x="5405133" y="8019256"/>
                </a:lnTo>
                <a:lnTo>
                  <a:pt x="5764379" y="7435056"/>
                </a:lnTo>
                <a:lnTo>
                  <a:pt x="11064475" y="7435056"/>
                </a:lnTo>
                <a:lnTo>
                  <a:pt x="11337424" y="6927056"/>
                </a:lnTo>
                <a:lnTo>
                  <a:pt x="11539800" y="6863556"/>
                </a:lnTo>
                <a:close/>
              </a:path>
              <a:path w="13852525" h="11308715">
                <a:moveTo>
                  <a:pt x="5233589" y="8070056"/>
                </a:moveTo>
                <a:lnTo>
                  <a:pt x="5226249" y="8070056"/>
                </a:lnTo>
                <a:lnTo>
                  <a:pt x="5226178" y="8070286"/>
                </a:lnTo>
                <a:lnTo>
                  <a:pt x="5233589" y="8070056"/>
                </a:lnTo>
                <a:close/>
              </a:path>
              <a:path w="13852525" h="11308715">
                <a:moveTo>
                  <a:pt x="11064475" y="7435056"/>
                </a:moveTo>
                <a:lnTo>
                  <a:pt x="5764379" y="7435056"/>
                </a:lnTo>
                <a:lnTo>
                  <a:pt x="5932290" y="7473156"/>
                </a:lnTo>
                <a:lnTo>
                  <a:pt x="5689010" y="7930356"/>
                </a:lnTo>
                <a:lnTo>
                  <a:pt x="5405133" y="8019256"/>
                </a:lnTo>
                <a:lnTo>
                  <a:pt x="11045920" y="8019256"/>
                </a:lnTo>
                <a:lnTo>
                  <a:pt x="11247395" y="7803356"/>
                </a:lnTo>
                <a:lnTo>
                  <a:pt x="11654158" y="7790656"/>
                </a:lnTo>
                <a:lnTo>
                  <a:pt x="11954577" y="7790656"/>
                </a:lnTo>
                <a:lnTo>
                  <a:pt x="11899962" y="7777956"/>
                </a:lnTo>
                <a:lnTo>
                  <a:pt x="11910475" y="7777956"/>
                </a:lnTo>
                <a:lnTo>
                  <a:pt x="11996729" y="7638256"/>
                </a:lnTo>
                <a:lnTo>
                  <a:pt x="11228548" y="7638256"/>
                </a:lnTo>
                <a:lnTo>
                  <a:pt x="10989414" y="7574756"/>
                </a:lnTo>
                <a:lnTo>
                  <a:pt x="11064475" y="7435056"/>
                </a:lnTo>
                <a:close/>
              </a:path>
              <a:path w="13852525" h="11308715">
                <a:moveTo>
                  <a:pt x="13715058" y="6647656"/>
                </a:moveTo>
                <a:lnTo>
                  <a:pt x="13049916" y="6673056"/>
                </a:lnTo>
                <a:lnTo>
                  <a:pt x="12278526" y="7790656"/>
                </a:lnTo>
                <a:lnTo>
                  <a:pt x="12943658" y="7765256"/>
                </a:lnTo>
                <a:lnTo>
                  <a:pt x="13715058" y="6647656"/>
                </a:lnTo>
                <a:close/>
              </a:path>
              <a:path w="13852525" h="11308715">
                <a:moveTo>
                  <a:pt x="13851902" y="7219156"/>
                </a:moveTo>
                <a:lnTo>
                  <a:pt x="13431926" y="7765256"/>
                </a:lnTo>
                <a:lnTo>
                  <a:pt x="13851902" y="7752556"/>
                </a:lnTo>
                <a:lnTo>
                  <a:pt x="13851902" y="7219156"/>
                </a:lnTo>
                <a:close/>
              </a:path>
              <a:path w="13852525" h="11308715">
                <a:moveTo>
                  <a:pt x="12514256" y="6800056"/>
                </a:moveTo>
                <a:lnTo>
                  <a:pt x="11742176" y="6800056"/>
                </a:lnTo>
                <a:lnTo>
                  <a:pt x="11228548" y="7638256"/>
                </a:lnTo>
                <a:lnTo>
                  <a:pt x="11996729" y="7638256"/>
                </a:lnTo>
                <a:lnTo>
                  <a:pt x="12514256" y="6800056"/>
                </a:lnTo>
                <a:close/>
              </a:path>
              <a:path w="13852525" h="11308715">
                <a:moveTo>
                  <a:pt x="5518683" y="6653162"/>
                </a:moveTo>
                <a:lnTo>
                  <a:pt x="4909473" y="7244556"/>
                </a:lnTo>
                <a:lnTo>
                  <a:pt x="5292969" y="7333456"/>
                </a:lnTo>
                <a:lnTo>
                  <a:pt x="5465456" y="7333456"/>
                </a:lnTo>
                <a:lnTo>
                  <a:pt x="5944960" y="6863556"/>
                </a:lnTo>
                <a:lnTo>
                  <a:pt x="11539800" y="6863556"/>
                </a:lnTo>
                <a:lnTo>
                  <a:pt x="11742176" y="6800056"/>
                </a:lnTo>
                <a:lnTo>
                  <a:pt x="12514256" y="6800056"/>
                </a:lnTo>
                <a:lnTo>
                  <a:pt x="12529939" y="6774656"/>
                </a:lnTo>
                <a:lnTo>
                  <a:pt x="11020240" y="6774656"/>
                </a:lnTo>
                <a:lnTo>
                  <a:pt x="11026344" y="6749256"/>
                </a:lnTo>
                <a:lnTo>
                  <a:pt x="5960991" y="6749256"/>
                </a:lnTo>
                <a:lnTo>
                  <a:pt x="5693135" y="6685756"/>
                </a:lnTo>
                <a:lnTo>
                  <a:pt x="5737997" y="6660356"/>
                </a:lnTo>
                <a:lnTo>
                  <a:pt x="5531297" y="6660356"/>
                </a:lnTo>
                <a:lnTo>
                  <a:pt x="5518683" y="6653162"/>
                </a:lnTo>
                <a:close/>
              </a:path>
              <a:path w="13852525" h="11308715">
                <a:moveTo>
                  <a:pt x="4847957" y="6482556"/>
                </a:moveTo>
                <a:lnTo>
                  <a:pt x="4151925" y="7079456"/>
                </a:lnTo>
                <a:lnTo>
                  <a:pt x="4590069" y="7181056"/>
                </a:lnTo>
                <a:lnTo>
                  <a:pt x="5286111" y="6584156"/>
                </a:lnTo>
                <a:lnTo>
                  <a:pt x="4847957" y="6482556"/>
                </a:lnTo>
                <a:close/>
              </a:path>
              <a:path w="13852525" h="11308715">
                <a:moveTo>
                  <a:pt x="4171558" y="6304756"/>
                </a:moveTo>
                <a:lnTo>
                  <a:pt x="3394367" y="6914356"/>
                </a:lnTo>
                <a:lnTo>
                  <a:pt x="3753519" y="7003256"/>
                </a:lnTo>
                <a:lnTo>
                  <a:pt x="4530731" y="6393656"/>
                </a:lnTo>
                <a:lnTo>
                  <a:pt x="4171558" y="6304756"/>
                </a:lnTo>
                <a:close/>
              </a:path>
              <a:path w="13852525" h="11308715">
                <a:moveTo>
                  <a:pt x="3495139" y="6139656"/>
                </a:moveTo>
                <a:lnTo>
                  <a:pt x="2636809" y="6761956"/>
                </a:lnTo>
                <a:lnTo>
                  <a:pt x="2916968" y="6825456"/>
                </a:lnTo>
                <a:lnTo>
                  <a:pt x="3775330" y="6203156"/>
                </a:lnTo>
                <a:lnTo>
                  <a:pt x="3495139" y="6139656"/>
                </a:lnTo>
                <a:close/>
              </a:path>
              <a:path w="13852525" h="11308715">
                <a:moveTo>
                  <a:pt x="12278779" y="5809456"/>
                </a:moveTo>
                <a:lnTo>
                  <a:pt x="11571134" y="5809456"/>
                </a:lnTo>
                <a:lnTo>
                  <a:pt x="11275332" y="6774656"/>
                </a:lnTo>
                <a:lnTo>
                  <a:pt x="12529939" y="6774656"/>
                </a:lnTo>
                <a:lnTo>
                  <a:pt x="12561304" y="6723856"/>
                </a:lnTo>
                <a:lnTo>
                  <a:pt x="11986744" y="6723856"/>
                </a:lnTo>
                <a:lnTo>
                  <a:pt x="11997286" y="6723626"/>
                </a:lnTo>
                <a:lnTo>
                  <a:pt x="12278779" y="5809456"/>
                </a:lnTo>
                <a:close/>
              </a:path>
              <a:path w="13852525" h="11308715">
                <a:moveTo>
                  <a:pt x="11117907" y="6368256"/>
                </a:moveTo>
                <a:lnTo>
                  <a:pt x="6253903" y="6368256"/>
                </a:lnTo>
                <a:lnTo>
                  <a:pt x="6369868" y="6482556"/>
                </a:lnTo>
                <a:lnTo>
                  <a:pt x="5960991" y="6749256"/>
                </a:lnTo>
                <a:lnTo>
                  <a:pt x="11026344" y="6749256"/>
                </a:lnTo>
                <a:lnTo>
                  <a:pt x="11117907" y="6368256"/>
                </a:lnTo>
                <a:close/>
              </a:path>
              <a:path w="13852525" h="11308715">
                <a:moveTo>
                  <a:pt x="11997286" y="6723626"/>
                </a:moveTo>
                <a:lnTo>
                  <a:pt x="11986744" y="6723856"/>
                </a:lnTo>
                <a:lnTo>
                  <a:pt x="11997215" y="6723856"/>
                </a:lnTo>
                <a:lnTo>
                  <a:pt x="11997286" y="6723626"/>
                </a:lnTo>
                <a:close/>
              </a:path>
              <a:path w="13852525" h="11308715">
                <a:moveTo>
                  <a:pt x="12569146" y="6711156"/>
                </a:moveTo>
                <a:lnTo>
                  <a:pt x="11997286" y="6723626"/>
                </a:lnTo>
                <a:lnTo>
                  <a:pt x="11997215" y="6723856"/>
                </a:lnTo>
                <a:lnTo>
                  <a:pt x="12561304" y="6723856"/>
                </a:lnTo>
                <a:lnTo>
                  <a:pt x="12569146" y="6711156"/>
                </a:lnTo>
                <a:close/>
              </a:path>
              <a:path w="13852525" h="11308715">
                <a:moveTo>
                  <a:pt x="5524355" y="6647656"/>
                </a:moveTo>
                <a:lnTo>
                  <a:pt x="5518683" y="6653162"/>
                </a:lnTo>
                <a:lnTo>
                  <a:pt x="5531297" y="6660356"/>
                </a:lnTo>
                <a:lnTo>
                  <a:pt x="5524355" y="6647656"/>
                </a:lnTo>
                <a:close/>
              </a:path>
              <a:path w="13852525" h="11308715">
                <a:moveTo>
                  <a:pt x="5760427" y="6647656"/>
                </a:moveTo>
                <a:lnTo>
                  <a:pt x="5524355" y="6647656"/>
                </a:lnTo>
                <a:lnTo>
                  <a:pt x="5531297" y="6660356"/>
                </a:lnTo>
                <a:lnTo>
                  <a:pt x="5737997" y="6660356"/>
                </a:lnTo>
                <a:lnTo>
                  <a:pt x="5760427" y="6647656"/>
                </a:lnTo>
                <a:close/>
              </a:path>
              <a:path w="13852525" h="11308715">
                <a:moveTo>
                  <a:pt x="6424317" y="5606831"/>
                </a:moveTo>
                <a:lnTo>
                  <a:pt x="5657293" y="5809456"/>
                </a:lnTo>
                <a:lnTo>
                  <a:pt x="5922374" y="6063456"/>
                </a:lnTo>
                <a:lnTo>
                  <a:pt x="5916343" y="6063456"/>
                </a:lnTo>
                <a:lnTo>
                  <a:pt x="5197244" y="6469856"/>
                </a:lnTo>
                <a:lnTo>
                  <a:pt x="5518683" y="6653162"/>
                </a:lnTo>
                <a:lnTo>
                  <a:pt x="5524355" y="6647656"/>
                </a:lnTo>
                <a:lnTo>
                  <a:pt x="5760427" y="6647656"/>
                </a:lnTo>
                <a:lnTo>
                  <a:pt x="6253903" y="6368256"/>
                </a:lnTo>
                <a:lnTo>
                  <a:pt x="11117907" y="6368256"/>
                </a:lnTo>
                <a:lnTo>
                  <a:pt x="11142323" y="6266656"/>
                </a:lnTo>
                <a:lnTo>
                  <a:pt x="6296677" y="6266656"/>
                </a:lnTo>
                <a:lnTo>
                  <a:pt x="6063354" y="6139656"/>
                </a:lnTo>
                <a:lnTo>
                  <a:pt x="6663200" y="5987256"/>
                </a:lnTo>
                <a:lnTo>
                  <a:pt x="10839816" y="5987256"/>
                </a:lnTo>
                <a:lnTo>
                  <a:pt x="10837873" y="5898356"/>
                </a:lnTo>
                <a:lnTo>
                  <a:pt x="6728318" y="5898356"/>
                </a:lnTo>
                <a:lnTo>
                  <a:pt x="6543162" y="5720556"/>
                </a:lnTo>
                <a:lnTo>
                  <a:pt x="7526064" y="5720556"/>
                </a:lnTo>
                <a:lnTo>
                  <a:pt x="7221518" y="5657056"/>
                </a:lnTo>
                <a:lnTo>
                  <a:pt x="7199043" y="5618956"/>
                </a:lnTo>
                <a:lnTo>
                  <a:pt x="6431280" y="5618956"/>
                </a:lnTo>
                <a:lnTo>
                  <a:pt x="6424317" y="5606831"/>
                </a:lnTo>
                <a:close/>
              </a:path>
              <a:path w="13852525" h="11308715">
                <a:moveTo>
                  <a:pt x="2818762" y="5961856"/>
                </a:moveTo>
                <a:lnTo>
                  <a:pt x="1879251" y="6596856"/>
                </a:lnTo>
                <a:lnTo>
                  <a:pt x="2080439" y="6634956"/>
                </a:lnTo>
                <a:lnTo>
                  <a:pt x="3019960" y="5999956"/>
                </a:lnTo>
                <a:lnTo>
                  <a:pt x="2818762" y="5961856"/>
                </a:lnTo>
                <a:close/>
              </a:path>
              <a:path w="13852525" h="11308715">
                <a:moveTo>
                  <a:pt x="13512185" y="5123656"/>
                </a:moveTo>
                <a:lnTo>
                  <a:pt x="12850645" y="5326856"/>
                </a:lnTo>
                <a:lnTo>
                  <a:pt x="12369675" y="6634956"/>
                </a:lnTo>
                <a:lnTo>
                  <a:pt x="13031205" y="6431756"/>
                </a:lnTo>
                <a:lnTo>
                  <a:pt x="13512185" y="5123656"/>
                </a:lnTo>
                <a:close/>
              </a:path>
              <a:path w="13852525" h="11308715">
                <a:moveTo>
                  <a:pt x="2142343" y="5784056"/>
                </a:moveTo>
                <a:lnTo>
                  <a:pt x="1121683" y="6431756"/>
                </a:lnTo>
                <a:lnTo>
                  <a:pt x="1243888" y="6457156"/>
                </a:lnTo>
                <a:lnTo>
                  <a:pt x="2264569" y="5809456"/>
                </a:lnTo>
                <a:lnTo>
                  <a:pt x="2142343" y="5784056"/>
                </a:lnTo>
                <a:close/>
              </a:path>
              <a:path w="13852525" h="11308715">
                <a:moveTo>
                  <a:pt x="5331094" y="5733256"/>
                </a:moveTo>
                <a:lnTo>
                  <a:pt x="4534301" y="6126956"/>
                </a:lnTo>
                <a:lnTo>
                  <a:pt x="4916153" y="6330156"/>
                </a:lnTo>
                <a:lnTo>
                  <a:pt x="5712935" y="5936456"/>
                </a:lnTo>
                <a:lnTo>
                  <a:pt x="5331094" y="5733256"/>
                </a:lnTo>
                <a:close/>
              </a:path>
              <a:path w="13852525" h="11308715">
                <a:moveTo>
                  <a:pt x="13851902" y="5530056"/>
                </a:moveTo>
                <a:lnTo>
                  <a:pt x="13523546" y="6304756"/>
                </a:lnTo>
                <a:lnTo>
                  <a:pt x="13851902" y="6203156"/>
                </a:lnTo>
                <a:lnTo>
                  <a:pt x="13851902" y="5530056"/>
                </a:lnTo>
                <a:close/>
              </a:path>
              <a:path w="13852525" h="11308715">
                <a:moveTo>
                  <a:pt x="1509179" y="5618956"/>
                </a:moveTo>
                <a:lnTo>
                  <a:pt x="1465955" y="5618956"/>
                </a:lnTo>
                <a:lnTo>
                  <a:pt x="364135" y="6266656"/>
                </a:lnTo>
                <a:lnTo>
                  <a:pt x="407359" y="6266656"/>
                </a:lnTo>
                <a:lnTo>
                  <a:pt x="1509179" y="5618956"/>
                </a:lnTo>
                <a:close/>
              </a:path>
              <a:path w="13852525" h="11308715">
                <a:moveTo>
                  <a:pt x="11840169" y="4882356"/>
                </a:moveTo>
                <a:lnTo>
                  <a:pt x="11137440" y="4882356"/>
                </a:lnTo>
                <a:lnTo>
                  <a:pt x="11093704" y="5898356"/>
                </a:lnTo>
                <a:lnTo>
                  <a:pt x="10839816" y="5987256"/>
                </a:lnTo>
                <a:lnTo>
                  <a:pt x="6663200" y="5987256"/>
                </a:lnTo>
                <a:lnTo>
                  <a:pt x="6742904" y="6126956"/>
                </a:lnTo>
                <a:lnTo>
                  <a:pt x="6296677" y="6266656"/>
                </a:lnTo>
                <a:lnTo>
                  <a:pt x="11142323" y="6266656"/>
                </a:lnTo>
                <a:lnTo>
                  <a:pt x="11197261" y="6038056"/>
                </a:lnTo>
                <a:lnTo>
                  <a:pt x="11571134" y="5809456"/>
                </a:lnTo>
                <a:lnTo>
                  <a:pt x="12278779" y="5809456"/>
                </a:lnTo>
                <a:lnTo>
                  <a:pt x="12321796" y="5669756"/>
                </a:lnTo>
                <a:lnTo>
                  <a:pt x="11797054" y="5669756"/>
                </a:lnTo>
                <a:lnTo>
                  <a:pt x="11806857" y="5666748"/>
                </a:lnTo>
                <a:lnTo>
                  <a:pt x="11840169" y="4882356"/>
                </a:lnTo>
                <a:close/>
              </a:path>
              <a:path w="13852525" h="11308715">
                <a:moveTo>
                  <a:pt x="4745855" y="5390356"/>
                </a:moveTo>
                <a:lnTo>
                  <a:pt x="3871369" y="5784056"/>
                </a:lnTo>
                <a:lnTo>
                  <a:pt x="4184595" y="5949156"/>
                </a:lnTo>
                <a:lnTo>
                  <a:pt x="5059081" y="5568156"/>
                </a:lnTo>
                <a:lnTo>
                  <a:pt x="4745855" y="5390356"/>
                </a:lnTo>
                <a:close/>
              </a:path>
              <a:path w="13852525" h="11308715">
                <a:moveTo>
                  <a:pt x="7526064" y="5720556"/>
                </a:moveTo>
                <a:lnTo>
                  <a:pt x="7139688" y="5720556"/>
                </a:lnTo>
                <a:lnTo>
                  <a:pt x="7179875" y="5872956"/>
                </a:lnTo>
                <a:lnTo>
                  <a:pt x="6728318" y="5898356"/>
                </a:lnTo>
                <a:lnTo>
                  <a:pt x="10837873" y="5898356"/>
                </a:lnTo>
                <a:lnTo>
                  <a:pt x="10834542" y="5745956"/>
                </a:lnTo>
                <a:lnTo>
                  <a:pt x="7647882" y="5745956"/>
                </a:lnTo>
                <a:lnTo>
                  <a:pt x="7526064" y="5720556"/>
                </a:lnTo>
                <a:close/>
              </a:path>
              <a:path w="13852525" h="11308715">
                <a:moveTo>
                  <a:pt x="7709259" y="5441156"/>
                </a:moveTo>
                <a:lnTo>
                  <a:pt x="7094160" y="5441156"/>
                </a:lnTo>
                <a:lnTo>
                  <a:pt x="7647651" y="5593556"/>
                </a:lnTo>
                <a:lnTo>
                  <a:pt x="7647882" y="5745956"/>
                </a:lnTo>
                <a:lnTo>
                  <a:pt x="10834542" y="5745956"/>
                </a:lnTo>
                <a:lnTo>
                  <a:pt x="10831212" y="5593556"/>
                </a:lnTo>
                <a:lnTo>
                  <a:pt x="7807228" y="5593556"/>
                </a:lnTo>
                <a:lnTo>
                  <a:pt x="7739743" y="5555456"/>
                </a:lnTo>
                <a:lnTo>
                  <a:pt x="7709259" y="5441156"/>
                </a:lnTo>
                <a:close/>
              </a:path>
              <a:path w="13852525" h="11308715">
                <a:moveTo>
                  <a:pt x="11806857" y="5666748"/>
                </a:moveTo>
                <a:lnTo>
                  <a:pt x="11797054" y="5669756"/>
                </a:lnTo>
                <a:lnTo>
                  <a:pt x="11806729" y="5669756"/>
                </a:lnTo>
                <a:lnTo>
                  <a:pt x="11806857" y="5666748"/>
                </a:lnTo>
                <a:close/>
              </a:path>
              <a:path w="13852525" h="11308715">
                <a:moveTo>
                  <a:pt x="12376544" y="5491956"/>
                </a:moveTo>
                <a:lnTo>
                  <a:pt x="11806857" y="5666748"/>
                </a:lnTo>
                <a:lnTo>
                  <a:pt x="11806729" y="5669756"/>
                </a:lnTo>
                <a:lnTo>
                  <a:pt x="12321796" y="5669756"/>
                </a:lnTo>
                <a:lnTo>
                  <a:pt x="12376544" y="5491956"/>
                </a:lnTo>
                <a:close/>
              </a:path>
              <a:path w="13852525" h="11308715">
                <a:moveTo>
                  <a:pt x="6426495" y="5606256"/>
                </a:moveTo>
                <a:lnTo>
                  <a:pt x="6424317" y="5606831"/>
                </a:lnTo>
                <a:lnTo>
                  <a:pt x="6431280" y="5618956"/>
                </a:lnTo>
                <a:lnTo>
                  <a:pt x="6426495" y="5606256"/>
                </a:lnTo>
                <a:close/>
              </a:path>
              <a:path w="13852525" h="11308715">
                <a:moveTo>
                  <a:pt x="7191551" y="5606256"/>
                </a:moveTo>
                <a:lnTo>
                  <a:pt x="6426495" y="5606256"/>
                </a:lnTo>
                <a:lnTo>
                  <a:pt x="6431280" y="5618956"/>
                </a:lnTo>
                <a:lnTo>
                  <a:pt x="7199043" y="5618956"/>
                </a:lnTo>
                <a:lnTo>
                  <a:pt x="7191551" y="5606256"/>
                </a:lnTo>
                <a:close/>
              </a:path>
              <a:path w="13852525" h="11308715">
                <a:moveTo>
                  <a:pt x="7013797" y="5301456"/>
                </a:moveTo>
                <a:lnTo>
                  <a:pt x="6248940" y="5301456"/>
                </a:lnTo>
                <a:lnTo>
                  <a:pt x="6424317" y="5606831"/>
                </a:lnTo>
                <a:lnTo>
                  <a:pt x="6426495" y="5606256"/>
                </a:lnTo>
                <a:lnTo>
                  <a:pt x="7191551" y="5606256"/>
                </a:lnTo>
                <a:lnTo>
                  <a:pt x="7094160" y="5441156"/>
                </a:lnTo>
                <a:lnTo>
                  <a:pt x="7709259" y="5441156"/>
                </a:lnTo>
                <a:lnTo>
                  <a:pt x="7675389" y="5314156"/>
                </a:lnTo>
                <a:lnTo>
                  <a:pt x="7017210" y="5314156"/>
                </a:lnTo>
                <a:lnTo>
                  <a:pt x="7013797" y="5301456"/>
                </a:lnTo>
                <a:close/>
              </a:path>
              <a:path w="13852525" h="11308715">
                <a:moveTo>
                  <a:pt x="5966362" y="5149056"/>
                </a:moveTo>
                <a:lnTo>
                  <a:pt x="5127917" y="5314156"/>
                </a:lnTo>
                <a:lnTo>
                  <a:pt x="5431122" y="5606256"/>
                </a:lnTo>
                <a:lnTo>
                  <a:pt x="6269568" y="5441156"/>
                </a:lnTo>
                <a:lnTo>
                  <a:pt x="5966362" y="5149056"/>
                </a:lnTo>
                <a:close/>
              </a:path>
              <a:path w="13852525" h="11308715">
                <a:moveTo>
                  <a:pt x="10824828" y="5301456"/>
                </a:moveTo>
                <a:lnTo>
                  <a:pt x="7013912" y="5301456"/>
                </a:lnTo>
                <a:lnTo>
                  <a:pt x="7017210" y="5314156"/>
                </a:lnTo>
                <a:lnTo>
                  <a:pt x="7675389" y="5314156"/>
                </a:lnTo>
                <a:lnTo>
                  <a:pt x="7851561" y="5428456"/>
                </a:lnTo>
                <a:lnTo>
                  <a:pt x="7807228" y="5593556"/>
                </a:lnTo>
                <a:lnTo>
                  <a:pt x="10831212" y="5593556"/>
                </a:lnTo>
                <a:lnTo>
                  <a:pt x="10824828" y="5301456"/>
                </a:lnTo>
                <a:close/>
              </a:path>
              <a:path w="13852525" h="11308715">
                <a:moveTo>
                  <a:pt x="4160606" y="5060156"/>
                </a:moveTo>
                <a:lnTo>
                  <a:pt x="3208425" y="5428456"/>
                </a:lnTo>
                <a:lnTo>
                  <a:pt x="3453025" y="5568156"/>
                </a:lnTo>
                <a:lnTo>
                  <a:pt x="4405227" y="5187156"/>
                </a:lnTo>
                <a:lnTo>
                  <a:pt x="4160606" y="5060156"/>
                </a:lnTo>
                <a:close/>
              </a:path>
              <a:path w="13852525" h="11308715">
                <a:moveTo>
                  <a:pt x="12906926" y="3688556"/>
                </a:moveTo>
                <a:lnTo>
                  <a:pt x="12296149" y="4056856"/>
                </a:lnTo>
                <a:lnTo>
                  <a:pt x="12157399" y="5479256"/>
                </a:lnTo>
                <a:lnTo>
                  <a:pt x="12768176" y="5098256"/>
                </a:lnTo>
                <a:lnTo>
                  <a:pt x="12906926" y="3688556"/>
                </a:lnTo>
                <a:close/>
              </a:path>
              <a:path w="13852525" h="11308715">
                <a:moveTo>
                  <a:pt x="6925066" y="4971256"/>
                </a:moveTo>
                <a:lnTo>
                  <a:pt x="7017210" y="5314156"/>
                </a:lnTo>
                <a:lnTo>
                  <a:pt x="7013912" y="5301456"/>
                </a:lnTo>
                <a:lnTo>
                  <a:pt x="10824828" y="5301456"/>
                </a:lnTo>
                <a:lnTo>
                  <a:pt x="10823717" y="5250656"/>
                </a:lnTo>
                <a:lnTo>
                  <a:pt x="10448079" y="5250656"/>
                </a:lnTo>
                <a:lnTo>
                  <a:pt x="10425930" y="5174456"/>
                </a:lnTo>
                <a:lnTo>
                  <a:pt x="7634846" y="5174456"/>
                </a:lnTo>
                <a:lnTo>
                  <a:pt x="6925066" y="4971256"/>
                </a:lnTo>
                <a:close/>
              </a:path>
              <a:path w="13852525" h="11308715">
                <a:moveTo>
                  <a:pt x="11205803" y="4082256"/>
                </a:moveTo>
                <a:lnTo>
                  <a:pt x="10455922" y="4082256"/>
                </a:lnTo>
                <a:lnTo>
                  <a:pt x="10682669" y="5098256"/>
                </a:lnTo>
                <a:lnTo>
                  <a:pt x="10448079" y="5250656"/>
                </a:lnTo>
                <a:lnTo>
                  <a:pt x="10823717" y="5250656"/>
                </a:lnTo>
                <a:lnTo>
                  <a:pt x="10822885" y="5212556"/>
                </a:lnTo>
                <a:lnTo>
                  <a:pt x="11137440" y="4882356"/>
                </a:lnTo>
                <a:lnTo>
                  <a:pt x="11840169" y="4882356"/>
                </a:lnTo>
                <a:lnTo>
                  <a:pt x="11848798" y="4679156"/>
                </a:lnTo>
                <a:lnTo>
                  <a:pt x="11327529" y="4679156"/>
                </a:lnTo>
                <a:lnTo>
                  <a:pt x="11335665" y="4666456"/>
                </a:lnTo>
                <a:lnTo>
                  <a:pt x="11205803" y="4082256"/>
                </a:lnTo>
                <a:close/>
              </a:path>
              <a:path w="13852525" h="11308715">
                <a:moveTo>
                  <a:pt x="3575367" y="4729956"/>
                </a:moveTo>
                <a:lnTo>
                  <a:pt x="2545503" y="5085556"/>
                </a:lnTo>
                <a:lnTo>
                  <a:pt x="2721508" y="5174456"/>
                </a:lnTo>
                <a:lnTo>
                  <a:pt x="3751372" y="4818856"/>
                </a:lnTo>
                <a:lnTo>
                  <a:pt x="3575367" y="4729956"/>
                </a:lnTo>
                <a:close/>
              </a:path>
              <a:path w="13852525" h="11308715">
                <a:moveTo>
                  <a:pt x="7635599" y="4831556"/>
                </a:moveTo>
                <a:lnTo>
                  <a:pt x="7636510" y="5174456"/>
                </a:lnTo>
                <a:lnTo>
                  <a:pt x="10425930" y="5174456"/>
                </a:lnTo>
                <a:lnTo>
                  <a:pt x="10381632" y="5022056"/>
                </a:lnTo>
                <a:lnTo>
                  <a:pt x="7958396" y="5022056"/>
                </a:lnTo>
                <a:lnTo>
                  <a:pt x="7635599" y="4831556"/>
                </a:lnTo>
                <a:close/>
              </a:path>
              <a:path w="13852525" h="11308715">
                <a:moveTo>
                  <a:pt x="5880899" y="4704556"/>
                </a:moveTo>
                <a:lnTo>
                  <a:pt x="6089699" y="5047456"/>
                </a:lnTo>
                <a:lnTo>
                  <a:pt x="6911307" y="5098256"/>
                </a:lnTo>
                <a:lnTo>
                  <a:pt x="6702487" y="4742656"/>
                </a:lnTo>
                <a:lnTo>
                  <a:pt x="5880899" y="4704556"/>
                </a:lnTo>
                <a:close/>
              </a:path>
              <a:path w="13852525" h="11308715">
                <a:moveTo>
                  <a:pt x="5506209" y="4679156"/>
                </a:moveTo>
                <a:lnTo>
                  <a:pt x="4598540" y="4818856"/>
                </a:lnTo>
                <a:lnTo>
                  <a:pt x="4847496" y="5060156"/>
                </a:lnTo>
                <a:lnTo>
                  <a:pt x="5755175" y="4920456"/>
                </a:lnTo>
                <a:lnTo>
                  <a:pt x="5506209" y="4679156"/>
                </a:lnTo>
                <a:close/>
              </a:path>
              <a:path w="13852525" h="11308715">
                <a:moveTo>
                  <a:pt x="7623663" y="4145756"/>
                </a:moveTo>
                <a:lnTo>
                  <a:pt x="7625328" y="4539456"/>
                </a:lnTo>
                <a:lnTo>
                  <a:pt x="8015075" y="4806156"/>
                </a:lnTo>
                <a:lnTo>
                  <a:pt x="7958396" y="5022056"/>
                </a:lnTo>
                <a:lnTo>
                  <a:pt x="10381632" y="5022056"/>
                </a:lnTo>
                <a:lnTo>
                  <a:pt x="10267195" y="4628356"/>
                </a:lnTo>
                <a:lnTo>
                  <a:pt x="9859992" y="4628356"/>
                </a:lnTo>
                <a:lnTo>
                  <a:pt x="9760072" y="4463256"/>
                </a:lnTo>
                <a:lnTo>
                  <a:pt x="8084937" y="4463256"/>
                </a:lnTo>
                <a:lnTo>
                  <a:pt x="7623663" y="4145756"/>
                </a:lnTo>
                <a:close/>
              </a:path>
              <a:path w="13852525" h="11308715">
                <a:moveTo>
                  <a:pt x="6733763" y="4310856"/>
                </a:moveTo>
                <a:lnTo>
                  <a:pt x="6839582" y="4691856"/>
                </a:lnTo>
                <a:lnTo>
                  <a:pt x="7590302" y="4945856"/>
                </a:lnTo>
                <a:lnTo>
                  <a:pt x="7484484" y="4564856"/>
                </a:lnTo>
                <a:lnTo>
                  <a:pt x="6733763" y="4310856"/>
                </a:lnTo>
                <a:close/>
              </a:path>
              <a:path w="13852525" h="11308715">
                <a:moveTo>
                  <a:pt x="13851902" y="3078956"/>
                </a:moveTo>
                <a:lnTo>
                  <a:pt x="13451318" y="3332956"/>
                </a:lnTo>
                <a:lnTo>
                  <a:pt x="13229900" y="4844256"/>
                </a:lnTo>
                <a:lnTo>
                  <a:pt x="13729634" y="4526756"/>
                </a:lnTo>
                <a:lnTo>
                  <a:pt x="13851902" y="3688556"/>
                </a:lnTo>
                <a:lnTo>
                  <a:pt x="13851902" y="3078956"/>
                </a:lnTo>
                <a:close/>
              </a:path>
              <a:path w="13852525" h="11308715">
                <a:moveTo>
                  <a:pt x="2990128" y="4387056"/>
                </a:moveTo>
                <a:lnTo>
                  <a:pt x="1882560" y="4742656"/>
                </a:lnTo>
                <a:lnTo>
                  <a:pt x="1989928" y="4793456"/>
                </a:lnTo>
                <a:lnTo>
                  <a:pt x="3097518" y="4437856"/>
                </a:lnTo>
                <a:lnTo>
                  <a:pt x="2990128" y="4387056"/>
                </a:lnTo>
                <a:close/>
              </a:path>
              <a:path w="13852525" h="11308715">
                <a:moveTo>
                  <a:pt x="11862822" y="4348956"/>
                </a:moveTo>
                <a:lnTo>
                  <a:pt x="11327529" y="4679156"/>
                </a:lnTo>
                <a:lnTo>
                  <a:pt x="11848798" y="4679156"/>
                </a:lnTo>
                <a:lnTo>
                  <a:pt x="11862822" y="4348956"/>
                </a:lnTo>
                <a:close/>
              </a:path>
              <a:path w="13852525" h="11308715">
                <a:moveTo>
                  <a:pt x="10419085" y="3472656"/>
                </a:moveTo>
                <a:lnTo>
                  <a:pt x="9559876" y="3472656"/>
                </a:lnTo>
                <a:lnTo>
                  <a:pt x="10057473" y="4412456"/>
                </a:lnTo>
                <a:lnTo>
                  <a:pt x="9859992" y="4628356"/>
                </a:lnTo>
                <a:lnTo>
                  <a:pt x="10267195" y="4628356"/>
                </a:lnTo>
                <a:lnTo>
                  <a:pt x="10226589" y="4488656"/>
                </a:lnTo>
                <a:lnTo>
                  <a:pt x="10455922" y="4082256"/>
                </a:lnTo>
                <a:lnTo>
                  <a:pt x="11205803" y="4082256"/>
                </a:lnTo>
                <a:lnTo>
                  <a:pt x="11149342" y="3828256"/>
                </a:lnTo>
                <a:lnTo>
                  <a:pt x="10594494" y="3828256"/>
                </a:lnTo>
                <a:lnTo>
                  <a:pt x="10600441" y="3815556"/>
                </a:lnTo>
                <a:lnTo>
                  <a:pt x="10419085" y="3472656"/>
                </a:lnTo>
                <a:close/>
              </a:path>
              <a:path w="13852525" h="11308715">
                <a:moveTo>
                  <a:pt x="5046076" y="4209256"/>
                </a:moveTo>
                <a:lnTo>
                  <a:pt x="4069174" y="4323556"/>
                </a:lnTo>
                <a:lnTo>
                  <a:pt x="4263849" y="4501356"/>
                </a:lnTo>
                <a:lnTo>
                  <a:pt x="5240793" y="4399756"/>
                </a:lnTo>
                <a:lnTo>
                  <a:pt x="5046076" y="4209256"/>
                </a:lnTo>
                <a:close/>
              </a:path>
              <a:path w="13852525" h="11308715">
                <a:moveTo>
                  <a:pt x="5512868" y="4094956"/>
                </a:moveTo>
                <a:lnTo>
                  <a:pt x="5684591" y="4387056"/>
                </a:lnTo>
                <a:lnTo>
                  <a:pt x="6562805" y="4475956"/>
                </a:lnTo>
                <a:lnTo>
                  <a:pt x="6391082" y="4196556"/>
                </a:lnTo>
                <a:lnTo>
                  <a:pt x="5512868" y="4094956"/>
                </a:lnTo>
                <a:close/>
              </a:path>
              <a:path w="13852525" h="11308715">
                <a:moveTo>
                  <a:pt x="7611736" y="3472656"/>
                </a:moveTo>
                <a:lnTo>
                  <a:pt x="7613820" y="3790156"/>
                </a:lnTo>
                <a:lnTo>
                  <a:pt x="8154243" y="4209256"/>
                </a:lnTo>
                <a:lnTo>
                  <a:pt x="8084937" y="4463256"/>
                </a:lnTo>
                <a:lnTo>
                  <a:pt x="9760072" y="4463256"/>
                </a:lnTo>
                <a:lnTo>
                  <a:pt x="9583289" y="4171156"/>
                </a:lnTo>
                <a:lnTo>
                  <a:pt x="9105377" y="4171156"/>
                </a:lnTo>
                <a:lnTo>
                  <a:pt x="8844315" y="3929856"/>
                </a:lnTo>
                <a:lnTo>
                  <a:pt x="8225341" y="3929856"/>
                </a:lnTo>
                <a:lnTo>
                  <a:pt x="7611736" y="3472656"/>
                </a:lnTo>
                <a:close/>
              </a:path>
              <a:path w="13852525" h="11308715">
                <a:moveTo>
                  <a:pt x="2404879" y="4056856"/>
                </a:moveTo>
                <a:lnTo>
                  <a:pt x="1219606" y="4387056"/>
                </a:lnTo>
                <a:lnTo>
                  <a:pt x="1258380" y="4412456"/>
                </a:lnTo>
                <a:lnTo>
                  <a:pt x="2443632" y="4069556"/>
                </a:lnTo>
                <a:lnTo>
                  <a:pt x="2404879" y="4056856"/>
                </a:lnTo>
                <a:close/>
              </a:path>
              <a:path w="13852525" h="11308715">
                <a:moveTo>
                  <a:pt x="11917783" y="2418556"/>
                </a:moveTo>
                <a:lnTo>
                  <a:pt x="11404218" y="2964656"/>
                </a:lnTo>
                <a:lnTo>
                  <a:pt x="11638347" y="4387056"/>
                </a:lnTo>
                <a:lnTo>
                  <a:pt x="12151912" y="3853656"/>
                </a:lnTo>
                <a:lnTo>
                  <a:pt x="11917783" y="2418556"/>
                </a:lnTo>
                <a:close/>
              </a:path>
              <a:path w="13852525" h="11308715">
                <a:moveTo>
                  <a:pt x="6542429" y="3637756"/>
                </a:moveTo>
                <a:lnTo>
                  <a:pt x="6629840" y="3955256"/>
                </a:lnTo>
                <a:lnTo>
                  <a:pt x="7421512" y="4272756"/>
                </a:lnTo>
                <a:lnTo>
                  <a:pt x="7334111" y="3955256"/>
                </a:lnTo>
                <a:lnTo>
                  <a:pt x="6542429" y="3637756"/>
                </a:lnTo>
                <a:close/>
              </a:path>
              <a:path w="13852525" h="11308715">
                <a:moveTo>
                  <a:pt x="8675913" y="2151856"/>
                </a:moveTo>
                <a:lnTo>
                  <a:pt x="8439135" y="3053556"/>
                </a:lnTo>
                <a:lnTo>
                  <a:pt x="9249467" y="3917156"/>
                </a:lnTo>
                <a:lnTo>
                  <a:pt x="9105377" y="4171156"/>
                </a:lnTo>
                <a:lnTo>
                  <a:pt x="9583289" y="4171156"/>
                </a:lnTo>
                <a:lnTo>
                  <a:pt x="9437251" y="3929856"/>
                </a:lnTo>
                <a:lnTo>
                  <a:pt x="9559876" y="3472656"/>
                </a:lnTo>
                <a:lnTo>
                  <a:pt x="10419085" y="3472656"/>
                </a:lnTo>
                <a:lnTo>
                  <a:pt x="10271313" y="3193256"/>
                </a:lnTo>
                <a:lnTo>
                  <a:pt x="9633989" y="3193256"/>
                </a:lnTo>
                <a:lnTo>
                  <a:pt x="9637151" y="3180556"/>
                </a:lnTo>
                <a:lnTo>
                  <a:pt x="8675913" y="2151856"/>
                </a:lnTo>
                <a:close/>
              </a:path>
              <a:path w="13852525" h="11308715">
                <a:moveTo>
                  <a:pt x="4585933" y="3739356"/>
                </a:moveTo>
                <a:lnTo>
                  <a:pt x="3539797" y="3828256"/>
                </a:lnTo>
                <a:lnTo>
                  <a:pt x="3680254" y="3955256"/>
                </a:lnTo>
                <a:lnTo>
                  <a:pt x="4726390" y="3879056"/>
                </a:lnTo>
                <a:lnTo>
                  <a:pt x="4585933" y="3739356"/>
                </a:lnTo>
                <a:close/>
              </a:path>
              <a:path w="13852525" h="11308715">
                <a:moveTo>
                  <a:pt x="8349672" y="3472656"/>
                </a:moveTo>
                <a:lnTo>
                  <a:pt x="8225341" y="3929856"/>
                </a:lnTo>
                <a:lnTo>
                  <a:pt x="8844315" y="3929856"/>
                </a:lnTo>
                <a:lnTo>
                  <a:pt x="8349672" y="3472656"/>
                </a:lnTo>
                <a:close/>
              </a:path>
              <a:path w="13852525" h="11308715">
                <a:moveTo>
                  <a:pt x="5144827" y="3485356"/>
                </a:moveTo>
                <a:lnTo>
                  <a:pt x="5279462" y="3713956"/>
                </a:lnTo>
                <a:lnTo>
                  <a:pt x="6214302" y="3853656"/>
                </a:lnTo>
                <a:lnTo>
                  <a:pt x="6079668" y="3637756"/>
                </a:lnTo>
                <a:lnTo>
                  <a:pt x="5144827" y="3485356"/>
                </a:lnTo>
                <a:close/>
              </a:path>
              <a:path w="13852525" h="11308715">
                <a:moveTo>
                  <a:pt x="11044888" y="3358356"/>
                </a:moveTo>
                <a:lnTo>
                  <a:pt x="10594494" y="3828256"/>
                </a:lnTo>
                <a:lnTo>
                  <a:pt x="11149342" y="3828256"/>
                </a:lnTo>
                <a:lnTo>
                  <a:pt x="11044888" y="3358356"/>
                </a:lnTo>
                <a:close/>
              </a:path>
              <a:path w="13852525" h="11308715">
                <a:moveTo>
                  <a:pt x="7599810" y="2786856"/>
                </a:moveTo>
                <a:lnTo>
                  <a:pt x="7602313" y="3040856"/>
                </a:lnTo>
                <a:lnTo>
                  <a:pt x="8282857" y="3612356"/>
                </a:lnTo>
                <a:lnTo>
                  <a:pt x="8280355" y="3358356"/>
                </a:lnTo>
                <a:lnTo>
                  <a:pt x="7599810" y="2786856"/>
                </a:lnTo>
                <a:close/>
              </a:path>
              <a:path w="13852525" h="11308715">
                <a:moveTo>
                  <a:pt x="6351115" y="2977356"/>
                </a:moveTo>
                <a:lnTo>
                  <a:pt x="6420118" y="3218656"/>
                </a:lnTo>
                <a:lnTo>
                  <a:pt x="7252732" y="3599656"/>
                </a:lnTo>
                <a:lnTo>
                  <a:pt x="7183739" y="3345656"/>
                </a:lnTo>
                <a:lnTo>
                  <a:pt x="6351115" y="2977356"/>
                </a:lnTo>
                <a:close/>
              </a:path>
              <a:path w="13852525" h="11308715">
                <a:moveTo>
                  <a:pt x="12790678" y="1491456"/>
                </a:moveTo>
                <a:lnTo>
                  <a:pt x="12370890" y="1923256"/>
                </a:lnTo>
                <a:lnTo>
                  <a:pt x="12548382" y="3472656"/>
                </a:lnTo>
                <a:lnTo>
                  <a:pt x="12968181" y="3040856"/>
                </a:lnTo>
                <a:lnTo>
                  <a:pt x="12790678" y="1491456"/>
                </a:lnTo>
                <a:close/>
              </a:path>
              <a:path w="13852525" h="11308715">
                <a:moveTo>
                  <a:pt x="10591646" y="1453356"/>
                </a:moveTo>
                <a:lnTo>
                  <a:pt x="10217657" y="2113756"/>
                </a:lnTo>
                <a:lnTo>
                  <a:pt x="10830727" y="3459956"/>
                </a:lnTo>
                <a:lnTo>
                  <a:pt x="11204716" y="2799556"/>
                </a:lnTo>
                <a:lnTo>
                  <a:pt x="10591646" y="1453356"/>
                </a:lnTo>
                <a:close/>
              </a:path>
              <a:path w="13852525" h="11308715">
                <a:moveTo>
                  <a:pt x="4125801" y="3282156"/>
                </a:moveTo>
                <a:lnTo>
                  <a:pt x="3010421" y="3332956"/>
                </a:lnTo>
                <a:lnTo>
                  <a:pt x="3096628" y="3409156"/>
                </a:lnTo>
                <a:lnTo>
                  <a:pt x="4212018" y="3358356"/>
                </a:lnTo>
                <a:lnTo>
                  <a:pt x="4125801" y="3282156"/>
                </a:lnTo>
                <a:close/>
              </a:path>
              <a:path w="13852525" h="11308715">
                <a:moveTo>
                  <a:pt x="4776796" y="2888456"/>
                </a:moveTo>
                <a:lnTo>
                  <a:pt x="4874343" y="3040856"/>
                </a:lnTo>
                <a:lnTo>
                  <a:pt x="5865810" y="3231356"/>
                </a:lnTo>
                <a:lnTo>
                  <a:pt x="5768264" y="3078956"/>
                </a:lnTo>
                <a:lnTo>
                  <a:pt x="4776796" y="2888456"/>
                </a:lnTo>
                <a:close/>
              </a:path>
              <a:path w="13852525" h="11308715">
                <a:moveTo>
                  <a:pt x="9962335" y="2609056"/>
                </a:moveTo>
                <a:lnTo>
                  <a:pt x="9633989" y="3193256"/>
                </a:lnTo>
                <a:lnTo>
                  <a:pt x="10271313" y="3193256"/>
                </a:lnTo>
                <a:lnTo>
                  <a:pt x="9962335" y="2609056"/>
                </a:lnTo>
                <a:close/>
              </a:path>
              <a:path w="13852525" h="11308715">
                <a:moveTo>
                  <a:pt x="7587884" y="2113756"/>
                </a:moveTo>
                <a:lnTo>
                  <a:pt x="7590805" y="2291556"/>
                </a:lnTo>
                <a:lnTo>
                  <a:pt x="8294784" y="2926556"/>
                </a:lnTo>
                <a:lnTo>
                  <a:pt x="8291862" y="2736056"/>
                </a:lnTo>
                <a:lnTo>
                  <a:pt x="7587884" y="2113756"/>
                </a:lnTo>
                <a:close/>
              </a:path>
              <a:path w="13852525" h="11308715">
                <a:moveTo>
                  <a:pt x="6159801" y="2304256"/>
                </a:moveTo>
                <a:lnTo>
                  <a:pt x="6210376" y="2482056"/>
                </a:lnTo>
                <a:lnTo>
                  <a:pt x="7083951" y="2913856"/>
                </a:lnTo>
                <a:lnTo>
                  <a:pt x="7033366" y="2736056"/>
                </a:lnTo>
                <a:lnTo>
                  <a:pt x="6159801" y="2304256"/>
                </a:lnTo>
                <a:close/>
              </a:path>
              <a:path w="13852525" h="11308715">
                <a:moveTo>
                  <a:pt x="3665658" y="2812256"/>
                </a:moveTo>
                <a:lnTo>
                  <a:pt x="2481055" y="2837656"/>
                </a:lnTo>
                <a:lnTo>
                  <a:pt x="2512981" y="2863056"/>
                </a:lnTo>
                <a:lnTo>
                  <a:pt x="3697615" y="2837656"/>
                </a:lnTo>
                <a:lnTo>
                  <a:pt x="3665658" y="2812256"/>
                </a:lnTo>
                <a:close/>
              </a:path>
              <a:path w="13852525" h="11308715">
                <a:moveTo>
                  <a:pt x="9002134" y="843756"/>
                </a:moveTo>
                <a:lnTo>
                  <a:pt x="8802779" y="1605756"/>
                </a:lnTo>
                <a:lnTo>
                  <a:pt x="9774309" y="2761456"/>
                </a:lnTo>
                <a:lnTo>
                  <a:pt x="9973675" y="2012156"/>
                </a:lnTo>
                <a:lnTo>
                  <a:pt x="9002134" y="843756"/>
                </a:lnTo>
                <a:close/>
              </a:path>
              <a:path w="13852525" h="11308715">
                <a:moveTo>
                  <a:pt x="4408755" y="2278856"/>
                </a:moveTo>
                <a:lnTo>
                  <a:pt x="4469235" y="2380456"/>
                </a:lnTo>
                <a:lnTo>
                  <a:pt x="5517318" y="2609056"/>
                </a:lnTo>
                <a:lnTo>
                  <a:pt x="5456849" y="2520156"/>
                </a:lnTo>
                <a:lnTo>
                  <a:pt x="4408755" y="2278856"/>
                </a:lnTo>
                <a:close/>
              </a:path>
              <a:path w="13852525" h="11308715">
                <a:moveTo>
                  <a:pt x="11220946" y="284956"/>
                </a:moveTo>
                <a:lnTo>
                  <a:pt x="10915740" y="843756"/>
                </a:lnTo>
                <a:lnTo>
                  <a:pt x="11503785" y="2316956"/>
                </a:lnTo>
                <a:lnTo>
                  <a:pt x="11808991" y="1770856"/>
                </a:lnTo>
                <a:lnTo>
                  <a:pt x="11220946" y="284956"/>
                </a:lnTo>
                <a:close/>
              </a:path>
              <a:path w="13852525" h="11308715">
                <a:moveTo>
                  <a:pt x="5968477" y="1643856"/>
                </a:moveTo>
                <a:lnTo>
                  <a:pt x="6000644" y="1745456"/>
                </a:lnTo>
                <a:lnTo>
                  <a:pt x="6915171" y="2240756"/>
                </a:lnTo>
                <a:lnTo>
                  <a:pt x="6883015" y="2126456"/>
                </a:lnTo>
                <a:lnTo>
                  <a:pt x="5968477" y="1643856"/>
                </a:lnTo>
                <a:close/>
              </a:path>
              <a:path w="13852525" h="11308715">
                <a:moveTo>
                  <a:pt x="7575968" y="1427956"/>
                </a:moveTo>
                <a:lnTo>
                  <a:pt x="7579298" y="1542256"/>
                </a:lnTo>
                <a:lnTo>
                  <a:pt x="8306699" y="2240756"/>
                </a:lnTo>
                <a:lnTo>
                  <a:pt x="8303370" y="2126456"/>
                </a:lnTo>
                <a:lnTo>
                  <a:pt x="7575968" y="1427956"/>
                </a:lnTo>
                <a:close/>
              </a:path>
              <a:path w="13852525" h="11308715">
                <a:moveTo>
                  <a:pt x="4040735" y="1669256"/>
                </a:moveTo>
                <a:lnTo>
                  <a:pt x="4064096" y="1707356"/>
                </a:lnTo>
                <a:lnTo>
                  <a:pt x="5168826" y="1986756"/>
                </a:lnTo>
                <a:lnTo>
                  <a:pt x="5145445" y="1961356"/>
                </a:lnTo>
                <a:lnTo>
                  <a:pt x="4040735" y="1669256"/>
                </a:lnTo>
                <a:close/>
              </a:path>
              <a:path w="13852525" h="11308715">
                <a:moveTo>
                  <a:pt x="5777164" y="970756"/>
                </a:moveTo>
                <a:lnTo>
                  <a:pt x="5790923" y="1008856"/>
                </a:lnTo>
                <a:lnTo>
                  <a:pt x="6746391" y="1554956"/>
                </a:lnTo>
                <a:lnTo>
                  <a:pt x="6732643" y="1529556"/>
                </a:lnTo>
                <a:lnTo>
                  <a:pt x="5777164" y="970756"/>
                </a:lnTo>
                <a:close/>
              </a:path>
              <a:path w="13852525" h="11308715">
                <a:moveTo>
                  <a:pt x="7564041" y="754856"/>
                </a:moveTo>
                <a:lnTo>
                  <a:pt x="7567790" y="792956"/>
                </a:lnTo>
                <a:lnTo>
                  <a:pt x="8318636" y="1554956"/>
                </a:lnTo>
                <a:lnTo>
                  <a:pt x="8314888" y="1516856"/>
                </a:lnTo>
                <a:lnTo>
                  <a:pt x="7564041" y="754856"/>
                </a:lnTo>
                <a:close/>
              </a:path>
              <a:path w="13852525" h="11308715">
                <a:moveTo>
                  <a:pt x="9684684" y="5556"/>
                </a:moveTo>
                <a:lnTo>
                  <a:pt x="9205378" y="5556"/>
                </a:lnTo>
                <a:lnTo>
                  <a:pt x="9166401" y="157956"/>
                </a:lnTo>
                <a:lnTo>
                  <a:pt x="10148214" y="1453356"/>
                </a:lnTo>
                <a:lnTo>
                  <a:pt x="10310167" y="831056"/>
                </a:lnTo>
                <a:lnTo>
                  <a:pt x="9684684" y="5556"/>
                </a:lnTo>
                <a:close/>
              </a:path>
              <a:path w="13852525" h="11308715">
                <a:moveTo>
                  <a:pt x="12155392" y="5556"/>
                </a:moveTo>
                <a:lnTo>
                  <a:pt x="11769899" y="5556"/>
                </a:lnTo>
                <a:lnTo>
                  <a:pt x="12176843" y="1173956"/>
                </a:lnTo>
                <a:lnTo>
                  <a:pt x="12413266" y="742156"/>
                </a:lnTo>
                <a:lnTo>
                  <a:pt x="12155392" y="5556"/>
                </a:lnTo>
                <a:close/>
              </a:path>
              <a:path w="13852525" h="11308715">
                <a:moveTo>
                  <a:pt x="10558529" y="5556"/>
                </a:moveTo>
                <a:lnTo>
                  <a:pt x="10424416" y="5556"/>
                </a:lnTo>
                <a:lnTo>
                  <a:pt x="10522108" y="145256"/>
                </a:lnTo>
                <a:lnTo>
                  <a:pt x="10558529" y="5556"/>
                </a:lnTo>
                <a:close/>
              </a:path>
            </a:pathLst>
          </a:custGeom>
          <a:solidFill>
            <a:srgbClr val="1A0F5C">
              <a:alpha val="5000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FDD0999-C447-FB95-885F-11AEB8E0577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3908" y="1714110"/>
            <a:ext cx="1840546" cy="610478"/>
          </a:xfrm>
          <a:prstGeom prst="rect">
            <a:avLst/>
          </a:prstGeom>
        </p:spPr>
      </p:pic>
      <p:pic>
        <p:nvPicPr>
          <p:cNvPr id="9" name="Picture 8" descr="Text&#10;&#10;Description automatically generated">
            <a:extLst>
              <a:ext uri="{FF2B5EF4-FFF2-40B4-BE49-F238E27FC236}">
                <a16:creationId xmlns:a16="http://schemas.microsoft.com/office/drawing/2014/main" id="{37563585-6D28-5DE1-5461-82B8C7026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411629" y="5850238"/>
            <a:ext cx="2396464" cy="63286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AAAA181-FFA2-C45B-0E73-89E90F538EBA}"/>
              </a:ext>
            </a:extLst>
          </p:cNvPr>
          <p:cNvSpPr txBox="1"/>
          <p:nvPr userDrawn="1"/>
        </p:nvSpPr>
        <p:spPr>
          <a:xfrm>
            <a:off x="383907" y="6267664"/>
            <a:ext cx="20054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jmangroup.com</a:t>
            </a:r>
            <a:endParaRPr lang="en-GB" sz="800" spc="55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8543F607-2559-4554-9D61-2F743E6BFF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3908" y="4082988"/>
            <a:ext cx="3519877" cy="3385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bg1"/>
                </a:solidFill>
              </a:defRPr>
            </a:lvl1pPr>
          </a:lstStyle>
          <a:p>
            <a:fld id="{0D893C00-7A9C-40F4-B4D3-21327CEC5F77}" type="datetime3">
              <a:rPr lang="en-US" smtClean="0"/>
              <a:t>13 May 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67380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7">
    <p:bg>
      <p:bgPr>
        <a:gradFill>
          <a:gsLst>
            <a:gs pos="0">
              <a:schemeClr val="accent4"/>
            </a:gs>
            <a:gs pos="10000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14E23-4D5A-C225-A302-6C9C57B22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643127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bg object 17">
            <a:extLst>
              <a:ext uri="{FF2B5EF4-FFF2-40B4-BE49-F238E27FC236}">
                <a16:creationId xmlns:a16="http://schemas.microsoft.com/office/drawing/2014/main" id="{5AE8EB3F-06DA-9660-72EB-9FC6330A4F34}"/>
              </a:ext>
            </a:extLst>
          </p:cNvPr>
          <p:cNvSpPr/>
          <p:nvPr userDrawn="1"/>
        </p:nvSpPr>
        <p:spPr>
          <a:xfrm>
            <a:off x="3791345" y="1"/>
            <a:ext cx="8400655" cy="6858000"/>
          </a:xfrm>
          <a:custGeom>
            <a:avLst/>
            <a:gdLst/>
            <a:ahLst/>
            <a:cxnLst/>
            <a:rect l="l" t="t" r="r" b="b"/>
            <a:pathLst>
              <a:path w="13852525" h="11308715">
                <a:moveTo>
                  <a:pt x="13663594" y="541274"/>
                </a:moveTo>
                <a:lnTo>
                  <a:pt x="13337552" y="886374"/>
                </a:lnTo>
                <a:lnTo>
                  <a:pt x="13458406" y="2559160"/>
                </a:lnTo>
                <a:lnTo>
                  <a:pt x="13784438" y="2214071"/>
                </a:lnTo>
                <a:lnTo>
                  <a:pt x="13663594" y="541274"/>
                </a:lnTo>
                <a:close/>
              </a:path>
              <a:path w="13852525" h="11308715">
                <a:moveTo>
                  <a:pt x="12862427" y="0"/>
                </a:moveTo>
                <a:lnTo>
                  <a:pt x="12842864" y="0"/>
                </a:lnTo>
                <a:lnTo>
                  <a:pt x="12849922" y="22955"/>
                </a:lnTo>
                <a:lnTo>
                  <a:pt x="12862427" y="0"/>
                </a:lnTo>
                <a:close/>
              </a:path>
              <a:path w="13852525" h="11308715">
                <a:moveTo>
                  <a:pt x="1356744" y="11181556"/>
                </a:moveTo>
                <a:lnTo>
                  <a:pt x="1317802" y="11206956"/>
                </a:lnTo>
                <a:lnTo>
                  <a:pt x="1288384" y="11308556"/>
                </a:lnTo>
                <a:lnTo>
                  <a:pt x="1318869" y="11308556"/>
                </a:lnTo>
                <a:lnTo>
                  <a:pt x="1356744" y="11181556"/>
                </a:lnTo>
                <a:close/>
              </a:path>
              <a:path w="13852525" h="11308715">
                <a:moveTo>
                  <a:pt x="2108543" y="10737056"/>
                </a:moveTo>
                <a:lnTo>
                  <a:pt x="1991771" y="10813256"/>
                </a:lnTo>
                <a:lnTo>
                  <a:pt x="1863059" y="11308556"/>
                </a:lnTo>
                <a:lnTo>
                  <a:pt x="1960085" y="11308556"/>
                </a:lnTo>
                <a:lnTo>
                  <a:pt x="2108543" y="10737056"/>
                </a:lnTo>
                <a:close/>
              </a:path>
              <a:path w="13852525" h="11308715">
                <a:moveTo>
                  <a:pt x="2860321" y="10292556"/>
                </a:moveTo>
                <a:lnTo>
                  <a:pt x="2665698" y="10419556"/>
                </a:lnTo>
                <a:lnTo>
                  <a:pt x="2464479" y="11308556"/>
                </a:lnTo>
                <a:lnTo>
                  <a:pt x="2631287" y="11308556"/>
                </a:lnTo>
                <a:lnTo>
                  <a:pt x="2860321" y="10292556"/>
                </a:lnTo>
                <a:close/>
              </a:path>
              <a:path w="13852525" h="11308715">
                <a:moveTo>
                  <a:pt x="4206856" y="10991056"/>
                </a:moveTo>
                <a:lnTo>
                  <a:pt x="3978528" y="11232356"/>
                </a:lnTo>
                <a:lnTo>
                  <a:pt x="3984302" y="11308556"/>
                </a:lnTo>
                <a:lnTo>
                  <a:pt x="4230674" y="11308556"/>
                </a:lnTo>
                <a:lnTo>
                  <a:pt x="4206856" y="10991056"/>
                </a:lnTo>
                <a:close/>
              </a:path>
              <a:path w="13852525" h="11308715">
                <a:moveTo>
                  <a:pt x="4844187" y="10356056"/>
                </a:moveTo>
                <a:lnTo>
                  <a:pt x="4550207" y="10660856"/>
                </a:lnTo>
                <a:lnTo>
                  <a:pt x="4626194" y="11308556"/>
                </a:lnTo>
                <a:lnTo>
                  <a:pt x="4956321" y="11308556"/>
                </a:lnTo>
                <a:lnTo>
                  <a:pt x="4844187" y="10356056"/>
                </a:lnTo>
                <a:close/>
              </a:path>
              <a:path w="13852525" h="11308715">
                <a:moveTo>
                  <a:pt x="5579023" y="11168856"/>
                </a:moveTo>
                <a:lnTo>
                  <a:pt x="5495758" y="11308556"/>
                </a:lnTo>
                <a:lnTo>
                  <a:pt x="5639011" y="11308556"/>
                </a:lnTo>
                <a:lnTo>
                  <a:pt x="5579023" y="11168856"/>
                </a:lnTo>
                <a:close/>
              </a:path>
              <a:path w="13852525" h="11308715">
                <a:moveTo>
                  <a:pt x="6049721" y="10356056"/>
                </a:moveTo>
                <a:lnTo>
                  <a:pt x="5788221" y="10825956"/>
                </a:lnTo>
                <a:lnTo>
                  <a:pt x="6010322" y="11308556"/>
                </a:lnTo>
                <a:lnTo>
                  <a:pt x="6481959" y="11308556"/>
                </a:lnTo>
                <a:lnTo>
                  <a:pt x="6049721" y="10356056"/>
                </a:lnTo>
                <a:close/>
              </a:path>
              <a:path w="13852525" h="11308715">
                <a:moveTo>
                  <a:pt x="6792159" y="10851356"/>
                </a:moveTo>
                <a:lnTo>
                  <a:pt x="6670546" y="11308556"/>
                </a:lnTo>
                <a:lnTo>
                  <a:pt x="7184035" y="11308556"/>
                </a:lnTo>
                <a:lnTo>
                  <a:pt x="6792159" y="10851356"/>
                </a:lnTo>
                <a:close/>
              </a:path>
              <a:path w="13852525" h="11308715">
                <a:moveTo>
                  <a:pt x="7666782" y="11130756"/>
                </a:moveTo>
                <a:lnTo>
                  <a:pt x="7667177" y="11308556"/>
                </a:lnTo>
                <a:lnTo>
                  <a:pt x="7938091" y="11308556"/>
                </a:lnTo>
                <a:lnTo>
                  <a:pt x="7666782" y="11130756"/>
                </a:lnTo>
                <a:close/>
              </a:path>
              <a:path w="13852525" h="11308715">
                <a:moveTo>
                  <a:pt x="9478281" y="10813256"/>
                </a:moveTo>
                <a:lnTo>
                  <a:pt x="7686195" y="10813256"/>
                </a:lnTo>
                <a:lnTo>
                  <a:pt x="8511158" y="11308556"/>
                </a:lnTo>
                <a:lnTo>
                  <a:pt x="8554593" y="11308556"/>
                </a:lnTo>
                <a:lnTo>
                  <a:pt x="8554315" y="10851356"/>
                </a:lnTo>
                <a:lnTo>
                  <a:pt x="9488564" y="10851356"/>
                </a:lnTo>
                <a:lnTo>
                  <a:pt x="9478281" y="10813256"/>
                </a:lnTo>
                <a:close/>
              </a:path>
              <a:path w="13852525" h="11308715">
                <a:moveTo>
                  <a:pt x="8619486" y="11168856"/>
                </a:moveTo>
                <a:lnTo>
                  <a:pt x="8658631" y="11308556"/>
                </a:lnTo>
                <a:lnTo>
                  <a:pt x="9042097" y="11308556"/>
                </a:lnTo>
                <a:lnTo>
                  <a:pt x="8619486" y="11168856"/>
                </a:lnTo>
                <a:close/>
              </a:path>
              <a:path w="13852525" h="11308715">
                <a:moveTo>
                  <a:pt x="9587425" y="10952956"/>
                </a:moveTo>
                <a:lnTo>
                  <a:pt x="9799117" y="11308556"/>
                </a:lnTo>
                <a:lnTo>
                  <a:pt x="10926641" y="11308556"/>
                </a:lnTo>
                <a:lnTo>
                  <a:pt x="10757923" y="11029156"/>
                </a:lnTo>
                <a:lnTo>
                  <a:pt x="9587425" y="10952956"/>
                </a:lnTo>
                <a:close/>
              </a:path>
              <a:path w="13852525" h="11308715">
                <a:moveTo>
                  <a:pt x="12527880" y="11029156"/>
                </a:moveTo>
                <a:lnTo>
                  <a:pt x="11234160" y="11219656"/>
                </a:lnTo>
                <a:lnTo>
                  <a:pt x="11329752" y="11308556"/>
                </a:lnTo>
                <a:lnTo>
                  <a:pt x="12829487" y="11308556"/>
                </a:lnTo>
                <a:lnTo>
                  <a:pt x="12527880" y="11029156"/>
                </a:lnTo>
                <a:close/>
              </a:path>
              <a:path w="13852525" h="11308715">
                <a:moveTo>
                  <a:pt x="7638137" y="10546556"/>
                </a:moveTo>
                <a:lnTo>
                  <a:pt x="6890020" y="10546556"/>
                </a:lnTo>
                <a:lnTo>
                  <a:pt x="6887821" y="10559256"/>
                </a:lnTo>
                <a:lnTo>
                  <a:pt x="7563947" y="11270456"/>
                </a:lnTo>
                <a:lnTo>
                  <a:pt x="7686195" y="10813256"/>
                </a:lnTo>
                <a:lnTo>
                  <a:pt x="9478281" y="10813256"/>
                </a:lnTo>
                <a:lnTo>
                  <a:pt x="9437147" y="10660856"/>
                </a:lnTo>
                <a:lnTo>
                  <a:pt x="10524376" y="10660856"/>
                </a:lnTo>
                <a:lnTo>
                  <a:pt x="10516980" y="10648156"/>
                </a:lnTo>
                <a:lnTo>
                  <a:pt x="8499343" y="10648156"/>
                </a:lnTo>
                <a:lnTo>
                  <a:pt x="8414694" y="10597356"/>
                </a:lnTo>
                <a:lnTo>
                  <a:pt x="7686069" y="10597356"/>
                </a:lnTo>
                <a:lnTo>
                  <a:pt x="7638137" y="10546556"/>
                </a:lnTo>
                <a:close/>
              </a:path>
              <a:path w="13852525" h="11308715">
                <a:moveTo>
                  <a:pt x="3612099" y="9848056"/>
                </a:moveTo>
                <a:lnTo>
                  <a:pt x="3339678" y="10013156"/>
                </a:lnTo>
                <a:lnTo>
                  <a:pt x="3128616" y="11143456"/>
                </a:lnTo>
                <a:lnTo>
                  <a:pt x="3401069" y="10978356"/>
                </a:lnTo>
                <a:lnTo>
                  <a:pt x="3612099" y="9848056"/>
                </a:lnTo>
                <a:close/>
              </a:path>
              <a:path w="13852525" h="11308715">
                <a:moveTo>
                  <a:pt x="9488564" y="10851356"/>
                </a:moveTo>
                <a:lnTo>
                  <a:pt x="8556681" y="10851356"/>
                </a:lnTo>
                <a:lnTo>
                  <a:pt x="9567405" y="11143456"/>
                </a:lnTo>
                <a:lnTo>
                  <a:pt x="9488564" y="10851356"/>
                </a:lnTo>
                <a:close/>
              </a:path>
              <a:path w="13852525" h="11308715">
                <a:moveTo>
                  <a:pt x="5481518" y="9708356"/>
                </a:moveTo>
                <a:lnTo>
                  <a:pt x="5121885" y="10089356"/>
                </a:lnTo>
                <a:lnTo>
                  <a:pt x="5288310" y="11092656"/>
                </a:lnTo>
                <a:lnTo>
                  <a:pt x="5647953" y="10711656"/>
                </a:lnTo>
                <a:lnTo>
                  <a:pt x="5481518" y="9708356"/>
                </a:lnTo>
                <a:close/>
              </a:path>
              <a:path w="13852525" h="11308715">
                <a:moveTo>
                  <a:pt x="13851902" y="10571956"/>
                </a:moveTo>
                <a:lnTo>
                  <a:pt x="13158437" y="10838656"/>
                </a:lnTo>
                <a:lnTo>
                  <a:pt x="13506593" y="11029156"/>
                </a:lnTo>
                <a:lnTo>
                  <a:pt x="13851902" y="10889456"/>
                </a:lnTo>
                <a:lnTo>
                  <a:pt x="13851902" y="10571956"/>
                </a:lnTo>
                <a:close/>
              </a:path>
              <a:path w="13852525" h="11308715">
                <a:moveTo>
                  <a:pt x="6806761" y="10102056"/>
                </a:moveTo>
                <a:lnTo>
                  <a:pt x="6214962" y="10102056"/>
                </a:lnTo>
                <a:lnTo>
                  <a:pt x="6210816" y="10114756"/>
                </a:lnTo>
                <a:lnTo>
                  <a:pt x="6660446" y="10965656"/>
                </a:lnTo>
                <a:lnTo>
                  <a:pt x="6890020" y="10546556"/>
                </a:lnTo>
                <a:lnTo>
                  <a:pt x="7638137" y="10546556"/>
                </a:lnTo>
                <a:lnTo>
                  <a:pt x="7458393" y="10356056"/>
                </a:lnTo>
                <a:lnTo>
                  <a:pt x="6941610" y="10356056"/>
                </a:lnTo>
                <a:lnTo>
                  <a:pt x="6806761" y="10102056"/>
                </a:lnTo>
                <a:close/>
              </a:path>
              <a:path w="13852525" h="11308715">
                <a:moveTo>
                  <a:pt x="11697937" y="10241756"/>
                </a:moveTo>
                <a:lnTo>
                  <a:pt x="10502769" y="10483056"/>
                </a:lnTo>
                <a:lnTo>
                  <a:pt x="10933949" y="10902156"/>
                </a:lnTo>
                <a:lnTo>
                  <a:pt x="12129107" y="10660856"/>
                </a:lnTo>
                <a:lnTo>
                  <a:pt x="11697937" y="10241756"/>
                </a:lnTo>
                <a:close/>
              </a:path>
              <a:path w="13852525" h="11308715">
                <a:moveTo>
                  <a:pt x="4363898" y="9390856"/>
                </a:moveTo>
                <a:lnTo>
                  <a:pt x="4013595" y="9619456"/>
                </a:lnTo>
                <a:lnTo>
                  <a:pt x="3860447" y="10673556"/>
                </a:lnTo>
                <a:lnTo>
                  <a:pt x="4210719" y="10457656"/>
                </a:lnTo>
                <a:lnTo>
                  <a:pt x="4363898" y="9390856"/>
                </a:lnTo>
                <a:close/>
              </a:path>
              <a:path w="13852525" h="11308715">
                <a:moveTo>
                  <a:pt x="10524376" y="10660856"/>
                </a:moveTo>
                <a:lnTo>
                  <a:pt x="9441827" y="10660856"/>
                </a:lnTo>
                <a:lnTo>
                  <a:pt x="10531773" y="10673556"/>
                </a:lnTo>
                <a:lnTo>
                  <a:pt x="10524376" y="10660856"/>
                </a:lnTo>
                <a:close/>
              </a:path>
              <a:path w="13852525" h="11308715">
                <a:moveTo>
                  <a:pt x="9253203" y="10025856"/>
                </a:moveTo>
                <a:lnTo>
                  <a:pt x="7875927" y="10025856"/>
                </a:lnTo>
                <a:lnTo>
                  <a:pt x="8408372" y="10305256"/>
                </a:lnTo>
                <a:lnTo>
                  <a:pt x="8499343" y="10648156"/>
                </a:lnTo>
                <a:lnTo>
                  <a:pt x="10516980" y="10648156"/>
                </a:lnTo>
                <a:lnTo>
                  <a:pt x="10413427" y="10470356"/>
                </a:lnTo>
                <a:lnTo>
                  <a:pt x="9327893" y="10470356"/>
                </a:lnTo>
                <a:lnTo>
                  <a:pt x="8539708" y="10241756"/>
                </a:lnTo>
                <a:lnTo>
                  <a:pt x="8539834" y="10038556"/>
                </a:lnTo>
                <a:lnTo>
                  <a:pt x="9256753" y="10038556"/>
                </a:lnTo>
                <a:lnTo>
                  <a:pt x="9253203" y="10025856"/>
                </a:lnTo>
                <a:close/>
              </a:path>
              <a:path w="13852525" h="11308715">
                <a:moveTo>
                  <a:pt x="9207049" y="9860756"/>
                </a:moveTo>
                <a:lnTo>
                  <a:pt x="7259580" y="9860756"/>
                </a:lnTo>
                <a:lnTo>
                  <a:pt x="7685860" y="10254456"/>
                </a:lnTo>
                <a:lnTo>
                  <a:pt x="7686069" y="10597356"/>
                </a:lnTo>
                <a:lnTo>
                  <a:pt x="8414694" y="10597356"/>
                </a:lnTo>
                <a:lnTo>
                  <a:pt x="7822149" y="10241756"/>
                </a:lnTo>
                <a:lnTo>
                  <a:pt x="7875927" y="10025856"/>
                </a:lnTo>
                <a:lnTo>
                  <a:pt x="9253203" y="10025856"/>
                </a:lnTo>
                <a:lnTo>
                  <a:pt x="9207049" y="9860756"/>
                </a:lnTo>
                <a:close/>
              </a:path>
              <a:path w="13852525" h="11308715">
                <a:moveTo>
                  <a:pt x="13475066" y="9759156"/>
                </a:moveTo>
                <a:lnTo>
                  <a:pt x="12227920" y="10305256"/>
                </a:lnTo>
                <a:lnTo>
                  <a:pt x="12673708" y="10546556"/>
                </a:lnTo>
                <a:lnTo>
                  <a:pt x="13851902" y="10025856"/>
                </a:lnTo>
                <a:lnTo>
                  <a:pt x="13851902" y="9962356"/>
                </a:lnTo>
                <a:lnTo>
                  <a:pt x="13475066" y="9759156"/>
                </a:lnTo>
                <a:close/>
              </a:path>
              <a:path w="13852525" h="11308715">
                <a:moveTo>
                  <a:pt x="918223" y="9301956"/>
                </a:moveTo>
                <a:lnTo>
                  <a:pt x="874706" y="9314656"/>
                </a:lnTo>
                <a:lnTo>
                  <a:pt x="182915" y="10495756"/>
                </a:lnTo>
                <a:lnTo>
                  <a:pt x="226443" y="10470356"/>
                </a:lnTo>
                <a:lnTo>
                  <a:pt x="918223" y="9301956"/>
                </a:lnTo>
                <a:close/>
              </a:path>
              <a:path w="13852525" h="11308715">
                <a:moveTo>
                  <a:pt x="9256753" y="10038556"/>
                </a:moveTo>
                <a:lnTo>
                  <a:pt x="8539834" y="10038556"/>
                </a:lnTo>
                <a:lnTo>
                  <a:pt x="9147072" y="10152856"/>
                </a:lnTo>
                <a:lnTo>
                  <a:pt x="9327893" y="10470356"/>
                </a:lnTo>
                <a:lnTo>
                  <a:pt x="10413427" y="10470356"/>
                </a:lnTo>
                <a:lnTo>
                  <a:pt x="10272891" y="10229056"/>
                </a:lnTo>
                <a:lnTo>
                  <a:pt x="10279707" y="10229056"/>
                </a:lnTo>
                <a:lnTo>
                  <a:pt x="10877850" y="10076656"/>
                </a:lnTo>
                <a:lnTo>
                  <a:pt x="10113807" y="10076656"/>
                </a:lnTo>
                <a:lnTo>
                  <a:pt x="9263854" y="10063956"/>
                </a:lnTo>
                <a:lnTo>
                  <a:pt x="9256753" y="10038556"/>
                </a:lnTo>
                <a:close/>
              </a:path>
              <a:path w="13852525" h="11308715">
                <a:moveTo>
                  <a:pt x="6217188" y="9505156"/>
                </a:moveTo>
                <a:lnTo>
                  <a:pt x="5699250" y="9505156"/>
                </a:lnTo>
                <a:lnTo>
                  <a:pt x="5693554" y="9517856"/>
                </a:lnTo>
                <a:lnTo>
                  <a:pt x="5899569" y="10432256"/>
                </a:lnTo>
                <a:lnTo>
                  <a:pt x="6214962" y="10102056"/>
                </a:lnTo>
                <a:lnTo>
                  <a:pt x="6806761" y="10102056"/>
                </a:lnTo>
                <a:lnTo>
                  <a:pt x="6712367" y="9924256"/>
                </a:lnTo>
                <a:lnTo>
                  <a:pt x="6311860" y="9924256"/>
                </a:lnTo>
                <a:lnTo>
                  <a:pt x="6217188" y="9505156"/>
                </a:lnTo>
                <a:close/>
              </a:path>
              <a:path w="13852525" h="11308715">
                <a:moveTo>
                  <a:pt x="9853036" y="9543256"/>
                </a:moveTo>
                <a:lnTo>
                  <a:pt x="6729292" y="9543256"/>
                </a:lnTo>
                <a:lnTo>
                  <a:pt x="7027000" y="10025856"/>
                </a:lnTo>
                <a:lnTo>
                  <a:pt x="6941610" y="10356056"/>
                </a:lnTo>
                <a:lnTo>
                  <a:pt x="7458393" y="10356056"/>
                </a:lnTo>
                <a:lnTo>
                  <a:pt x="7158818" y="10038556"/>
                </a:lnTo>
                <a:lnTo>
                  <a:pt x="7259580" y="9860756"/>
                </a:lnTo>
                <a:lnTo>
                  <a:pt x="9207049" y="9860756"/>
                </a:lnTo>
                <a:lnTo>
                  <a:pt x="9850537" y="9809956"/>
                </a:lnTo>
                <a:lnTo>
                  <a:pt x="11233329" y="9809956"/>
                </a:lnTo>
                <a:lnTo>
                  <a:pt x="11116350" y="9695656"/>
                </a:lnTo>
                <a:lnTo>
                  <a:pt x="9943571" y="9695656"/>
                </a:lnTo>
                <a:lnTo>
                  <a:pt x="9853036" y="9543256"/>
                </a:lnTo>
                <a:close/>
              </a:path>
              <a:path w="13852525" h="11308715">
                <a:moveTo>
                  <a:pt x="1727580" y="9060656"/>
                </a:moveTo>
                <a:lnTo>
                  <a:pt x="1599951" y="9111456"/>
                </a:lnTo>
                <a:lnTo>
                  <a:pt x="979394" y="10229056"/>
                </a:lnTo>
                <a:lnTo>
                  <a:pt x="1107013" y="10190956"/>
                </a:lnTo>
                <a:lnTo>
                  <a:pt x="1727580" y="9060656"/>
                </a:lnTo>
                <a:close/>
              </a:path>
              <a:path w="13852525" h="11308715">
                <a:moveTo>
                  <a:pt x="5115655" y="8946356"/>
                </a:moveTo>
                <a:lnTo>
                  <a:pt x="4687553" y="9213056"/>
                </a:lnTo>
                <a:lnTo>
                  <a:pt x="4592258" y="10203656"/>
                </a:lnTo>
                <a:lnTo>
                  <a:pt x="5020360" y="9936956"/>
                </a:lnTo>
                <a:lnTo>
                  <a:pt x="5115655" y="8946356"/>
                </a:lnTo>
                <a:close/>
              </a:path>
              <a:path w="13852525" h="11308715">
                <a:moveTo>
                  <a:pt x="11233329" y="9809956"/>
                </a:moveTo>
                <a:lnTo>
                  <a:pt x="9850537" y="9809956"/>
                </a:lnTo>
                <a:lnTo>
                  <a:pt x="10113807" y="10076656"/>
                </a:lnTo>
                <a:lnTo>
                  <a:pt x="10877850" y="10076656"/>
                </a:lnTo>
                <a:lnTo>
                  <a:pt x="11376302" y="9949656"/>
                </a:lnTo>
                <a:lnTo>
                  <a:pt x="11233329" y="9809956"/>
                </a:lnTo>
                <a:close/>
              </a:path>
              <a:path w="13852525" h="11308715">
                <a:moveTo>
                  <a:pt x="12433862" y="9213056"/>
                </a:moveTo>
                <a:lnTo>
                  <a:pt x="11297383" y="9771856"/>
                </a:lnTo>
                <a:lnTo>
                  <a:pt x="11840833" y="10063956"/>
                </a:lnTo>
                <a:lnTo>
                  <a:pt x="12977322" y="9505156"/>
                </a:lnTo>
                <a:lnTo>
                  <a:pt x="12433862" y="9213056"/>
                </a:lnTo>
                <a:close/>
              </a:path>
              <a:path w="13852525" h="11308715">
                <a:moveTo>
                  <a:pt x="2536927" y="8832056"/>
                </a:moveTo>
                <a:lnTo>
                  <a:pt x="2325217" y="8908256"/>
                </a:lnTo>
                <a:lnTo>
                  <a:pt x="1775893" y="9975056"/>
                </a:lnTo>
                <a:lnTo>
                  <a:pt x="1987583" y="9911556"/>
                </a:lnTo>
                <a:lnTo>
                  <a:pt x="2536927" y="8832056"/>
                </a:lnTo>
                <a:close/>
              </a:path>
              <a:path w="13852525" h="11308715">
                <a:moveTo>
                  <a:pt x="10489852" y="9111456"/>
                </a:moveTo>
                <a:lnTo>
                  <a:pt x="6315661" y="9111456"/>
                </a:lnTo>
                <a:lnTo>
                  <a:pt x="6472200" y="9644856"/>
                </a:lnTo>
                <a:lnTo>
                  <a:pt x="6311860" y="9924256"/>
                </a:lnTo>
                <a:lnTo>
                  <a:pt x="6712367" y="9924256"/>
                </a:lnTo>
                <a:lnTo>
                  <a:pt x="6591003" y="9695656"/>
                </a:lnTo>
                <a:lnTo>
                  <a:pt x="6729292" y="9543256"/>
                </a:lnTo>
                <a:lnTo>
                  <a:pt x="9853036" y="9543256"/>
                </a:lnTo>
                <a:lnTo>
                  <a:pt x="9830402" y="9505156"/>
                </a:lnTo>
                <a:lnTo>
                  <a:pt x="10466644" y="9289256"/>
                </a:lnTo>
                <a:lnTo>
                  <a:pt x="11532261" y="9289256"/>
                </a:lnTo>
                <a:lnTo>
                  <a:pt x="11783015" y="9149556"/>
                </a:lnTo>
                <a:lnTo>
                  <a:pt x="10527909" y="9149556"/>
                </a:lnTo>
                <a:lnTo>
                  <a:pt x="10489852" y="9111456"/>
                </a:lnTo>
                <a:close/>
              </a:path>
              <a:path w="13852525" h="11308715">
                <a:moveTo>
                  <a:pt x="5854782" y="8819356"/>
                </a:moveTo>
                <a:lnTo>
                  <a:pt x="5368265" y="8819356"/>
                </a:lnTo>
                <a:lnTo>
                  <a:pt x="5361413" y="8821283"/>
                </a:lnTo>
                <a:lnTo>
                  <a:pt x="5324057" y="9746456"/>
                </a:lnTo>
                <a:lnTo>
                  <a:pt x="5699250" y="9505156"/>
                </a:lnTo>
                <a:lnTo>
                  <a:pt x="6217188" y="9505156"/>
                </a:lnTo>
                <a:lnTo>
                  <a:pt x="6185631" y="9365456"/>
                </a:lnTo>
                <a:lnTo>
                  <a:pt x="5832366" y="9365456"/>
                </a:lnTo>
                <a:lnTo>
                  <a:pt x="5854782" y="8819356"/>
                </a:lnTo>
                <a:close/>
              </a:path>
              <a:path w="13852525" h="11308715">
                <a:moveTo>
                  <a:pt x="3346275" y="8603456"/>
                </a:moveTo>
                <a:lnTo>
                  <a:pt x="3050472" y="8692356"/>
                </a:lnTo>
                <a:lnTo>
                  <a:pt x="2572382" y="9721056"/>
                </a:lnTo>
                <a:lnTo>
                  <a:pt x="2868174" y="9619456"/>
                </a:lnTo>
                <a:lnTo>
                  <a:pt x="3346275" y="8603456"/>
                </a:lnTo>
                <a:close/>
              </a:path>
              <a:path w="13852525" h="11308715">
                <a:moveTo>
                  <a:pt x="11532261" y="9289256"/>
                </a:moveTo>
                <a:lnTo>
                  <a:pt x="10466644" y="9289256"/>
                </a:lnTo>
                <a:lnTo>
                  <a:pt x="10798718" y="9467056"/>
                </a:lnTo>
                <a:lnTo>
                  <a:pt x="9943571" y="9695656"/>
                </a:lnTo>
                <a:lnTo>
                  <a:pt x="11116350" y="9695656"/>
                </a:lnTo>
                <a:lnTo>
                  <a:pt x="10999371" y="9581356"/>
                </a:lnTo>
                <a:lnTo>
                  <a:pt x="11007958" y="9581356"/>
                </a:lnTo>
                <a:lnTo>
                  <a:pt x="11532261" y="9289256"/>
                </a:lnTo>
                <a:close/>
              </a:path>
              <a:path w="13852525" h="11308715">
                <a:moveTo>
                  <a:pt x="4155632" y="8374856"/>
                </a:moveTo>
                <a:lnTo>
                  <a:pt x="3775727" y="8489156"/>
                </a:lnTo>
                <a:lnTo>
                  <a:pt x="3368860" y="9454356"/>
                </a:lnTo>
                <a:lnTo>
                  <a:pt x="3748765" y="9340056"/>
                </a:lnTo>
                <a:lnTo>
                  <a:pt x="4155632" y="8374856"/>
                </a:lnTo>
                <a:close/>
              </a:path>
              <a:path w="13852525" h="11308715">
                <a:moveTo>
                  <a:pt x="11727822" y="8590756"/>
                </a:moveTo>
                <a:lnTo>
                  <a:pt x="6039638" y="8590756"/>
                </a:lnTo>
                <a:lnTo>
                  <a:pt x="6052663" y="9136856"/>
                </a:lnTo>
                <a:lnTo>
                  <a:pt x="5832366" y="9365456"/>
                </a:lnTo>
                <a:lnTo>
                  <a:pt x="6185631" y="9365456"/>
                </a:lnTo>
                <a:lnTo>
                  <a:pt x="6151205" y="9213056"/>
                </a:lnTo>
                <a:lnTo>
                  <a:pt x="6315661" y="9111456"/>
                </a:lnTo>
                <a:lnTo>
                  <a:pt x="10489852" y="9111456"/>
                </a:lnTo>
                <a:lnTo>
                  <a:pt x="10362993" y="8984456"/>
                </a:lnTo>
                <a:lnTo>
                  <a:pt x="10946389" y="8603456"/>
                </a:lnTo>
                <a:lnTo>
                  <a:pt x="11714521" y="8603456"/>
                </a:lnTo>
                <a:lnTo>
                  <a:pt x="11727822" y="8590756"/>
                </a:lnTo>
                <a:close/>
              </a:path>
              <a:path w="13852525" h="11308715">
                <a:moveTo>
                  <a:pt x="13851902" y="8451056"/>
                </a:moveTo>
                <a:lnTo>
                  <a:pt x="12983206" y="9124156"/>
                </a:lnTo>
                <a:lnTo>
                  <a:pt x="13494719" y="9251156"/>
                </a:lnTo>
                <a:lnTo>
                  <a:pt x="13851902" y="8959056"/>
                </a:lnTo>
                <a:lnTo>
                  <a:pt x="13851902" y="8451056"/>
                </a:lnTo>
                <a:close/>
              </a:path>
              <a:path w="13852525" h="11308715">
                <a:moveTo>
                  <a:pt x="4964979" y="8133556"/>
                </a:moveTo>
                <a:lnTo>
                  <a:pt x="4500993" y="8285956"/>
                </a:lnTo>
                <a:lnTo>
                  <a:pt x="4165328" y="9200356"/>
                </a:lnTo>
                <a:lnTo>
                  <a:pt x="4629345" y="9047956"/>
                </a:lnTo>
                <a:lnTo>
                  <a:pt x="4964979" y="8133556"/>
                </a:lnTo>
                <a:close/>
              </a:path>
              <a:path w="13852525" h="11308715">
                <a:moveTo>
                  <a:pt x="11714521" y="8603456"/>
                </a:moveTo>
                <a:lnTo>
                  <a:pt x="10946389" y="8603456"/>
                </a:lnTo>
                <a:lnTo>
                  <a:pt x="11327843" y="8692356"/>
                </a:lnTo>
                <a:lnTo>
                  <a:pt x="10527909" y="9149556"/>
                </a:lnTo>
                <a:lnTo>
                  <a:pt x="11783015" y="9149556"/>
                </a:lnTo>
                <a:lnTo>
                  <a:pt x="12033769" y="9009856"/>
                </a:lnTo>
                <a:lnTo>
                  <a:pt x="11558349" y="8743156"/>
                </a:lnTo>
                <a:lnTo>
                  <a:pt x="11568202" y="8743156"/>
                </a:lnTo>
                <a:lnTo>
                  <a:pt x="11714521" y="8603456"/>
                </a:lnTo>
                <a:close/>
              </a:path>
              <a:path w="13852525" h="11308715">
                <a:moveTo>
                  <a:pt x="12901020" y="7993856"/>
                </a:moveTo>
                <a:lnTo>
                  <a:pt x="11907469" y="8857456"/>
                </a:lnTo>
                <a:lnTo>
                  <a:pt x="12531471" y="8997156"/>
                </a:lnTo>
                <a:lnTo>
                  <a:pt x="13525022" y="8133556"/>
                </a:lnTo>
                <a:lnTo>
                  <a:pt x="12901020" y="7993856"/>
                </a:lnTo>
                <a:close/>
              </a:path>
              <a:path w="13852525" h="11308715">
                <a:moveTo>
                  <a:pt x="5725039" y="8070056"/>
                </a:moveTo>
                <a:lnTo>
                  <a:pt x="5233589" y="8070056"/>
                </a:lnTo>
                <a:lnTo>
                  <a:pt x="5226178" y="8070286"/>
                </a:lnTo>
                <a:lnTo>
                  <a:pt x="4961838" y="8933656"/>
                </a:lnTo>
                <a:lnTo>
                  <a:pt x="5361413" y="8821283"/>
                </a:lnTo>
                <a:lnTo>
                  <a:pt x="5361491" y="8819356"/>
                </a:lnTo>
                <a:lnTo>
                  <a:pt x="5854782" y="8819356"/>
                </a:lnTo>
                <a:lnTo>
                  <a:pt x="5858953" y="8717756"/>
                </a:lnTo>
                <a:lnTo>
                  <a:pt x="5526627" y="8717756"/>
                </a:lnTo>
                <a:lnTo>
                  <a:pt x="5725039" y="8070056"/>
                </a:lnTo>
                <a:close/>
              </a:path>
              <a:path w="13852525" h="11308715">
                <a:moveTo>
                  <a:pt x="5368265" y="8819356"/>
                </a:moveTo>
                <a:lnTo>
                  <a:pt x="5361491" y="8819356"/>
                </a:lnTo>
                <a:lnTo>
                  <a:pt x="5361413" y="8821283"/>
                </a:lnTo>
                <a:lnTo>
                  <a:pt x="5368265" y="8819356"/>
                </a:lnTo>
                <a:close/>
              </a:path>
              <a:path w="13852525" h="11308715">
                <a:moveTo>
                  <a:pt x="11034068" y="8031956"/>
                </a:moveTo>
                <a:lnTo>
                  <a:pt x="5911840" y="8031956"/>
                </a:lnTo>
                <a:lnTo>
                  <a:pt x="5788671" y="8552656"/>
                </a:lnTo>
                <a:lnTo>
                  <a:pt x="5526627" y="8717756"/>
                </a:lnTo>
                <a:lnTo>
                  <a:pt x="5858953" y="8717756"/>
                </a:lnTo>
                <a:lnTo>
                  <a:pt x="5861559" y="8654256"/>
                </a:lnTo>
                <a:lnTo>
                  <a:pt x="6039638" y="8590756"/>
                </a:lnTo>
                <a:lnTo>
                  <a:pt x="11727822" y="8590756"/>
                </a:lnTo>
                <a:lnTo>
                  <a:pt x="11887442" y="8438356"/>
                </a:lnTo>
                <a:lnTo>
                  <a:pt x="10969582" y="8438356"/>
                </a:lnTo>
                <a:lnTo>
                  <a:pt x="10761483" y="8324056"/>
                </a:lnTo>
                <a:lnTo>
                  <a:pt x="11034068" y="8031956"/>
                </a:lnTo>
                <a:close/>
              </a:path>
              <a:path w="13852525" h="11308715">
                <a:moveTo>
                  <a:pt x="11954577" y="7790656"/>
                </a:moveTo>
                <a:lnTo>
                  <a:pt x="11654158" y="7790656"/>
                </a:lnTo>
                <a:lnTo>
                  <a:pt x="10969582" y="8438356"/>
                </a:lnTo>
                <a:lnTo>
                  <a:pt x="11887442" y="8438356"/>
                </a:lnTo>
                <a:lnTo>
                  <a:pt x="12446113" y="7904956"/>
                </a:lnTo>
                <a:lnTo>
                  <a:pt x="11954577" y="7790656"/>
                </a:lnTo>
                <a:close/>
              </a:path>
              <a:path w="13852525" h="11308715">
                <a:moveTo>
                  <a:pt x="979970" y="7396956"/>
                </a:moveTo>
                <a:lnTo>
                  <a:pt x="935060" y="7409656"/>
                </a:lnTo>
                <a:lnTo>
                  <a:pt x="0" y="8349456"/>
                </a:lnTo>
                <a:lnTo>
                  <a:pt x="44899" y="8336756"/>
                </a:lnTo>
                <a:lnTo>
                  <a:pt x="979970" y="7396956"/>
                </a:lnTo>
                <a:close/>
              </a:path>
              <a:path w="13852525" h="11308715">
                <a:moveTo>
                  <a:pt x="1789442" y="7384256"/>
                </a:moveTo>
                <a:lnTo>
                  <a:pt x="1660137" y="7396956"/>
                </a:lnTo>
                <a:lnTo>
                  <a:pt x="804153" y="8298656"/>
                </a:lnTo>
                <a:lnTo>
                  <a:pt x="933427" y="8298656"/>
                </a:lnTo>
                <a:lnTo>
                  <a:pt x="1789442" y="7384256"/>
                </a:lnTo>
                <a:close/>
              </a:path>
              <a:path w="13852525" h="11308715">
                <a:moveTo>
                  <a:pt x="2598884" y="7371556"/>
                </a:moveTo>
                <a:lnTo>
                  <a:pt x="2385225" y="7384256"/>
                </a:lnTo>
                <a:lnTo>
                  <a:pt x="1608296" y="8260556"/>
                </a:lnTo>
                <a:lnTo>
                  <a:pt x="1821944" y="8247856"/>
                </a:lnTo>
                <a:lnTo>
                  <a:pt x="2598884" y="7371556"/>
                </a:lnTo>
                <a:close/>
              </a:path>
              <a:path w="13852525" h="11308715">
                <a:moveTo>
                  <a:pt x="3408325" y="7358856"/>
                </a:moveTo>
                <a:lnTo>
                  <a:pt x="3110324" y="7371556"/>
                </a:lnTo>
                <a:lnTo>
                  <a:pt x="2412450" y="8222456"/>
                </a:lnTo>
                <a:lnTo>
                  <a:pt x="2710472" y="8197056"/>
                </a:lnTo>
                <a:lnTo>
                  <a:pt x="3408325" y="7358856"/>
                </a:lnTo>
                <a:close/>
              </a:path>
              <a:path w="13852525" h="11308715">
                <a:moveTo>
                  <a:pt x="4217798" y="7346156"/>
                </a:moveTo>
                <a:lnTo>
                  <a:pt x="3835401" y="7358856"/>
                </a:lnTo>
                <a:lnTo>
                  <a:pt x="3216593" y="8171656"/>
                </a:lnTo>
                <a:lnTo>
                  <a:pt x="3598979" y="8158956"/>
                </a:lnTo>
                <a:lnTo>
                  <a:pt x="4217798" y="7346156"/>
                </a:lnTo>
                <a:close/>
              </a:path>
              <a:path w="13852525" h="11308715">
                <a:moveTo>
                  <a:pt x="5027260" y="7333456"/>
                </a:moveTo>
                <a:lnTo>
                  <a:pt x="4560478" y="7346156"/>
                </a:lnTo>
                <a:lnTo>
                  <a:pt x="4020736" y="8133556"/>
                </a:lnTo>
                <a:lnTo>
                  <a:pt x="4487507" y="8108156"/>
                </a:lnTo>
                <a:lnTo>
                  <a:pt x="5027260" y="7333456"/>
                </a:lnTo>
                <a:close/>
              </a:path>
              <a:path w="13852525" h="11308715">
                <a:moveTo>
                  <a:pt x="11539800" y="6863556"/>
                </a:moveTo>
                <a:lnTo>
                  <a:pt x="5944960" y="6863556"/>
                </a:lnTo>
                <a:lnTo>
                  <a:pt x="6091165" y="6939756"/>
                </a:lnTo>
                <a:lnTo>
                  <a:pt x="5750913" y="7320756"/>
                </a:lnTo>
                <a:lnTo>
                  <a:pt x="5465456" y="7333456"/>
                </a:lnTo>
                <a:lnTo>
                  <a:pt x="5285566" y="7333456"/>
                </a:lnTo>
                <a:lnTo>
                  <a:pt x="4824879" y="8082756"/>
                </a:lnTo>
                <a:lnTo>
                  <a:pt x="5226178" y="8070286"/>
                </a:lnTo>
                <a:lnTo>
                  <a:pt x="5226249" y="8070056"/>
                </a:lnTo>
                <a:lnTo>
                  <a:pt x="5725039" y="8070056"/>
                </a:lnTo>
                <a:lnTo>
                  <a:pt x="5732820" y="8044656"/>
                </a:lnTo>
                <a:lnTo>
                  <a:pt x="5911840" y="8031956"/>
                </a:lnTo>
                <a:lnTo>
                  <a:pt x="11034068" y="8031956"/>
                </a:lnTo>
                <a:lnTo>
                  <a:pt x="11045920" y="8019256"/>
                </a:lnTo>
                <a:lnTo>
                  <a:pt x="5405133" y="8019256"/>
                </a:lnTo>
                <a:lnTo>
                  <a:pt x="5764379" y="7435056"/>
                </a:lnTo>
                <a:lnTo>
                  <a:pt x="11064475" y="7435056"/>
                </a:lnTo>
                <a:lnTo>
                  <a:pt x="11337424" y="6927056"/>
                </a:lnTo>
                <a:lnTo>
                  <a:pt x="11539800" y="6863556"/>
                </a:lnTo>
                <a:close/>
              </a:path>
              <a:path w="13852525" h="11308715">
                <a:moveTo>
                  <a:pt x="5233589" y="8070056"/>
                </a:moveTo>
                <a:lnTo>
                  <a:pt x="5226249" y="8070056"/>
                </a:lnTo>
                <a:lnTo>
                  <a:pt x="5226178" y="8070286"/>
                </a:lnTo>
                <a:lnTo>
                  <a:pt x="5233589" y="8070056"/>
                </a:lnTo>
                <a:close/>
              </a:path>
              <a:path w="13852525" h="11308715">
                <a:moveTo>
                  <a:pt x="11064475" y="7435056"/>
                </a:moveTo>
                <a:lnTo>
                  <a:pt x="5764379" y="7435056"/>
                </a:lnTo>
                <a:lnTo>
                  <a:pt x="5932290" y="7473156"/>
                </a:lnTo>
                <a:lnTo>
                  <a:pt x="5689010" y="7930356"/>
                </a:lnTo>
                <a:lnTo>
                  <a:pt x="5405133" y="8019256"/>
                </a:lnTo>
                <a:lnTo>
                  <a:pt x="11045920" y="8019256"/>
                </a:lnTo>
                <a:lnTo>
                  <a:pt x="11247395" y="7803356"/>
                </a:lnTo>
                <a:lnTo>
                  <a:pt x="11654158" y="7790656"/>
                </a:lnTo>
                <a:lnTo>
                  <a:pt x="11954577" y="7790656"/>
                </a:lnTo>
                <a:lnTo>
                  <a:pt x="11899962" y="7777956"/>
                </a:lnTo>
                <a:lnTo>
                  <a:pt x="11910475" y="7777956"/>
                </a:lnTo>
                <a:lnTo>
                  <a:pt x="11996729" y="7638256"/>
                </a:lnTo>
                <a:lnTo>
                  <a:pt x="11228548" y="7638256"/>
                </a:lnTo>
                <a:lnTo>
                  <a:pt x="10989414" y="7574756"/>
                </a:lnTo>
                <a:lnTo>
                  <a:pt x="11064475" y="7435056"/>
                </a:lnTo>
                <a:close/>
              </a:path>
              <a:path w="13852525" h="11308715">
                <a:moveTo>
                  <a:pt x="13715058" y="6647656"/>
                </a:moveTo>
                <a:lnTo>
                  <a:pt x="13049916" y="6673056"/>
                </a:lnTo>
                <a:lnTo>
                  <a:pt x="12278526" y="7790656"/>
                </a:lnTo>
                <a:lnTo>
                  <a:pt x="12943658" y="7765256"/>
                </a:lnTo>
                <a:lnTo>
                  <a:pt x="13715058" y="6647656"/>
                </a:lnTo>
                <a:close/>
              </a:path>
              <a:path w="13852525" h="11308715">
                <a:moveTo>
                  <a:pt x="13851902" y="7219156"/>
                </a:moveTo>
                <a:lnTo>
                  <a:pt x="13431926" y="7765256"/>
                </a:lnTo>
                <a:lnTo>
                  <a:pt x="13851902" y="7752556"/>
                </a:lnTo>
                <a:lnTo>
                  <a:pt x="13851902" y="7219156"/>
                </a:lnTo>
                <a:close/>
              </a:path>
              <a:path w="13852525" h="11308715">
                <a:moveTo>
                  <a:pt x="12514256" y="6800056"/>
                </a:moveTo>
                <a:lnTo>
                  <a:pt x="11742176" y="6800056"/>
                </a:lnTo>
                <a:lnTo>
                  <a:pt x="11228548" y="7638256"/>
                </a:lnTo>
                <a:lnTo>
                  <a:pt x="11996729" y="7638256"/>
                </a:lnTo>
                <a:lnTo>
                  <a:pt x="12514256" y="6800056"/>
                </a:lnTo>
                <a:close/>
              </a:path>
              <a:path w="13852525" h="11308715">
                <a:moveTo>
                  <a:pt x="5518683" y="6653162"/>
                </a:moveTo>
                <a:lnTo>
                  <a:pt x="4909473" y="7244556"/>
                </a:lnTo>
                <a:lnTo>
                  <a:pt x="5292969" y="7333456"/>
                </a:lnTo>
                <a:lnTo>
                  <a:pt x="5465456" y="7333456"/>
                </a:lnTo>
                <a:lnTo>
                  <a:pt x="5944960" y="6863556"/>
                </a:lnTo>
                <a:lnTo>
                  <a:pt x="11539800" y="6863556"/>
                </a:lnTo>
                <a:lnTo>
                  <a:pt x="11742176" y="6800056"/>
                </a:lnTo>
                <a:lnTo>
                  <a:pt x="12514256" y="6800056"/>
                </a:lnTo>
                <a:lnTo>
                  <a:pt x="12529939" y="6774656"/>
                </a:lnTo>
                <a:lnTo>
                  <a:pt x="11020240" y="6774656"/>
                </a:lnTo>
                <a:lnTo>
                  <a:pt x="11026344" y="6749256"/>
                </a:lnTo>
                <a:lnTo>
                  <a:pt x="5960991" y="6749256"/>
                </a:lnTo>
                <a:lnTo>
                  <a:pt x="5693135" y="6685756"/>
                </a:lnTo>
                <a:lnTo>
                  <a:pt x="5737997" y="6660356"/>
                </a:lnTo>
                <a:lnTo>
                  <a:pt x="5531297" y="6660356"/>
                </a:lnTo>
                <a:lnTo>
                  <a:pt x="5518683" y="6653162"/>
                </a:lnTo>
                <a:close/>
              </a:path>
              <a:path w="13852525" h="11308715">
                <a:moveTo>
                  <a:pt x="4847957" y="6482556"/>
                </a:moveTo>
                <a:lnTo>
                  <a:pt x="4151925" y="7079456"/>
                </a:lnTo>
                <a:lnTo>
                  <a:pt x="4590069" y="7181056"/>
                </a:lnTo>
                <a:lnTo>
                  <a:pt x="5286111" y="6584156"/>
                </a:lnTo>
                <a:lnTo>
                  <a:pt x="4847957" y="6482556"/>
                </a:lnTo>
                <a:close/>
              </a:path>
              <a:path w="13852525" h="11308715">
                <a:moveTo>
                  <a:pt x="4171558" y="6304756"/>
                </a:moveTo>
                <a:lnTo>
                  <a:pt x="3394367" y="6914356"/>
                </a:lnTo>
                <a:lnTo>
                  <a:pt x="3753519" y="7003256"/>
                </a:lnTo>
                <a:lnTo>
                  <a:pt x="4530731" y="6393656"/>
                </a:lnTo>
                <a:lnTo>
                  <a:pt x="4171558" y="6304756"/>
                </a:lnTo>
                <a:close/>
              </a:path>
              <a:path w="13852525" h="11308715">
                <a:moveTo>
                  <a:pt x="3495139" y="6139656"/>
                </a:moveTo>
                <a:lnTo>
                  <a:pt x="2636809" y="6761956"/>
                </a:lnTo>
                <a:lnTo>
                  <a:pt x="2916968" y="6825456"/>
                </a:lnTo>
                <a:lnTo>
                  <a:pt x="3775330" y="6203156"/>
                </a:lnTo>
                <a:lnTo>
                  <a:pt x="3495139" y="6139656"/>
                </a:lnTo>
                <a:close/>
              </a:path>
              <a:path w="13852525" h="11308715">
                <a:moveTo>
                  <a:pt x="12278779" y="5809456"/>
                </a:moveTo>
                <a:lnTo>
                  <a:pt x="11571134" y="5809456"/>
                </a:lnTo>
                <a:lnTo>
                  <a:pt x="11275332" y="6774656"/>
                </a:lnTo>
                <a:lnTo>
                  <a:pt x="12529939" y="6774656"/>
                </a:lnTo>
                <a:lnTo>
                  <a:pt x="12561304" y="6723856"/>
                </a:lnTo>
                <a:lnTo>
                  <a:pt x="11986744" y="6723856"/>
                </a:lnTo>
                <a:lnTo>
                  <a:pt x="11997286" y="6723626"/>
                </a:lnTo>
                <a:lnTo>
                  <a:pt x="12278779" y="5809456"/>
                </a:lnTo>
                <a:close/>
              </a:path>
              <a:path w="13852525" h="11308715">
                <a:moveTo>
                  <a:pt x="11117907" y="6368256"/>
                </a:moveTo>
                <a:lnTo>
                  <a:pt x="6253903" y="6368256"/>
                </a:lnTo>
                <a:lnTo>
                  <a:pt x="6369868" y="6482556"/>
                </a:lnTo>
                <a:lnTo>
                  <a:pt x="5960991" y="6749256"/>
                </a:lnTo>
                <a:lnTo>
                  <a:pt x="11026344" y="6749256"/>
                </a:lnTo>
                <a:lnTo>
                  <a:pt x="11117907" y="6368256"/>
                </a:lnTo>
                <a:close/>
              </a:path>
              <a:path w="13852525" h="11308715">
                <a:moveTo>
                  <a:pt x="11997286" y="6723626"/>
                </a:moveTo>
                <a:lnTo>
                  <a:pt x="11986744" y="6723856"/>
                </a:lnTo>
                <a:lnTo>
                  <a:pt x="11997215" y="6723856"/>
                </a:lnTo>
                <a:lnTo>
                  <a:pt x="11997286" y="6723626"/>
                </a:lnTo>
                <a:close/>
              </a:path>
              <a:path w="13852525" h="11308715">
                <a:moveTo>
                  <a:pt x="12569146" y="6711156"/>
                </a:moveTo>
                <a:lnTo>
                  <a:pt x="11997286" y="6723626"/>
                </a:lnTo>
                <a:lnTo>
                  <a:pt x="11997215" y="6723856"/>
                </a:lnTo>
                <a:lnTo>
                  <a:pt x="12561304" y="6723856"/>
                </a:lnTo>
                <a:lnTo>
                  <a:pt x="12569146" y="6711156"/>
                </a:lnTo>
                <a:close/>
              </a:path>
              <a:path w="13852525" h="11308715">
                <a:moveTo>
                  <a:pt x="5524355" y="6647656"/>
                </a:moveTo>
                <a:lnTo>
                  <a:pt x="5518683" y="6653162"/>
                </a:lnTo>
                <a:lnTo>
                  <a:pt x="5531297" y="6660356"/>
                </a:lnTo>
                <a:lnTo>
                  <a:pt x="5524355" y="6647656"/>
                </a:lnTo>
                <a:close/>
              </a:path>
              <a:path w="13852525" h="11308715">
                <a:moveTo>
                  <a:pt x="5760427" y="6647656"/>
                </a:moveTo>
                <a:lnTo>
                  <a:pt x="5524355" y="6647656"/>
                </a:lnTo>
                <a:lnTo>
                  <a:pt x="5531297" y="6660356"/>
                </a:lnTo>
                <a:lnTo>
                  <a:pt x="5737997" y="6660356"/>
                </a:lnTo>
                <a:lnTo>
                  <a:pt x="5760427" y="6647656"/>
                </a:lnTo>
                <a:close/>
              </a:path>
              <a:path w="13852525" h="11308715">
                <a:moveTo>
                  <a:pt x="6424317" y="5606831"/>
                </a:moveTo>
                <a:lnTo>
                  <a:pt x="5657293" y="5809456"/>
                </a:lnTo>
                <a:lnTo>
                  <a:pt x="5922374" y="6063456"/>
                </a:lnTo>
                <a:lnTo>
                  <a:pt x="5916343" y="6063456"/>
                </a:lnTo>
                <a:lnTo>
                  <a:pt x="5197244" y="6469856"/>
                </a:lnTo>
                <a:lnTo>
                  <a:pt x="5518683" y="6653162"/>
                </a:lnTo>
                <a:lnTo>
                  <a:pt x="5524355" y="6647656"/>
                </a:lnTo>
                <a:lnTo>
                  <a:pt x="5760427" y="6647656"/>
                </a:lnTo>
                <a:lnTo>
                  <a:pt x="6253903" y="6368256"/>
                </a:lnTo>
                <a:lnTo>
                  <a:pt x="11117907" y="6368256"/>
                </a:lnTo>
                <a:lnTo>
                  <a:pt x="11142323" y="6266656"/>
                </a:lnTo>
                <a:lnTo>
                  <a:pt x="6296677" y="6266656"/>
                </a:lnTo>
                <a:lnTo>
                  <a:pt x="6063354" y="6139656"/>
                </a:lnTo>
                <a:lnTo>
                  <a:pt x="6663200" y="5987256"/>
                </a:lnTo>
                <a:lnTo>
                  <a:pt x="10839816" y="5987256"/>
                </a:lnTo>
                <a:lnTo>
                  <a:pt x="10837873" y="5898356"/>
                </a:lnTo>
                <a:lnTo>
                  <a:pt x="6728318" y="5898356"/>
                </a:lnTo>
                <a:lnTo>
                  <a:pt x="6543162" y="5720556"/>
                </a:lnTo>
                <a:lnTo>
                  <a:pt x="7526064" y="5720556"/>
                </a:lnTo>
                <a:lnTo>
                  <a:pt x="7221518" y="5657056"/>
                </a:lnTo>
                <a:lnTo>
                  <a:pt x="7199043" y="5618956"/>
                </a:lnTo>
                <a:lnTo>
                  <a:pt x="6431280" y="5618956"/>
                </a:lnTo>
                <a:lnTo>
                  <a:pt x="6424317" y="5606831"/>
                </a:lnTo>
                <a:close/>
              </a:path>
              <a:path w="13852525" h="11308715">
                <a:moveTo>
                  <a:pt x="2818762" y="5961856"/>
                </a:moveTo>
                <a:lnTo>
                  <a:pt x="1879251" y="6596856"/>
                </a:lnTo>
                <a:lnTo>
                  <a:pt x="2080439" y="6634956"/>
                </a:lnTo>
                <a:lnTo>
                  <a:pt x="3019960" y="5999956"/>
                </a:lnTo>
                <a:lnTo>
                  <a:pt x="2818762" y="5961856"/>
                </a:lnTo>
                <a:close/>
              </a:path>
              <a:path w="13852525" h="11308715">
                <a:moveTo>
                  <a:pt x="13512185" y="5123656"/>
                </a:moveTo>
                <a:lnTo>
                  <a:pt x="12850645" y="5326856"/>
                </a:lnTo>
                <a:lnTo>
                  <a:pt x="12369675" y="6634956"/>
                </a:lnTo>
                <a:lnTo>
                  <a:pt x="13031205" y="6431756"/>
                </a:lnTo>
                <a:lnTo>
                  <a:pt x="13512185" y="5123656"/>
                </a:lnTo>
                <a:close/>
              </a:path>
              <a:path w="13852525" h="11308715">
                <a:moveTo>
                  <a:pt x="2142343" y="5784056"/>
                </a:moveTo>
                <a:lnTo>
                  <a:pt x="1121683" y="6431756"/>
                </a:lnTo>
                <a:lnTo>
                  <a:pt x="1243888" y="6457156"/>
                </a:lnTo>
                <a:lnTo>
                  <a:pt x="2264569" y="5809456"/>
                </a:lnTo>
                <a:lnTo>
                  <a:pt x="2142343" y="5784056"/>
                </a:lnTo>
                <a:close/>
              </a:path>
              <a:path w="13852525" h="11308715">
                <a:moveTo>
                  <a:pt x="5331094" y="5733256"/>
                </a:moveTo>
                <a:lnTo>
                  <a:pt x="4534301" y="6126956"/>
                </a:lnTo>
                <a:lnTo>
                  <a:pt x="4916153" y="6330156"/>
                </a:lnTo>
                <a:lnTo>
                  <a:pt x="5712935" y="5936456"/>
                </a:lnTo>
                <a:lnTo>
                  <a:pt x="5331094" y="5733256"/>
                </a:lnTo>
                <a:close/>
              </a:path>
              <a:path w="13852525" h="11308715">
                <a:moveTo>
                  <a:pt x="13851902" y="5530056"/>
                </a:moveTo>
                <a:lnTo>
                  <a:pt x="13523546" y="6304756"/>
                </a:lnTo>
                <a:lnTo>
                  <a:pt x="13851902" y="6203156"/>
                </a:lnTo>
                <a:lnTo>
                  <a:pt x="13851902" y="5530056"/>
                </a:lnTo>
                <a:close/>
              </a:path>
              <a:path w="13852525" h="11308715">
                <a:moveTo>
                  <a:pt x="1509179" y="5618956"/>
                </a:moveTo>
                <a:lnTo>
                  <a:pt x="1465955" y="5618956"/>
                </a:lnTo>
                <a:lnTo>
                  <a:pt x="364135" y="6266656"/>
                </a:lnTo>
                <a:lnTo>
                  <a:pt x="407359" y="6266656"/>
                </a:lnTo>
                <a:lnTo>
                  <a:pt x="1509179" y="5618956"/>
                </a:lnTo>
                <a:close/>
              </a:path>
              <a:path w="13852525" h="11308715">
                <a:moveTo>
                  <a:pt x="11840169" y="4882356"/>
                </a:moveTo>
                <a:lnTo>
                  <a:pt x="11137440" y="4882356"/>
                </a:lnTo>
                <a:lnTo>
                  <a:pt x="11093704" y="5898356"/>
                </a:lnTo>
                <a:lnTo>
                  <a:pt x="10839816" y="5987256"/>
                </a:lnTo>
                <a:lnTo>
                  <a:pt x="6663200" y="5987256"/>
                </a:lnTo>
                <a:lnTo>
                  <a:pt x="6742904" y="6126956"/>
                </a:lnTo>
                <a:lnTo>
                  <a:pt x="6296677" y="6266656"/>
                </a:lnTo>
                <a:lnTo>
                  <a:pt x="11142323" y="6266656"/>
                </a:lnTo>
                <a:lnTo>
                  <a:pt x="11197261" y="6038056"/>
                </a:lnTo>
                <a:lnTo>
                  <a:pt x="11571134" y="5809456"/>
                </a:lnTo>
                <a:lnTo>
                  <a:pt x="12278779" y="5809456"/>
                </a:lnTo>
                <a:lnTo>
                  <a:pt x="12321796" y="5669756"/>
                </a:lnTo>
                <a:lnTo>
                  <a:pt x="11797054" y="5669756"/>
                </a:lnTo>
                <a:lnTo>
                  <a:pt x="11806857" y="5666748"/>
                </a:lnTo>
                <a:lnTo>
                  <a:pt x="11840169" y="4882356"/>
                </a:lnTo>
                <a:close/>
              </a:path>
              <a:path w="13852525" h="11308715">
                <a:moveTo>
                  <a:pt x="4745855" y="5390356"/>
                </a:moveTo>
                <a:lnTo>
                  <a:pt x="3871369" y="5784056"/>
                </a:lnTo>
                <a:lnTo>
                  <a:pt x="4184595" y="5949156"/>
                </a:lnTo>
                <a:lnTo>
                  <a:pt x="5059081" y="5568156"/>
                </a:lnTo>
                <a:lnTo>
                  <a:pt x="4745855" y="5390356"/>
                </a:lnTo>
                <a:close/>
              </a:path>
              <a:path w="13852525" h="11308715">
                <a:moveTo>
                  <a:pt x="7526064" y="5720556"/>
                </a:moveTo>
                <a:lnTo>
                  <a:pt x="7139688" y="5720556"/>
                </a:lnTo>
                <a:lnTo>
                  <a:pt x="7179875" y="5872956"/>
                </a:lnTo>
                <a:lnTo>
                  <a:pt x="6728318" y="5898356"/>
                </a:lnTo>
                <a:lnTo>
                  <a:pt x="10837873" y="5898356"/>
                </a:lnTo>
                <a:lnTo>
                  <a:pt x="10834542" y="5745956"/>
                </a:lnTo>
                <a:lnTo>
                  <a:pt x="7647882" y="5745956"/>
                </a:lnTo>
                <a:lnTo>
                  <a:pt x="7526064" y="5720556"/>
                </a:lnTo>
                <a:close/>
              </a:path>
              <a:path w="13852525" h="11308715">
                <a:moveTo>
                  <a:pt x="7709259" y="5441156"/>
                </a:moveTo>
                <a:lnTo>
                  <a:pt x="7094160" y="5441156"/>
                </a:lnTo>
                <a:lnTo>
                  <a:pt x="7647651" y="5593556"/>
                </a:lnTo>
                <a:lnTo>
                  <a:pt x="7647882" y="5745956"/>
                </a:lnTo>
                <a:lnTo>
                  <a:pt x="10834542" y="5745956"/>
                </a:lnTo>
                <a:lnTo>
                  <a:pt x="10831212" y="5593556"/>
                </a:lnTo>
                <a:lnTo>
                  <a:pt x="7807228" y="5593556"/>
                </a:lnTo>
                <a:lnTo>
                  <a:pt x="7739743" y="5555456"/>
                </a:lnTo>
                <a:lnTo>
                  <a:pt x="7709259" y="5441156"/>
                </a:lnTo>
                <a:close/>
              </a:path>
              <a:path w="13852525" h="11308715">
                <a:moveTo>
                  <a:pt x="11806857" y="5666748"/>
                </a:moveTo>
                <a:lnTo>
                  <a:pt x="11797054" y="5669756"/>
                </a:lnTo>
                <a:lnTo>
                  <a:pt x="11806729" y="5669756"/>
                </a:lnTo>
                <a:lnTo>
                  <a:pt x="11806857" y="5666748"/>
                </a:lnTo>
                <a:close/>
              </a:path>
              <a:path w="13852525" h="11308715">
                <a:moveTo>
                  <a:pt x="12376544" y="5491956"/>
                </a:moveTo>
                <a:lnTo>
                  <a:pt x="11806857" y="5666748"/>
                </a:lnTo>
                <a:lnTo>
                  <a:pt x="11806729" y="5669756"/>
                </a:lnTo>
                <a:lnTo>
                  <a:pt x="12321796" y="5669756"/>
                </a:lnTo>
                <a:lnTo>
                  <a:pt x="12376544" y="5491956"/>
                </a:lnTo>
                <a:close/>
              </a:path>
              <a:path w="13852525" h="11308715">
                <a:moveTo>
                  <a:pt x="6426495" y="5606256"/>
                </a:moveTo>
                <a:lnTo>
                  <a:pt x="6424317" y="5606831"/>
                </a:lnTo>
                <a:lnTo>
                  <a:pt x="6431280" y="5618956"/>
                </a:lnTo>
                <a:lnTo>
                  <a:pt x="6426495" y="5606256"/>
                </a:lnTo>
                <a:close/>
              </a:path>
              <a:path w="13852525" h="11308715">
                <a:moveTo>
                  <a:pt x="7191551" y="5606256"/>
                </a:moveTo>
                <a:lnTo>
                  <a:pt x="6426495" y="5606256"/>
                </a:lnTo>
                <a:lnTo>
                  <a:pt x="6431280" y="5618956"/>
                </a:lnTo>
                <a:lnTo>
                  <a:pt x="7199043" y="5618956"/>
                </a:lnTo>
                <a:lnTo>
                  <a:pt x="7191551" y="5606256"/>
                </a:lnTo>
                <a:close/>
              </a:path>
              <a:path w="13852525" h="11308715">
                <a:moveTo>
                  <a:pt x="7013797" y="5301456"/>
                </a:moveTo>
                <a:lnTo>
                  <a:pt x="6248940" y="5301456"/>
                </a:lnTo>
                <a:lnTo>
                  <a:pt x="6424317" y="5606831"/>
                </a:lnTo>
                <a:lnTo>
                  <a:pt x="6426495" y="5606256"/>
                </a:lnTo>
                <a:lnTo>
                  <a:pt x="7191551" y="5606256"/>
                </a:lnTo>
                <a:lnTo>
                  <a:pt x="7094160" y="5441156"/>
                </a:lnTo>
                <a:lnTo>
                  <a:pt x="7709259" y="5441156"/>
                </a:lnTo>
                <a:lnTo>
                  <a:pt x="7675389" y="5314156"/>
                </a:lnTo>
                <a:lnTo>
                  <a:pt x="7017210" y="5314156"/>
                </a:lnTo>
                <a:lnTo>
                  <a:pt x="7013797" y="5301456"/>
                </a:lnTo>
                <a:close/>
              </a:path>
              <a:path w="13852525" h="11308715">
                <a:moveTo>
                  <a:pt x="5966362" y="5149056"/>
                </a:moveTo>
                <a:lnTo>
                  <a:pt x="5127917" y="5314156"/>
                </a:lnTo>
                <a:lnTo>
                  <a:pt x="5431122" y="5606256"/>
                </a:lnTo>
                <a:lnTo>
                  <a:pt x="6269568" y="5441156"/>
                </a:lnTo>
                <a:lnTo>
                  <a:pt x="5966362" y="5149056"/>
                </a:lnTo>
                <a:close/>
              </a:path>
              <a:path w="13852525" h="11308715">
                <a:moveTo>
                  <a:pt x="10824828" y="5301456"/>
                </a:moveTo>
                <a:lnTo>
                  <a:pt x="7013912" y="5301456"/>
                </a:lnTo>
                <a:lnTo>
                  <a:pt x="7017210" y="5314156"/>
                </a:lnTo>
                <a:lnTo>
                  <a:pt x="7675389" y="5314156"/>
                </a:lnTo>
                <a:lnTo>
                  <a:pt x="7851561" y="5428456"/>
                </a:lnTo>
                <a:lnTo>
                  <a:pt x="7807228" y="5593556"/>
                </a:lnTo>
                <a:lnTo>
                  <a:pt x="10831212" y="5593556"/>
                </a:lnTo>
                <a:lnTo>
                  <a:pt x="10824828" y="5301456"/>
                </a:lnTo>
                <a:close/>
              </a:path>
              <a:path w="13852525" h="11308715">
                <a:moveTo>
                  <a:pt x="4160606" y="5060156"/>
                </a:moveTo>
                <a:lnTo>
                  <a:pt x="3208425" y="5428456"/>
                </a:lnTo>
                <a:lnTo>
                  <a:pt x="3453025" y="5568156"/>
                </a:lnTo>
                <a:lnTo>
                  <a:pt x="4405227" y="5187156"/>
                </a:lnTo>
                <a:lnTo>
                  <a:pt x="4160606" y="5060156"/>
                </a:lnTo>
                <a:close/>
              </a:path>
              <a:path w="13852525" h="11308715">
                <a:moveTo>
                  <a:pt x="12906926" y="3688556"/>
                </a:moveTo>
                <a:lnTo>
                  <a:pt x="12296149" y="4056856"/>
                </a:lnTo>
                <a:lnTo>
                  <a:pt x="12157399" y="5479256"/>
                </a:lnTo>
                <a:lnTo>
                  <a:pt x="12768176" y="5098256"/>
                </a:lnTo>
                <a:lnTo>
                  <a:pt x="12906926" y="3688556"/>
                </a:lnTo>
                <a:close/>
              </a:path>
              <a:path w="13852525" h="11308715">
                <a:moveTo>
                  <a:pt x="6925066" y="4971256"/>
                </a:moveTo>
                <a:lnTo>
                  <a:pt x="7017210" y="5314156"/>
                </a:lnTo>
                <a:lnTo>
                  <a:pt x="7013912" y="5301456"/>
                </a:lnTo>
                <a:lnTo>
                  <a:pt x="10824828" y="5301456"/>
                </a:lnTo>
                <a:lnTo>
                  <a:pt x="10823717" y="5250656"/>
                </a:lnTo>
                <a:lnTo>
                  <a:pt x="10448079" y="5250656"/>
                </a:lnTo>
                <a:lnTo>
                  <a:pt x="10425930" y="5174456"/>
                </a:lnTo>
                <a:lnTo>
                  <a:pt x="7634846" y="5174456"/>
                </a:lnTo>
                <a:lnTo>
                  <a:pt x="6925066" y="4971256"/>
                </a:lnTo>
                <a:close/>
              </a:path>
              <a:path w="13852525" h="11308715">
                <a:moveTo>
                  <a:pt x="11205803" y="4082256"/>
                </a:moveTo>
                <a:lnTo>
                  <a:pt x="10455922" y="4082256"/>
                </a:lnTo>
                <a:lnTo>
                  <a:pt x="10682669" y="5098256"/>
                </a:lnTo>
                <a:lnTo>
                  <a:pt x="10448079" y="5250656"/>
                </a:lnTo>
                <a:lnTo>
                  <a:pt x="10823717" y="5250656"/>
                </a:lnTo>
                <a:lnTo>
                  <a:pt x="10822885" y="5212556"/>
                </a:lnTo>
                <a:lnTo>
                  <a:pt x="11137440" y="4882356"/>
                </a:lnTo>
                <a:lnTo>
                  <a:pt x="11840169" y="4882356"/>
                </a:lnTo>
                <a:lnTo>
                  <a:pt x="11848798" y="4679156"/>
                </a:lnTo>
                <a:lnTo>
                  <a:pt x="11327529" y="4679156"/>
                </a:lnTo>
                <a:lnTo>
                  <a:pt x="11335665" y="4666456"/>
                </a:lnTo>
                <a:lnTo>
                  <a:pt x="11205803" y="4082256"/>
                </a:lnTo>
                <a:close/>
              </a:path>
              <a:path w="13852525" h="11308715">
                <a:moveTo>
                  <a:pt x="3575367" y="4729956"/>
                </a:moveTo>
                <a:lnTo>
                  <a:pt x="2545503" y="5085556"/>
                </a:lnTo>
                <a:lnTo>
                  <a:pt x="2721508" y="5174456"/>
                </a:lnTo>
                <a:lnTo>
                  <a:pt x="3751372" y="4818856"/>
                </a:lnTo>
                <a:lnTo>
                  <a:pt x="3575367" y="4729956"/>
                </a:lnTo>
                <a:close/>
              </a:path>
              <a:path w="13852525" h="11308715">
                <a:moveTo>
                  <a:pt x="7635599" y="4831556"/>
                </a:moveTo>
                <a:lnTo>
                  <a:pt x="7636510" y="5174456"/>
                </a:lnTo>
                <a:lnTo>
                  <a:pt x="10425930" y="5174456"/>
                </a:lnTo>
                <a:lnTo>
                  <a:pt x="10381632" y="5022056"/>
                </a:lnTo>
                <a:lnTo>
                  <a:pt x="7958396" y="5022056"/>
                </a:lnTo>
                <a:lnTo>
                  <a:pt x="7635599" y="4831556"/>
                </a:lnTo>
                <a:close/>
              </a:path>
              <a:path w="13852525" h="11308715">
                <a:moveTo>
                  <a:pt x="5880899" y="4704556"/>
                </a:moveTo>
                <a:lnTo>
                  <a:pt x="6089699" y="5047456"/>
                </a:lnTo>
                <a:lnTo>
                  <a:pt x="6911307" y="5098256"/>
                </a:lnTo>
                <a:lnTo>
                  <a:pt x="6702487" y="4742656"/>
                </a:lnTo>
                <a:lnTo>
                  <a:pt x="5880899" y="4704556"/>
                </a:lnTo>
                <a:close/>
              </a:path>
              <a:path w="13852525" h="11308715">
                <a:moveTo>
                  <a:pt x="5506209" y="4679156"/>
                </a:moveTo>
                <a:lnTo>
                  <a:pt x="4598540" y="4818856"/>
                </a:lnTo>
                <a:lnTo>
                  <a:pt x="4847496" y="5060156"/>
                </a:lnTo>
                <a:lnTo>
                  <a:pt x="5755175" y="4920456"/>
                </a:lnTo>
                <a:lnTo>
                  <a:pt x="5506209" y="4679156"/>
                </a:lnTo>
                <a:close/>
              </a:path>
              <a:path w="13852525" h="11308715">
                <a:moveTo>
                  <a:pt x="7623663" y="4145756"/>
                </a:moveTo>
                <a:lnTo>
                  <a:pt x="7625328" y="4539456"/>
                </a:lnTo>
                <a:lnTo>
                  <a:pt x="8015075" y="4806156"/>
                </a:lnTo>
                <a:lnTo>
                  <a:pt x="7958396" y="5022056"/>
                </a:lnTo>
                <a:lnTo>
                  <a:pt x="10381632" y="5022056"/>
                </a:lnTo>
                <a:lnTo>
                  <a:pt x="10267195" y="4628356"/>
                </a:lnTo>
                <a:lnTo>
                  <a:pt x="9859992" y="4628356"/>
                </a:lnTo>
                <a:lnTo>
                  <a:pt x="9760072" y="4463256"/>
                </a:lnTo>
                <a:lnTo>
                  <a:pt x="8084937" y="4463256"/>
                </a:lnTo>
                <a:lnTo>
                  <a:pt x="7623663" y="4145756"/>
                </a:lnTo>
                <a:close/>
              </a:path>
              <a:path w="13852525" h="11308715">
                <a:moveTo>
                  <a:pt x="6733763" y="4310856"/>
                </a:moveTo>
                <a:lnTo>
                  <a:pt x="6839582" y="4691856"/>
                </a:lnTo>
                <a:lnTo>
                  <a:pt x="7590302" y="4945856"/>
                </a:lnTo>
                <a:lnTo>
                  <a:pt x="7484484" y="4564856"/>
                </a:lnTo>
                <a:lnTo>
                  <a:pt x="6733763" y="4310856"/>
                </a:lnTo>
                <a:close/>
              </a:path>
              <a:path w="13852525" h="11308715">
                <a:moveTo>
                  <a:pt x="13851902" y="3078956"/>
                </a:moveTo>
                <a:lnTo>
                  <a:pt x="13451318" y="3332956"/>
                </a:lnTo>
                <a:lnTo>
                  <a:pt x="13229900" y="4844256"/>
                </a:lnTo>
                <a:lnTo>
                  <a:pt x="13729634" y="4526756"/>
                </a:lnTo>
                <a:lnTo>
                  <a:pt x="13851902" y="3688556"/>
                </a:lnTo>
                <a:lnTo>
                  <a:pt x="13851902" y="3078956"/>
                </a:lnTo>
                <a:close/>
              </a:path>
              <a:path w="13852525" h="11308715">
                <a:moveTo>
                  <a:pt x="2990128" y="4387056"/>
                </a:moveTo>
                <a:lnTo>
                  <a:pt x="1882560" y="4742656"/>
                </a:lnTo>
                <a:lnTo>
                  <a:pt x="1989928" y="4793456"/>
                </a:lnTo>
                <a:lnTo>
                  <a:pt x="3097518" y="4437856"/>
                </a:lnTo>
                <a:lnTo>
                  <a:pt x="2990128" y="4387056"/>
                </a:lnTo>
                <a:close/>
              </a:path>
              <a:path w="13852525" h="11308715">
                <a:moveTo>
                  <a:pt x="11862822" y="4348956"/>
                </a:moveTo>
                <a:lnTo>
                  <a:pt x="11327529" y="4679156"/>
                </a:lnTo>
                <a:lnTo>
                  <a:pt x="11848798" y="4679156"/>
                </a:lnTo>
                <a:lnTo>
                  <a:pt x="11862822" y="4348956"/>
                </a:lnTo>
                <a:close/>
              </a:path>
              <a:path w="13852525" h="11308715">
                <a:moveTo>
                  <a:pt x="10419085" y="3472656"/>
                </a:moveTo>
                <a:lnTo>
                  <a:pt x="9559876" y="3472656"/>
                </a:lnTo>
                <a:lnTo>
                  <a:pt x="10057473" y="4412456"/>
                </a:lnTo>
                <a:lnTo>
                  <a:pt x="9859992" y="4628356"/>
                </a:lnTo>
                <a:lnTo>
                  <a:pt x="10267195" y="4628356"/>
                </a:lnTo>
                <a:lnTo>
                  <a:pt x="10226589" y="4488656"/>
                </a:lnTo>
                <a:lnTo>
                  <a:pt x="10455922" y="4082256"/>
                </a:lnTo>
                <a:lnTo>
                  <a:pt x="11205803" y="4082256"/>
                </a:lnTo>
                <a:lnTo>
                  <a:pt x="11149342" y="3828256"/>
                </a:lnTo>
                <a:lnTo>
                  <a:pt x="10594494" y="3828256"/>
                </a:lnTo>
                <a:lnTo>
                  <a:pt x="10600441" y="3815556"/>
                </a:lnTo>
                <a:lnTo>
                  <a:pt x="10419085" y="3472656"/>
                </a:lnTo>
                <a:close/>
              </a:path>
              <a:path w="13852525" h="11308715">
                <a:moveTo>
                  <a:pt x="5046076" y="4209256"/>
                </a:moveTo>
                <a:lnTo>
                  <a:pt x="4069174" y="4323556"/>
                </a:lnTo>
                <a:lnTo>
                  <a:pt x="4263849" y="4501356"/>
                </a:lnTo>
                <a:lnTo>
                  <a:pt x="5240793" y="4399756"/>
                </a:lnTo>
                <a:lnTo>
                  <a:pt x="5046076" y="4209256"/>
                </a:lnTo>
                <a:close/>
              </a:path>
              <a:path w="13852525" h="11308715">
                <a:moveTo>
                  <a:pt x="5512868" y="4094956"/>
                </a:moveTo>
                <a:lnTo>
                  <a:pt x="5684591" y="4387056"/>
                </a:lnTo>
                <a:lnTo>
                  <a:pt x="6562805" y="4475956"/>
                </a:lnTo>
                <a:lnTo>
                  <a:pt x="6391082" y="4196556"/>
                </a:lnTo>
                <a:lnTo>
                  <a:pt x="5512868" y="4094956"/>
                </a:lnTo>
                <a:close/>
              </a:path>
              <a:path w="13852525" h="11308715">
                <a:moveTo>
                  <a:pt x="7611736" y="3472656"/>
                </a:moveTo>
                <a:lnTo>
                  <a:pt x="7613820" y="3790156"/>
                </a:lnTo>
                <a:lnTo>
                  <a:pt x="8154243" y="4209256"/>
                </a:lnTo>
                <a:lnTo>
                  <a:pt x="8084937" y="4463256"/>
                </a:lnTo>
                <a:lnTo>
                  <a:pt x="9760072" y="4463256"/>
                </a:lnTo>
                <a:lnTo>
                  <a:pt x="9583289" y="4171156"/>
                </a:lnTo>
                <a:lnTo>
                  <a:pt x="9105377" y="4171156"/>
                </a:lnTo>
                <a:lnTo>
                  <a:pt x="8844315" y="3929856"/>
                </a:lnTo>
                <a:lnTo>
                  <a:pt x="8225341" y="3929856"/>
                </a:lnTo>
                <a:lnTo>
                  <a:pt x="7611736" y="3472656"/>
                </a:lnTo>
                <a:close/>
              </a:path>
              <a:path w="13852525" h="11308715">
                <a:moveTo>
                  <a:pt x="2404879" y="4056856"/>
                </a:moveTo>
                <a:lnTo>
                  <a:pt x="1219606" y="4387056"/>
                </a:lnTo>
                <a:lnTo>
                  <a:pt x="1258380" y="4412456"/>
                </a:lnTo>
                <a:lnTo>
                  <a:pt x="2443632" y="4069556"/>
                </a:lnTo>
                <a:lnTo>
                  <a:pt x="2404879" y="4056856"/>
                </a:lnTo>
                <a:close/>
              </a:path>
              <a:path w="13852525" h="11308715">
                <a:moveTo>
                  <a:pt x="11917783" y="2418556"/>
                </a:moveTo>
                <a:lnTo>
                  <a:pt x="11404218" y="2964656"/>
                </a:lnTo>
                <a:lnTo>
                  <a:pt x="11638347" y="4387056"/>
                </a:lnTo>
                <a:lnTo>
                  <a:pt x="12151912" y="3853656"/>
                </a:lnTo>
                <a:lnTo>
                  <a:pt x="11917783" y="2418556"/>
                </a:lnTo>
                <a:close/>
              </a:path>
              <a:path w="13852525" h="11308715">
                <a:moveTo>
                  <a:pt x="6542429" y="3637756"/>
                </a:moveTo>
                <a:lnTo>
                  <a:pt x="6629840" y="3955256"/>
                </a:lnTo>
                <a:lnTo>
                  <a:pt x="7421512" y="4272756"/>
                </a:lnTo>
                <a:lnTo>
                  <a:pt x="7334111" y="3955256"/>
                </a:lnTo>
                <a:lnTo>
                  <a:pt x="6542429" y="3637756"/>
                </a:lnTo>
                <a:close/>
              </a:path>
              <a:path w="13852525" h="11308715">
                <a:moveTo>
                  <a:pt x="8675913" y="2151856"/>
                </a:moveTo>
                <a:lnTo>
                  <a:pt x="8439135" y="3053556"/>
                </a:lnTo>
                <a:lnTo>
                  <a:pt x="9249467" y="3917156"/>
                </a:lnTo>
                <a:lnTo>
                  <a:pt x="9105377" y="4171156"/>
                </a:lnTo>
                <a:lnTo>
                  <a:pt x="9583289" y="4171156"/>
                </a:lnTo>
                <a:lnTo>
                  <a:pt x="9437251" y="3929856"/>
                </a:lnTo>
                <a:lnTo>
                  <a:pt x="9559876" y="3472656"/>
                </a:lnTo>
                <a:lnTo>
                  <a:pt x="10419085" y="3472656"/>
                </a:lnTo>
                <a:lnTo>
                  <a:pt x="10271313" y="3193256"/>
                </a:lnTo>
                <a:lnTo>
                  <a:pt x="9633989" y="3193256"/>
                </a:lnTo>
                <a:lnTo>
                  <a:pt x="9637151" y="3180556"/>
                </a:lnTo>
                <a:lnTo>
                  <a:pt x="8675913" y="2151856"/>
                </a:lnTo>
                <a:close/>
              </a:path>
              <a:path w="13852525" h="11308715">
                <a:moveTo>
                  <a:pt x="4585933" y="3739356"/>
                </a:moveTo>
                <a:lnTo>
                  <a:pt x="3539797" y="3828256"/>
                </a:lnTo>
                <a:lnTo>
                  <a:pt x="3680254" y="3955256"/>
                </a:lnTo>
                <a:lnTo>
                  <a:pt x="4726390" y="3879056"/>
                </a:lnTo>
                <a:lnTo>
                  <a:pt x="4585933" y="3739356"/>
                </a:lnTo>
                <a:close/>
              </a:path>
              <a:path w="13852525" h="11308715">
                <a:moveTo>
                  <a:pt x="8349672" y="3472656"/>
                </a:moveTo>
                <a:lnTo>
                  <a:pt x="8225341" y="3929856"/>
                </a:lnTo>
                <a:lnTo>
                  <a:pt x="8844315" y="3929856"/>
                </a:lnTo>
                <a:lnTo>
                  <a:pt x="8349672" y="3472656"/>
                </a:lnTo>
                <a:close/>
              </a:path>
              <a:path w="13852525" h="11308715">
                <a:moveTo>
                  <a:pt x="5144827" y="3485356"/>
                </a:moveTo>
                <a:lnTo>
                  <a:pt x="5279462" y="3713956"/>
                </a:lnTo>
                <a:lnTo>
                  <a:pt x="6214302" y="3853656"/>
                </a:lnTo>
                <a:lnTo>
                  <a:pt x="6079668" y="3637756"/>
                </a:lnTo>
                <a:lnTo>
                  <a:pt x="5144827" y="3485356"/>
                </a:lnTo>
                <a:close/>
              </a:path>
              <a:path w="13852525" h="11308715">
                <a:moveTo>
                  <a:pt x="11044888" y="3358356"/>
                </a:moveTo>
                <a:lnTo>
                  <a:pt x="10594494" y="3828256"/>
                </a:lnTo>
                <a:lnTo>
                  <a:pt x="11149342" y="3828256"/>
                </a:lnTo>
                <a:lnTo>
                  <a:pt x="11044888" y="3358356"/>
                </a:lnTo>
                <a:close/>
              </a:path>
              <a:path w="13852525" h="11308715">
                <a:moveTo>
                  <a:pt x="7599810" y="2786856"/>
                </a:moveTo>
                <a:lnTo>
                  <a:pt x="7602313" y="3040856"/>
                </a:lnTo>
                <a:lnTo>
                  <a:pt x="8282857" y="3612356"/>
                </a:lnTo>
                <a:lnTo>
                  <a:pt x="8280355" y="3358356"/>
                </a:lnTo>
                <a:lnTo>
                  <a:pt x="7599810" y="2786856"/>
                </a:lnTo>
                <a:close/>
              </a:path>
              <a:path w="13852525" h="11308715">
                <a:moveTo>
                  <a:pt x="6351115" y="2977356"/>
                </a:moveTo>
                <a:lnTo>
                  <a:pt x="6420118" y="3218656"/>
                </a:lnTo>
                <a:lnTo>
                  <a:pt x="7252732" y="3599656"/>
                </a:lnTo>
                <a:lnTo>
                  <a:pt x="7183739" y="3345656"/>
                </a:lnTo>
                <a:lnTo>
                  <a:pt x="6351115" y="2977356"/>
                </a:lnTo>
                <a:close/>
              </a:path>
              <a:path w="13852525" h="11308715">
                <a:moveTo>
                  <a:pt x="12790678" y="1491456"/>
                </a:moveTo>
                <a:lnTo>
                  <a:pt x="12370890" y="1923256"/>
                </a:lnTo>
                <a:lnTo>
                  <a:pt x="12548382" y="3472656"/>
                </a:lnTo>
                <a:lnTo>
                  <a:pt x="12968181" y="3040856"/>
                </a:lnTo>
                <a:lnTo>
                  <a:pt x="12790678" y="1491456"/>
                </a:lnTo>
                <a:close/>
              </a:path>
              <a:path w="13852525" h="11308715">
                <a:moveTo>
                  <a:pt x="10591646" y="1453356"/>
                </a:moveTo>
                <a:lnTo>
                  <a:pt x="10217657" y="2113756"/>
                </a:lnTo>
                <a:lnTo>
                  <a:pt x="10830727" y="3459956"/>
                </a:lnTo>
                <a:lnTo>
                  <a:pt x="11204716" y="2799556"/>
                </a:lnTo>
                <a:lnTo>
                  <a:pt x="10591646" y="1453356"/>
                </a:lnTo>
                <a:close/>
              </a:path>
              <a:path w="13852525" h="11308715">
                <a:moveTo>
                  <a:pt x="4125801" y="3282156"/>
                </a:moveTo>
                <a:lnTo>
                  <a:pt x="3010421" y="3332956"/>
                </a:lnTo>
                <a:lnTo>
                  <a:pt x="3096628" y="3409156"/>
                </a:lnTo>
                <a:lnTo>
                  <a:pt x="4212018" y="3358356"/>
                </a:lnTo>
                <a:lnTo>
                  <a:pt x="4125801" y="3282156"/>
                </a:lnTo>
                <a:close/>
              </a:path>
              <a:path w="13852525" h="11308715">
                <a:moveTo>
                  <a:pt x="4776796" y="2888456"/>
                </a:moveTo>
                <a:lnTo>
                  <a:pt x="4874343" y="3040856"/>
                </a:lnTo>
                <a:lnTo>
                  <a:pt x="5865810" y="3231356"/>
                </a:lnTo>
                <a:lnTo>
                  <a:pt x="5768264" y="3078956"/>
                </a:lnTo>
                <a:lnTo>
                  <a:pt x="4776796" y="2888456"/>
                </a:lnTo>
                <a:close/>
              </a:path>
              <a:path w="13852525" h="11308715">
                <a:moveTo>
                  <a:pt x="9962335" y="2609056"/>
                </a:moveTo>
                <a:lnTo>
                  <a:pt x="9633989" y="3193256"/>
                </a:lnTo>
                <a:lnTo>
                  <a:pt x="10271313" y="3193256"/>
                </a:lnTo>
                <a:lnTo>
                  <a:pt x="9962335" y="2609056"/>
                </a:lnTo>
                <a:close/>
              </a:path>
              <a:path w="13852525" h="11308715">
                <a:moveTo>
                  <a:pt x="7587884" y="2113756"/>
                </a:moveTo>
                <a:lnTo>
                  <a:pt x="7590805" y="2291556"/>
                </a:lnTo>
                <a:lnTo>
                  <a:pt x="8294784" y="2926556"/>
                </a:lnTo>
                <a:lnTo>
                  <a:pt x="8291862" y="2736056"/>
                </a:lnTo>
                <a:lnTo>
                  <a:pt x="7587884" y="2113756"/>
                </a:lnTo>
                <a:close/>
              </a:path>
              <a:path w="13852525" h="11308715">
                <a:moveTo>
                  <a:pt x="6159801" y="2304256"/>
                </a:moveTo>
                <a:lnTo>
                  <a:pt x="6210376" y="2482056"/>
                </a:lnTo>
                <a:lnTo>
                  <a:pt x="7083951" y="2913856"/>
                </a:lnTo>
                <a:lnTo>
                  <a:pt x="7033366" y="2736056"/>
                </a:lnTo>
                <a:lnTo>
                  <a:pt x="6159801" y="2304256"/>
                </a:lnTo>
                <a:close/>
              </a:path>
              <a:path w="13852525" h="11308715">
                <a:moveTo>
                  <a:pt x="3665658" y="2812256"/>
                </a:moveTo>
                <a:lnTo>
                  <a:pt x="2481055" y="2837656"/>
                </a:lnTo>
                <a:lnTo>
                  <a:pt x="2512981" y="2863056"/>
                </a:lnTo>
                <a:lnTo>
                  <a:pt x="3697615" y="2837656"/>
                </a:lnTo>
                <a:lnTo>
                  <a:pt x="3665658" y="2812256"/>
                </a:lnTo>
                <a:close/>
              </a:path>
              <a:path w="13852525" h="11308715">
                <a:moveTo>
                  <a:pt x="9002134" y="843756"/>
                </a:moveTo>
                <a:lnTo>
                  <a:pt x="8802779" y="1605756"/>
                </a:lnTo>
                <a:lnTo>
                  <a:pt x="9774309" y="2761456"/>
                </a:lnTo>
                <a:lnTo>
                  <a:pt x="9973675" y="2012156"/>
                </a:lnTo>
                <a:lnTo>
                  <a:pt x="9002134" y="843756"/>
                </a:lnTo>
                <a:close/>
              </a:path>
              <a:path w="13852525" h="11308715">
                <a:moveTo>
                  <a:pt x="4408755" y="2278856"/>
                </a:moveTo>
                <a:lnTo>
                  <a:pt x="4469235" y="2380456"/>
                </a:lnTo>
                <a:lnTo>
                  <a:pt x="5517318" y="2609056"/>
                </a:lnTo>
                <a:lnTo>
                  <a:pt x="5456849" y="2520156"/>
                </a:lnTo>
                <a:lnTo>
                  <a:pt x="4408755" y="2278856"/>
                </a:lnTo>
                <a:close/>
              </a:path>
              <a:path w="13852525" h="11308715">
                <a:moveTo>
                  <a:pt x="11220946" y="284956"/>
                </a:moveTo>
                <a:lnTo>
                  <a:pt x="10915740" y="843756"/>
                </a:lnTo>
                <a:lnTo>
                  <a:pt x="11503785" y="2316956"/>
                </a:lnTo>
                <a:lnTo>
                  <a:pt x="11808991" y="1770856"/>
                </a:lnTo>
                <a:lnTo>
                  <a:pt x="11220946" y="284956"/>
                </a:lnTo>
                <a:close/>
              </a:path>
              <a:path w="13852525" h="11308715">
                <a:moveTo>
                  <a:pt x="5968477" y="1643856"/>
                </a:moveTo>
                <a:lnTo>
                  <a:pt x="6000644" y="1745456"/>
                </a:lnTo>
                <a:lnTo>
                  <a:pt x="6915171" y="2240756"/>
                </a:lnTo>
                <a:lnTo>
                  <a:pt x="6883015" y="2126456"/>
                </a:lnTo>
                <a:lnTo>
                  <a:pt x="5968477" y="1643856"/>
                </a:lnTo>
                <a:close/>
              </a:path>
              <a:path w="13852525" h="11308715">
                <a:moveTo>
                  <a:pt x="7575968" y="1427956"/>
                </a:moveTo>
                <a:lnTo>
                  <a:pt x="7579298" y="1542256"/>
                </a:lnTo>
                <a:lnTo>
                  <a:pt x="8306699" y="2240756"/>
                </a:lnTo>
                <a:lnTo>
                  <a:pt x="8303370" y="2126456"/>
                </a:lnTo>
                <a:lnTo>
                  <a:pt x="7575968" y="1427956"/>
                </a:lnTo>
                <a:close/>
              </a:path>
              <a:path w="13852525" h="11308715">
                <a:moveTo>
                  <a:pt x="4040735" y="1669256"/>
                </a:moveTo>
                <a:lnTo>
                  <a:pt x="4064096" y="1707356"/>
                </a:lnTo>
                <a:lnTo>
                  <a:pt x="5168826" y="1986756"/>
                </a:lnTo>
                <a:lnTo>
                  <a:pt x="5145445" y="1961356"/>
                </a:lnTo>
                <a:lnTo>
                  <a:pt x="4040735" y="1669256"/>
                </a:lnTo>
                <a:close/>
              </a:path>
              <a:path w="13852525" h="11308715">
                <a:moveTo>
                  <a:pt x="5777164" y="970756"/>
                </a:moveTo>
                <a:lnTo>
                  <a:pt x="5790923" y="1008856"/>
                </a:lnTo>
                <a:lnTo>
                  <a:pt x="6746391" y="1554956"/>
                </a:lnTo>
                <a:lnTo>
                  <a:pt x="6732643" y="1529556"/>
                </a:lnTo>
                <a:lnTo>
                  <a:pt x="5777164" y="970756"/>
                </a:lnTo>
                <a:close/>
              </a:path>
              <a:path w="13852525" h="11308715">
                <a:moveTo>
                  <a:pt x="7564041" y="754856"/>
                </a:moveTo>
                <a:lnTo>
                  <a:pt x="7567790" y="792956"/>
                </a:lnTo>
                <a:lnTo>
                  <a:pt x="8318636" y="1554956"/>
                </a:lnTo>
                <a:lnTo>
                  <a:pt x="8314888" y="1516856"/>
                </a:lnTo>
                <a:lnTo>
                  <a:pt x="7564041" y="754856"/>
                </a:lnTo>
                <a:close/>
              </a:path>
              <a:path w="13852525" h="11308715">
                <a:moveTo>
                  <a:pt x="9684684" y="5556"/>
                </a:moveTo>
                <a:lnTo>
                  <a:pt x="9205378" y="5556"/>
                </a:lnTo>
                <a:lnTo>
                  <a:pt x="9166401" y="157956"/>
                </a:lnTo>
                <a:lnTo>
                  <a:pt x="10148214" y="1453356"/>
                </a:lnTo>
                <a:lnTo>
                  <a:pt x="10310167" y="831056"/>
                </a:lnTo>
                <a:lnTo>
                  <a:pt x="9684684" y="5556"/>
                </a:lnTo>
                <a:close/>
              </a:path>
              <a:path w="13852525" h="11308715">
                <a:moveTo>
                  <a:pt x="12155392" y="5556"/>
                </a:moveTo>
                <a:lnTo>
                  <a:pt x="11769899" y="5556"/>
                </a:lnTo>
                <a:lnTo>
                  <a:pt x="12176843" y="1173956"/>
                </a:lnTo>
                <a:lnTo>
                  <a:pt x="12413266" y="742156"/>
                </a:lnTo>
                <a:lnTo>
                  <a:pt x="12155392" y="5556"/>
                </a:lnTo>
                <a:close/>
              </a:path>
              <a:path w="13852525" h="11308715">
                <a:moveTo>
                  <a:pt x="10558529" y="5556"/>
                </a:moveTo>
                <a:lnTo>
                  <a:pt x="10424416" y="5556"/>
                </a:lnTo>
                <a:lnTo>
                  <a:pt x="10522108" y="145256"/>
                </a:lnTo>
                <a:lnTo>
                  <a:pt x="10558529" y="5556"/>
                </a:lnTo>
                <a:close/>
              </a:path>
            </a:pathLst>
          </a:custGeom>
          <a:solidFill>
            <a:srgbClr val="1A0F5C">
              <a:alpha val="5000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FDD0999-C447-FB95-885F-11AEB8E0577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3908" y="1714110"/>
            <a:ext cx="1840546" cy="610478"/>
          </a:xfrm>
          <a:prstGeom prst="rect">
            <a:avLst/>
          </a:prstGeom>
        </p:spPr>
      </p:pic>
      <p:pic>
        <p:nvPicPr>
          <p:cNvPr id="9" name="Picture 8" descr="Text&#10;&#10;Description automatically generated">
            <a:extLst>
              <a:ext uri="{FF2B5EF4-FFF2-40B4-BE49-F238E27FC236}">
                <a16:creationId xmlns:a16="http://schemas.microsoft.com/office/drawing/2014/main" id="{DC24F3DB-1C67-3622-FAE0-8AF492597E0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411629" y="5850238"/>
            <a:ext cx="2396464" cy="63286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41F2785-160F-B7C5-6AF4-70ED0AFEB08D}"/>
              </a:ext>
            </a:extLst>
          </p:cNvPr>
          <p:cNvSpPr txBox="1"/>
          <p:nvPr userDrawn="1"/>
        </p:nvSpPr>
        <p:spPr>
          <a:xfrm>
            <a:off x="383907" y="6267664"/>
            <a:ext cx="20054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jmangroup.com</a:t>
            </a:r>
            <a:endParaRPr lang="en-GB" sz="800" spc="55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82049909-1FC0-40F2-80E1-1EF4D7871D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3908" y="4082988"/>
            <a:ext cx="3519877" cy="3385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bg1"/>
                </a:solidFill>
              </a:defRPr>
            </a:lvl1pPr>
          </a:lstStyle>
          <a:p>
            <a:fld id="{B7F836BE-7851-4A5D-A109-BC018719A3C9}" type="datetime3">
              <a:rPr lang="en-US" smtClean="0"/>
              <a:t>13 May 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7614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8">
    <p:bg>
      <p:bgPr>
        <a:gradFill>
          <a:gsLst>
            <a:gs pos="0">
              <a:schemeClr val="accent1"/>
            </a:gs>
            <a:gs pos="99000">
              <a:schemeClr val="accent4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14E23-4D5A-C225-A302-6C9C57B22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643127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bg object 17">
            <a:extLst>
              <a:ext uri="{FF2B5EF4-FFF2-40B4-BE49-F238E27FC236}">
                <a16:creationId xmlns:a16="http://schemas.microsoft.com/office/drawing/2014/main" id="{5AE8EB3F-06DA-9660-72EB-9FC6330A4F34}"/>
              </a:ext>
            </a:extLst>
          </p:cNvPr>
          <p:cNvSpPr/>
          <p:nvPr userDrawn="1"/>
        </p:nvSpPr>
        <p:spPr>
          <a:xfrm>
            <a:off x="3791345" y="1"/>
            <a:ext cx="8400655" cy="6858000"/>
          </a:xfrm>
          <a:custGeom>
            <a:avLst/>
            <a:gdLst/>
            <a:ahLst/>
            <a:cxnLst/>
            <a:rect l="l" t="t" r="r" b="b"/>
            <a:pathLst>
              <a:path w="13852525" h="11308715">
                <a:moveTo>
                  <a:pt x="13663594" y="541274"/>
                </a:moveTo>
                <a:lnTo>
                  <a:pt x="13337552" y="886374"/>
                </a:lnTo>
                <a:lnTo>
                  <a:pt x="13458406" y="2559160"/>
                </a:lnTo>
                <a:lnTo>
                  <a:pt x="13784438" y="2214071"/>
                </a:lnTo>
                <a:lnTo>
                  <a:pt x="13663594" y="541274"/>
                </a:lnTo>
                <a:close/>
              </a:path>
              <a:path w="13852525" h="11308715">
                <a:moveTo>
                  <a:pt x="12862427" y="0"/>
                </a:moveTo>
                <a:lnTo>
                  <a:pt x="12842864" y="0"/>
                </a:lnTo>
                <a:lnTo>
                  <a:pt x="12849922" y="22955"/>
                </a:lnTo>
                <a:lnTo>
                  <a:pt x="12862427" y="0"/>
                </a:lnTo>
                <a:close/>
              </a:path>
              <a:path w="13852525" h="11308715">
                <a:moveTo>
                  <a:pt x="1356744" y="11181556"/>
                </a:moveTo>
                <a:lnTo>
                  <a:pt x="1317802" y="11206956"/>
                </a:lnTo>
                <a:lnTo>
                  <a:pt x="1288384" y="11308556"/>
                </a:lnTo>
                <a:lnTo>
                  <a:pt x="1318869" y="11308556"/>
                </a:lnTo>
                <a:lnTo>
                  <a:pt x="1356744" y="11181556"/>
                </a:lnTo>
                <a:close/>
              </a:path>
              <a:path w="13852525" h="11308715">
                <a:moveTo>
                  <a:pt x="2108543" y="10737056"/>
                </a:moveTo>
                <a:lnTo>
                  <a:pt x="1991771" y="10813256"/>
                </a:lnTo>
                <a:lnTo>
                  <a:pt x="1863059" y="11308556"/>
                </a:lnTo>
                <a:lnTo>
                  <a:pt x="1960085" y="11308556"/>
                </a:lnTo>
                <a:lnTo>
                  <a:pt x="2108543" y="10737056"/>
                </a:lnTo>
                <a:close/>
              </a:path>
              <a:path w="13852525" h="11308715">
                <a:moveTo>
                  <a:pt x="2860321" y="10292556"/>
                </a:moveTo>
                <a:lnTo>
                  <a:pt x="2665698" y="10419556"/>
                </a:lnTo>
                <a:lnTo>
                  <a:pt x="2464479" y="11308556"/>
                </a:lnTo>
                <a:lnTo>
                  <a:pt x="2631287" y="11308556"/>
                </a:lnTo>
                <a:lnTo>
                  <a:pt x="2860321" y="10292556"/>
                </a:lnTo>
                <a:close/>
              </a:path>
              <a:path w="13852525" h="11308715">
                <a:moveTo>
                  <a:pt x="4206856" y="10991056"/>
                </a:moveTo>
                <a:lnTo>
                  <a:pt x="3978528" y="11232356"/>
                </a:lnTo>
                <a:lnTo>
                  <a:pt x="3984302" y="11308556"/>
                </a:lnTo>
                <a:lnTo>
                  <a:pt x="4230674" y="11308556"/>
                </a:lnTo>
                <a:lnTo>
                  <a:pt x="4206856" y="10991056"/>
                </a:lnTo>
                <a:close/>
              </a:path>
              <a:path w="13852525" h="11308715">
                <a:moveTo>
                  <a:pt x="4844187" y="10356056"/>
                </a:moveTo>
                <a:lnTo>
                  <a:pt x="4550207" y="10660856"/>
                </a:lnTo>
                <a:lnTo>
                  <a:pt x="4626194" y="11308556"/>
                </a:lnTo>
                <a:lnTo>
                  <a:pt x="4956321" y="11308556"/>
                </a:lnTo>
                <a:lnTo>
                  <a:pt x="4844187" y="10356056"/>
                </a:lnTo>
                <a:close/>
              </a:path>
              <a:path w="13852525" h="11308715">
                <a:moveTo>
                  <a:pt x="5579023" y="11168856"/>
                </a:moveTo>
                <a:lnTo>
                  <a:pt x="5495758" y="11308556"/>
                </a:lnTo>
                <a:lnTo>
                  <a:pt x="5639011" y="11308556"/>
                </a:lnTo>
                <a:lnTo>
                  <a:pt x="5579023" y="11168856"/>
                </a:lnTo>
                <a:close/>
              </a:path>
              <a:path w="13852525" h="11308715">
                <a:moveTo>
                  <a:pt x="6049721" y="10356056"/>
                </a:moveTo>
                <a:lnTo>
                  <a:pt x="5788221" y="10825956"/>
                </a:lnTo>
                <a:lnTo>
                  <a:pt x="6010322" y="11308556"/>
                </a:lnTo>
                <a:lnTo>
                  <a:pt x="6481959" y="11308556"/>
                </a:lnTo>
                <a:lnTo>
                  <a:pt x="6049721" y="10356056"/>
                </a:lnTo>
                <a:close/>
              </a:path>
              <a:path w="13852525" h="11308715">
                <a:moveTo>
                  <a:pt x="6792159" y="10851356"/>
                </a:moveTo>
                <a:lnTo>
                  <a:pt x="6670546" y="11308556"/>
                </a:lnTo>
                <a:lnTo>
                  <a:pt x="7184035" y="11308556"/>
                </a:lnTo>
                <a:lnTo>
                  <a:pt x="6792159" y="10851356"/>
                </a:lnTo>
                <a:close/>
              </a:path>
              <a:path w="13852525" h="11308715">
                <a:moveTo>
                  <a:pt x="7666782" y="11130756"/>
                </a:moveTo>
                <a:lnTo>
                  <a:pt x="7667177" y="11308556"/>
                </a:lnTo>
                <a:lnTo>
                  <a:pt x="7938091" y="11308556"/>
                </a:lnTo>
                <a:lnTo>
                  <a:pt x="7666782" y="11130756"/>
                </a:lnTo>
                <a:close/>
              </a:path>
              <a:path w="13852525" h="11308715">
                <a:moveTo>
                  <a:pt x="9478281" y="10813256"/>
                </a:moveTo>
                <a:lnTo>
                  <a:pt x="7686195" y="10813256"/>
                </a:lnTo>
                <a:lnTo>
                  <a:pt x="8511158" y="11308556"/>
                </a:lnTo>
                <a:lnTo>
                  <a:pt x="8554593" y="11308556"/>
                </a:lnTo>
                <a:lnTo>
                  <a:pt x="8554315" y="10851356"/>
                </a:lnTo>
                <a:lnTo>
                  <a:pt x="9488564" y="10851356"/>
                </a:lnTo>
                <a:lnTo>
                  <a:pt x="9478281" y="10813256"/>
                </a:lnTo>
                <a:close/>
              </a:path>
              <a:path w="13852525" h="11308715">
                <a:moveTo>
                  <a:pt x="8619486" y="11168856"/>
                </a:moveTo>
                <a:lnTo>
                  <a:pt x="8658631" y="11308556"/>
                </a:lnTo>
                <a:lnTo>
                  <a:pt x="9042097" y="11308556"/>
                </a:lnTo>
                <a:lnTo>
                  <a:pt x="8619486" y="11168856"/>
                </a:lnTo>
                <a:close/>
              </a:path>
              <a:path w="13852525" h="11308715">
                <a:moveTo>
                  <a:pt x="9587425" y="10952956"/>
                </a:moveTo>
                <a:lnTo>
                  <a:pt x="9799117" y="11308556"/>
                </a:lnTo>
                <a:lnTo>
                  <a:pt x="10926641" y="11308556"/>
                </a:lnTo>
                <a:lnTo>
                  <a:pt x="10757923" y="11029156"/>
                </a:lnTo>
                <a:lnTo>
                  <a:pt x="9587425" y="10952956"/>
                </a:lnTo>
                <a:close/>
              </a:path>
              <a:path w="13852525" h="11308715">
                <a:moveTo>
                  <a:pt x="12527880" y="11029156"/>
                </a:moveTo>
                <a:lnTo>
                  <a:pt x="11234160" y="11219656"/>
                </a:lnTo>
                <a:lnTo>
                  <a:pt x="11329752" y="11308556"/>
                </a:lnTo>
                <a:lnTo>
                  <a:pt x="12829487" y="11308556"/>
                </a:lnTo>
                <a:lnTo>
                  <a:pt x="12527880" y="11029156"/>
                </a:lnTo>
                <a:close/>
              </a:path>
              <a:path w="13852525" h="11308715">
                <a:moveTo>
                  <a:pt x="7638137" y="10546556"/>
                </a:moveTo>
                <a:lnTo>
                  <a:pt x="6890020" y="10546556"/>
                </a:lnTo>
                <a:lnTo>
                  <a:pt x="6887821" y="10559256"/>
                </a:lnTo>
                <a:lnTo>
                  <a:pt x="7563947" y="11270456"/>
                </a:lnTo>
                <a:lnTo>
                  <a:pt x="7686195" y="10813256"/>
                </a:lnTo>
                <a:lnTo>
                  <a:pt x="9478281" y="10813256"/>
                </a:lnTo>
                <a:lnTo>
                  <a:pt x="9437147" y="10660856"/>
                </a:lnTo>
                <a:lnTo>
                  <a:pt x="10524376" y="10660856"/>
                </a:lnTo>
                <a:lnTo>
                  <a:pt x="10516980" y="10648156"/>
                </a:lnTo>
                <a:lnTo>
                  <a:pt x="8499343" y="10648156"/>
                </a:lnTo>
                <a:lnTo>
                  <a:pt x="8414694" y="10597356"/>
                </a:lnTo>
                <a:lnTo>
                  <a:pt x="7686069" y="10597356"/>
                </a:lnTo>
                <a:lnTo>
                  <a:pt x="7638137" y="10546556"/>
                </a:lnTo>
                <a:close/>
              </a:path>
              <a:path w="13852525" h="11308715">
                <a:moveTo>
                  <a:pt x="3612099" y="9848056"/>
                </a:moveTo>
                <a:lnTo>
                  <a:pt x="3339678" y="10013156"/>
                </a:lnTo>
                <a:lnTo>
                  <a:pt x="3128616" y="11143456"/>
                </a:lnTo>
                <a:lnTo>
                  <a:pt x="3401069" y="10978356"/>
                </a:lnTo>
                <a:lnTo>
                  <a:pt x="3612099" y="9848056"/>
                </a:lnTo>
                <a:close/>
              </a:path>
              <a:path w="13852525" h="11308715">
                <a:moveTo>
                  <a:pt x="9488564" y="10851356"/>
                </a:moveTo>
                <a:lnTo>
                  <a:pt x="8556681" y="10851356"/>
                </a:lnTo>
                <a:lnTo>
                  <a:pt x="9567405" y="11143456"/>
                </a:lnTo>
                <a:lnTo>
                  <a:pt x="9488564" y="10851356"/>
                </a:lnTo>
                <a:close/>
              </a:path>
              <a:path w="13852525" h="11308715">
                <a:moveTo>
                  <a:pt x="5481518" y="9708356"/>
                </a:moveTo>
                <a:lnTo>
                  <a:pt x="5121885" y="10089356"/>
                </a:lnTo>
                <a:lnTo>
                  <a:pt x="5288310" y="11092656"/>
                </a:lnTo>
                <a:lnTo>
                  <a:pt x="5647953" y="10711656"/>
                </a:lnTo>
                <a:lnTo>
                  <a:pt x="5481518" y="9708356"/>
                </a:lnTo>
                <a:close/>
              </a:path>
              <a:path w="13852525" h="11308715">
                <a:moveTo>
                  <a:pt x="13851902" y="10571956"/>
                </a:moveTo>
                <a:lnTo>
                  <a:pt x="13158437" y="10838656"/>
                </a:lnTo>
                <a:lnTo>
                  <a:pt x="13506593" y="11029156"/>
                </a:lnTo>
                <a:lnTo>
                  <a:pt x="13851902" y="10889456"/>
                </a:lnTo>
                <a:lnTo>
                  <a:pt x="13851902" y="10571956"/>
                </a:lnTo>
                <a:close/>
              </a:path>
              <a:path w="13852525" h="11308715">
                <a:moveTo>
                  <a:pt x="6806761" y="10102056"/>
                </a:moveTo>
                <a:lnTo>
                  <a:pt x="6214962" y="10102056"/>
                </a:lnTo>
                <a:lnTo>
                  <a:pt x="6210816" y="10114756"/>
                </a:lnTo>
                <a:lnTo>
                  <a:pt x="6660446" y="10965656"/>
                </a:lnTo>
                <a:lnTo>
                  <a:pt x="6890020" y="10546556"/>
                </a:lnTo>
                <a:lnTo>
                  <a:pt x="7638137" y="10546556"/>
                </a:lnTo>
                <a:lnTo>
                  <a:pt x="7458393" y="10356056"/>
                </a:lnTo>
                <a:lnTo>
                  <a:pt x="6941610" y="10356056"/>
                </a:lnTo>
                <a:lnTo>
                  <a:pt x="6806761" y="10102056"/>
                </a:lnTo>
                <a:close/>
              </a:path>
              <a:path w="13852525" h="11308715">
                <a:moveTo>
                  <a:pt x="11697937" y="10241756"/>
                </a:moveTo>
                <a:lnTo>
                  <a:pt x="10502769" y="10483056"/>
                </a:lnTo>
                <a:lnTo>
                  <a:pt x="10933949" y="10902156"/>
                </a:lnTo>
                <a:lnTo>
                  <a:pt x="12129107" y="10660856"/>
                </a:lnTo>
                <a:lnTo>
                  <a:pt x="11697937" y="10241756"/>
                </a:lnTo>
                <a:close/>
              </a:path>
              <a:path w="13852525" h="11308715">
                <a:moveTo>
                  <a:pt x="4363898" y="9390856"/>
                </a:moveTo>
                <a:lnTo>
                  <a:pt x="4013595" y="9619456"/>
                </a:lnTo>
                <a:lnTo>
                  <a:pt x="3860447" y="10673556"/>
                </a:lnTo>
                <a:lnTo>
                  <a:pt x="4210719" y="10457656"/>
                </a:lnTo>
                <a:lnTo>
                  <a:pt x="4363898" y="9390856"/>
                </a:lnTo>
                <a:close/>
              </a:path>
              <a:path w="13852525" h="11308715">
                <a:moveTo>
                  <a:pt x="10524376" y="10660856"/>
                </a:moveTo>
                <a:lnTo>
                  <a:pt x="9441827" y="10660856"/>
                </a:lnTo>
                <a:lnTo>
                  <a:pt x="10531773" y="10673556"/>
                </a:lnTo>
                <a:lnTo>
                  <a:pt x="10524376" y="10660856"/>
                </a:lnTo>
                <a:close/>
              </a:path>
              <a:path w="13852525" h="11308715">
                <a:moveTo>
                  <a:pt x="9253203" y="10025856"/>
                </a:moveTo>
                <a:lnTo>
                  <a:pt x="7875927" y="10025856"/>
                </a:lnTo>
                <a:lnTo>
                  <a:pt x="8408372" y="10305256"/>
                </a:lnTo>
                <a:lnTo>
                  <a:pt x="8499343" y="10648156"/>
                </a:lnTo>
                <a:lnTo>
                  <a:pt x="10516980" y="10648156"/>
                </a:lnTo>
                <a:lnTo>
                  <a:pt x="10413427" y="10470356"/>
                </a:lnTo>
                <a:lnTo>
                  <a:pt x="9327893" y="10470356"/>
                </a:lnTo>
                <a:lnTo>
                  <a:pt x="8539708" y="10241756"/>
                </a:lnTo>
                <a:lnTo>
                  <a:pt x="8539834" y="10038556"/>
                </a:lnTo>
                <a:lnTo>
                  <a:pt x="9256753" y="10038556"/>
                </a:lnTo>
                <a:lnTo>
                  <a:pt x="9253203" y="10025856"/>
                </a:lnTo>
                <a:close/>
              </a:path>
              <a:path w="13852525" h="11308715">
                <a:moveTo>
                  <a:pt x="9207049" y="9860756"/>
                </a:moveTo>
                <a:lnTo>
                  <a:pt x="7259580" y="9860756"/>
                </a:lnTo>
                <a:lnTo>
                  <a:pt x="7685860" y="10254456"/>
                </a:lnTo>
                <a:lnTo>
                  <a:pt x="7686069" y="10597356"/>
                </a:lnTo>
                <a:lnTo>
                  <a:pt x="8414694" y="10597356"/>
                </a:lnTo>
                <a:lnTo>
                  <a:pt x="7822149" y="10241756"/>
                </a:lnTo>
                <a:lnTo>
                  <a:pt x="7875927" y="10025856"/>
                </a:lnTo>
                <a:lnTo>
                  <a:pt x="9253203" y="10025856"/>
                </a:lnTo>
                <a:lnTo>
                  <a:pt x="9207049" y="9860756"/>
                </a:lnTo>
                <a:close/>
              </a:path>
              <a:path w="13852525" h="11308715">
                <a:moveTo>
                  <a:pt x="13475066" y="9759156"/>
                </a:moveTo>
                <a:lnTo>
                  <a:pt x="12227920" y="10305256"/>
                </a:lnTo>
                <a:lnTo>
                  <a:pt x="12673708" y="10546556"/>
                </a:lnTo>
                <a:lnTo>
                  <a:pt x="13851902" y="10025856"/>
                </a:lnTo>
                <a:lnTo>
                  <a:pt x="13851902" y="9962356"/>
                </a:lnTo>
                <a:lnTo>
                  <a:pt x="13475066" y="9759156"/>
                </a:lnTo>
                <a:close/>
              </a:path>
              <a:path w="13852525" h="11308715">
                <a:moveTo>
                  <a:pt x="918223" y="9301956"/>
                </a:moveTo>
                <a:lnTo>
                  <a:pt x="874706" y="9314656"/>
                </a:lnTo>
                <a:lnTo>
                  <a:pt x="182915" y="10495756"/>
                </a:lnTo>
                <a:lnTo>
                  <a:pt x="226443" y="10470356"/>
                </a:lnTo>
                <a:lnTo>
                  <a:pt x="918223" y="9301956"/>
                </a:lnTo>
                <a:close/>
              </a:path>
              <a:path w="13852525" h="11308715">
                <a:moveTo>
                  <a:pt x="9256753" y="10038556"/>
                </a:moveTo>
                <a:lnTo>
                  <a:pt x="8539834" y="10038556"/>
                </a:lnTo>
                <a:lnTo>
                  <a:pt x="9147072" y="10152856"/>
                </a:lnTo>
                <a:lnTo>
                  <a:pt x="9327893" y="10470356"/>
                </a:lnTo>
                <a:lnTo>
                  <a:pt x="10413427" y="10470356"/>
                </a:lnTo>
                <a:lnTo>
                  <a:pt x="10272891" y="10229056"/>
                </a:lnTo>
                <a:lnTo>
                  <a:pt x="10279707" y="10229056"/>
                </a:lnTo>
                <a:lnTo>
                  <a:pt x="10877850" y="10076656"/>
                </a:lnTo>
                <a:lnTo>
                  <a:pt x="10113807" y="10076656"/>
                </a:lnTo>
                <a:lnTo>
                  <a:pt x="9263854" y="10063956"/>
                </a:lnTo>
                <a:lnTo>
                  <a:pt x="9256753" y="10038556"/>
                </a:lnTo>
                <a:close/>
              </a:path>
              <a:path w="13852525" h="11308715">
                <a:moveTo>
                  <a:pt x="6217188" y="9505156"/>
                </a:moveTo>
                <a:lnTo>
                  <a:pt x="5699250" y="9505156"/>
                </a:lnTo>
                <a:lnTo>
                  <a:pt x="5693554" y="9517856"/>
                </a:lnTo>
                <a:lnTo>
                  <a:pt x="5899569" y="10432256"/>
                </a:lnTo>
                <a:lnTo>
                  <a:pt x="6214962" y="10102056"/>
                </a:lnTo>
                <a:lnTo>
                  <a:pt x="6806761" y="10102056"/>
                </a:lnTo>
                <a:lnTo>
                  <a:pt x="6712367" y="9924256"/>
                </a:lnTo>
                <a:lnTo>
                  <a:pt x="6311860" y="9924256"/>
                </a:lnTo>
                <a:lnTo>
                  <a:pt x="6217188" y="9505156"/>
                </a:lnTo>
                <a:close/>
              </a:path>
              <a:path w="13852525" h="11308715">
                <a:moveTo>
                  <a:pt x="9853036" y="9543256"/>
                </a:moveTo>
                <a:lnTo>
                  <a:pt x="6729292" y="9543256"/>
                </a:lnTo>
                <a:lnTo>
                  <a:pt x="7027000" y="10025856"/>
                </a:lnTo>
                <a:lnTo>
                  <a:pt x="6941610" y="10356056"/>
                </a:lnTo>
                <a:lnTo>
                  <a:pt x="7458393" y="10356056"/>
                </a:lnTo>
                <a:lnTo>
                  <a:pt x="7158818" y="10038556"/>
                </a:lnTo>
                <a:lnTo>
                  <a:pt x="7259580" y="9860756"/>
                </a:lnTo>
                <a:lnTo>
                  <a:pt x="9207049" y="9860756"/>
                </a:lnTo>
                <a:lnTo>
                  <a:pt x="9850537" y="9809956"/>
                </a:lnTo>
                <a:lnTo>
                  <a:pt x="11233329" y="9809956"/>
                </a:lnTo>
                <a:lnTo>
                  <a:pt x="11116350" y="9695656"/>
                </a:lnTo>
                <a:lnTo>
                  <a:pt x="9943571" y="9695656"/>
                </a:lnTo>
                <a:lnTo>
                  <a:pt x="9853036" y="9543256"/>
                </a:lnTo>
                <a:close/>
              </a:path>
              <a:path w="13852525" h="11308715">
                <a:moveTo>
                  <a:pt x="1727580" y="9060656"/>
                </a:moveTo>
                <a:lnTo>
                  <a:pt x="1599951" y="9111456"/>
                </a:lnTo>
                <a:lnTo>
                  <a:pt x="979394" y="10229056"/>
                </a:lnTo>
                <a:lnTo>
                  <a:pt x="1107013" y="10190956"/>
                </a:lnTo>
                <a:lnTo>
                  <a:pt x="1727580" y="9060656"/>
                </a:lnTo>
                <a:close/>
              </a:path>
              <a:path w="13852525" h="11308715">
                <a:moveTo>
                  <a:pt x="5115655" y="8946356"/>
                </a:moveTo>
                <a:lnTo>
                  <a:pt x="4687553" y="9213056"/>
                </a:lnTo>
                <a:lnTo>
                  <a:pt x="4592258" y="10203656"/>
                </a:lnTo>
                <a:lnTo>
                  <a:pt x="5020360" y="9936956"/>
                </a:lnTo>
                <a:lnTo>
                  <a:pt x="5115655" y="8946356"/>
                </a:lnTo>
                <a:close/>
              </a:path>
              <a:path w="13852525" h="11308715">
                <a:moveTo>
                  <a:pt x="11233329" y="9809956"/>
                </a:moveTo>
                <a:lnTo>
                  <a:pt x="9850537" y="9809956"/>
                </a:lnTo>
                <a:lnTo>
                  <a:pt x="10113807" y="10076656"/>
                </a:lnTo>
                <a:lnTo>
                  <a:pt x="10877850" y="10076656"/>
                </a:lnTo>
                <a:lnTo>
                  <a:pt x="11376302" y="9949656"/>
                </a:lnTo>
                <a:lnTo>
                  <a:pt x="11233329" y="9809956"/>
                </a:lnTo>
                <a:close/>
              </a:path>
              <a:path w="13852525" h="11308715">
                <a:moveTo>
                  <a:pt x="12433862" y="9213056"/>
                </a:moveTo>
                <a:lnTo>
                  <a:pt x="11297383" y="9771856"/>
                </a:lnTo>
                <a:lnTo>
                  <a:pt x="11840833" y="10063956"/>
                </a:lnTo>
                <a:lnTo>
                  <a:pt x="12977322" y="9505156"/>
                </a:lnTo>
                <a:lnTo>
                  <a:pt x="12433862" y="9213056"/>
                </a:lnTo>
                <a:close/>
              </a:path>
              <a:path w="13852525" h="11308715">
                <a:moveTo>
                  <a:pt x="2536927" y="8832056"/>
                </a:moveTo>
                <a:lnTo>
                  <a:pt x="2325217" y="8908256"/>
                </a:lnTo>
                <a:lnTo>
                  <a:pt x="1775893" y="9975056"/>
                </a:lnTo>
                <a:lnTo>
                  <a:pt x="1987583" y="9911556"/>
                </a:lnTo>
                <a:lnTo>
                  <a:pt x="2536927" y="8832056"/>
                </a:lnTo>
                <a:close/>
              </a:path>
              <a:path w="13852525" h="11308715">
                <a:moveTo>
                  <a:pt x="10489852" y="9111456"/>
                </a:moveTo>
                <a:lnTo>
                  <a:pt x="6315661" y="9111456"/>
                </a:lnTo>
                <a:lnTo>
                  <a:pt x="6472200" y="9644856"/>
                </a:lnTo>
                <a:lnTo>
                  <a:pt x="6311860" y="9924256"/>
                </a:lnTo>
                <a:lnTo>
                  <a:pt x="6712367" y="9924256"/>
                </a:lnTo>
                <a:lnTo>
                  <a:pt x="6591003" y="9695656"/>
                </a:lnTo>
                <a:lnTo>
                  <a:pt x="6729292" y="9543256"/>
                </a:lnTo>
                <a:lnTo>
                  <a:pt x="9853036" y="9543256"/>
                </a:lnTo>
                <a:lnTo>
                  <a:pt x="9830402" y="9505156"/>
                </a:lnTo>
                <a:lnTo>
                  <a:pt x="10466644" y="9289256"/>
                </a:lnTo>
                <a:lnTo>
                  <a:pt x="11532261" y="9289256"/>
                </a:lnTo>
                <a:lnTo>
                  <a:pt x="11783015" y="9149556"/>
                </a:lnTo>
                <a:lnTo>
                  <a:pt x="10527909" y="9149556"/>
                </a:lnTo>
                <a:lnTo>
                  <a:pt x="10489852" y="9111456"/>
                </a:lnTo>
                <a:close/>
              </a:path>
              <a:path w="13852525" h="11308715">
                <a:moveTo>
                  <a:pt x="5854782" y="8819356"/>
                </a:moveTo>
                <a:lnTo>
                  <a:pt x="5368265" y="8819356"/>
                </a:lnTo>
                <a:lnTo>
                  <a:pt x="5361413" y="8821283"/>
                </a:lnTo>
                <a:lnTo>
                  <a:pt x="5324057" y="9746456"/>
                </a:lnTo>
                <a:lnTo>
                  <a:pt x="5699250" y="9505156"/>
                </a:lnTo>
                <a:lnTo>
                  <a:pt x="6217188" y="9505156"/>
                </a:lnTo>
                <a:lnTo>
                  <a:pt x="6185631" y="9365456"/>
                </a:lnTo>
                <a:lnTo>
                  <a:pt x="5832366" y="9365456"/>
                </a:lnTo>
                <a:lnTo>
                  <a:pt x="5854782" y="8819356"/>
                </a:lnTo>
                <a:close/>
              </a:path>
              <a:path w="13852525" h="11308715">
                <a:moveTo>
                  <a:pt x="3346275" y="8603456"/>
                </a:moveTo>
                <a:lnTo>
                  <a:pt x="3050472" y="8692356"/>
                </a:lnTo>
                <a:lnTo>
                  <a:pt x="2572382" y="9721056"/>
                </a:lnTo>
                <a:lnTo>
                  <a:pt x="2868174" y="9619456"/>
                </a:lnTo>
                <a:lnTo>
                  <a:pt x="3346275" y="8603456"/>
                </a:lnTo>
                <a:close/>
              </a:path>
              <a:path w="13852525" h="11308715">
                <a:moveTo>
                  <a:pt x="11532261" y="9289256"/>
                </a:moveTo>
                <a:lnTo>
                  <a:pt x="10466644" y="9289256"/>
                </a:lnTo>
                <a:lnTo>
                  <a:pt x="10798718" y="9467056"/>
                </a:lnTo>
                <a:lnTo>
                  <a:pt x="9943571" y="9695656"/>
                </a:lnTo>
                <a:lnTo>
                  <a:pt x="11116350" y="9695656"/>
                </a:lnTo>
                <a:lnTo>
                  <a:pt x="10999371" y="9581356"/>
                </a:lnTo>
                <a:lnTo>
                  <a:pt x="11007958" y="9581356"/>
                </a:lnTo>
                <a:lnTo>
                  <a:pt x="11532261" y="9289256"/>
                </a:lnTo>
                <a:close/>
              </a:path>
              <a:path w="13852525" h="11308715">
                <a:moveTo>
                  <a:pt x="4155632" y="8374856"/>
                </a:moveTo>
                <a:lnTo>
                  <a:pt x="3775727" y="8489156"/>
                </a:lnTo>
                <a:lnTo>
                  <a:pt x="3368860" y="9454356"/>
                </a:lnTo>
                <a:lnTo>
                  <a:pt x="3748765" y="9340056"/>
                </a:lnTo>
                <a:lnTo>
                  <a:pt x="4155632" y="8374856"/>
                </a:lnTo>
                <a:close/>
              </a:path>
              <a:path w="13852525" h="11308715">
                <a:moveTo>
                  <a:pt x="11727822" y="8590756"/>
                </a:moveTo>
                <a:lnTo>
                  <a:pt x="6039638" y="8590756"/>
                </a:lnTo>
                <a:lnTo>
                  <a:pt x="6052663" y="9136856"/>
                </a:lnTo>
                <a:lnTo>
                  <a:pt x="5832366" y="9365456"/>
                </a:lnTo>
                <a:lnTo>
                  <a:pt x="6185631" y="9365456"/>
                </a:lnTo>
                <a:lnTo>
                  <a:pt x="6151205" y="9213056"/>
                </a:lnTo>
                <a:lnTo>
                  <a:pt x="6315661" y="9111456"/>
                </a:lnTo>
                <a:lnTo>
                  <a:pt x="10489852" y="9111456"/>
                </a:lnTo>
                <a:lnTo>
                  <a:pt x="10362993" y="8984456"/>
                </a:lnTo>
                <a:lnTo>
                  <a:pt x="10946389" y="8603456"/>
                </a:lnTo>
                <a:lnTo>
                  <a:pt x="11714521" y="8603456"/>
                </a:lnTo>
                <a:lnTo>
                  <a:pt x="11727822" y="8590756"/>
                </a:lnTo>
                <a:close/>
              </a:path>
              <a:path w="13852525" h="11308715">
                <a:moveTo>
                  <a:pt x="13851902" y="8451056"/>
                </a:moveTo>
                <a:lnTo>
                  <a:pt x="12983206" y="9124156"/>
                </a:lnTo>
                <a:lnTo>
                  <a:pt x="13494719" y="9251156"/>
                </a:lnTo>
                <a:lnTo>
                  <a:pt x="13851902" y="8959056"/>
                </a:lnTo>
                <a:lnTo>
                  <a:pt x="13851902" y="8451056"/>
                </a:lnTo>
                <a:close/>
              </a:path>
              <a:path w="13852525" h="11308715">
                <a:moveTo>
                  <a:pt x="4964979" y="8133556"/>
                </a:moveTo>
                <a:lnTo>
                  <a:pt x="4500993" y="8285956"/>
                </a:lnTo>
                <a:lnTo>
                  <a:pt x="4165328" y="9200356"/>
                </a:lnTo>
                <a:lnTo>
                  <a:pt x="4629345" y="9047956"/>
                </a:lnTo>
                <a:lnTo>
                  <a:pt x="4964979" y="8133556"/>
                </a:lnTo>
                <a:close/>
              </a:path>
              <a:path w="13852525" h="11308715">
                <a:moveTo>
                  <a:pt x="11714521" y="8603456"/>
                </a:moveTo>
                <a:lnTo>
                  <a:pt x="10946389" y="8603456"/>
                </a:lnTo>
                <a:lnTo>
                  <a:pt x="11327843" y="8692356"/>
                </a:lnTo>
                <a:lnTo>
                  <a:pt x="10527909" y="9149556"/>
                </a:lnTo>
                <a:lnTo>
                  <a:pt x="11783015" y="9149556"/>
                </a:lnTo>
                <a:lnTo>
                  <a:pt x="12033769" y="9009856"/>
                </a:lnTo>
                <a:lnTo>
                  <a:pt x="11558349" y="8743156"/>
                </a:lnTo>
                <a:lnTo>
                  <a:pt x="11568202" y="8743156"/>
                </a:lnTo>
                <a:lnTo>
                  <a:pt x="11714521" y="8603456"/>
                </a:lnTo>
                <a:close/>
              </a:path>
              <a:path w="13852525" h="11308715">
                <a:moveTo>
                  <a:pt x="12901020" y="7993856"/>
                </a:moveTo>
                <a:lnTo>
                  <a:pt x="11907469" y="8857456"/>
                </a:lnTo>
                <a:lnTo>
                  <a:pt x="12531471" y="8997156"/>
                </a:lnTo>
                <a:lnTo>
                  <a:pt x="13525022" y="8133556"/>
                </a:lnTo>
                <a:lnTo>
                  <a:pt x="12901020" y="7993856"/>
                </a:lnTo>
                <a:close/>
              </a:path>
              <a:path w="13852525" h="11308715">
                <a:moveTo>
                  <a:pt x="5725039" y="8070056"/>
                </a:moveTo>
                <a:lnTo>
                  <a:pt x="5233589" y="8070056"/>
                </a:lnTo>
                <a:lnTo>
                  <a:pt x="5226178" y="8070286"/>
                </a:lnTo>
                <a:lnTo>
                  <a:pt x="4961838" y="8933656"/>
                </a:lnTo>
                <a:lnTo>
                  <a:pt x="5361413" y="8821283"/>
                </a:lnTo>
                <a:lnTo>
                  <a:pt x="5361491" y="8819356"/>
                </a:lnTo>
                <a:lnTo>
                  <a:pt x="5854782" y="8819356"/>
                </a:lnTo>
                <a:lnTo>
                  <a:pt x="5858953" y="8717756"/>
                </a:lnTo>
                <a:lnTo>
                  <a:pt x="5526627" y="8717756"/>
                </a:lnTo>
                <a:lnTo>
                  <a:pt x="5725039" y="8070056"/>
                </a:lnTo>
                <a:close/>
              </a:path>
              <a:path w="13852525" h="11308715">
                <a:moveTo>
                  <a:pt x="5368265" y="8819356"/>
                </a:moveTo>
                <a:lnTo>
                  <a:pt x="5361491" y="8819356"/>
                </a:lnTo>
                <a:lnTo>
                  <a:pt x="5361413" y="8821283"/>
                </a:lnTo>
                <a:lnTo>
                  <a:pt x="5368265" y="8819356"/>
                </a:lnTo>
                <a:close/>
              </a:path>
              <a:path w="13852525" h="11308715">
                <a:moveTo>
                  <a:pt x="11034068" y="8031956"/>
                </a:moveTo>
                <a:lnTo>
                  <a:pt x="5911840" y="8031956"/>
                </a:lnTo>
                <a:lnTo>
                  <a:pt x="5788671" y="8552656"/>
                </a:lnTo>
                <a:lnTo>
                  <a:pt x="5526627" y="8717756"/>
                </a:lnTo>
                <a:lnTo>
                  <a:pt x="5858953" y="8717756"/>
                </a:lnTo>
                <a:lnTo>
                  <a:pt x="5861559" y="8654256"/>
                </a:lnTo>
                <a:lnTo>
                  <a:pt x="6039638" y="8590756"/>
                </a:lnTo>
                <a:lnTo>
                  <a:pt x="11727822" y="8590756"/>
                </a:lnTo>
                <a:lnTo>
                  <a:pt x="11887442" y="8438356"/>
                </a:lnTo>
                <a:lnTo>
                  <a:pt x="10969582" y="8438356"/>
                </a:lnTo>
                <a:lnTo>
                  <a:pt x="10761483" y="8324056"/>
                </a:lnTo>
                <a:lnTo>
                  <a:pt x="11034068" y="8031956"/>
                </a:lnTo>
                <a:close/>
              </a:path>
              <a:path w="13852525" h="11308715">
                <a:moveTo>
                  <a:pt x="11954577" y="7790656"/>
                </a:moveTo>
                <a:lnTo>
                  <a:pt x="11654158" y="7790656"/>
                </a:lnTo>
                <a:lnTo>
                  <a:pt x="10969582" y="8438356"/>
                </a:lnTo>
                <a:lnTo>
                  <a:pt x="11887442" y="8438356"/>
                </a:lnTo>
                <a:lnTo>
                  <a:pt x="12446113" y="7904956"/>
                </a:lnTo>
                <a:lnTo>
                  <a:pt x="11954577" y="7790656"/>
                </a:lnTo>
                <a:close/>
              </a:path>
              <a:path w="13852525" h="11308715">
                <a:moveTo>
                  <a:pt x="979970" y="7396956"/>
                </a:moveTo>
                <a:lnTo>
                  <a:pt x="935060" y="7409656"/>
                </a:lnTo>
                <a:lnTo>
                  <a:pt x="0" y="8349456"/>
                </a:lnTo>
                <a:lnTo>
                  <a:pt x="44899" y="8336756"/>
                </a:lnTo>
                <a:lnTo>
                  <a:pt x="979970" y="7396956"/>
                </a:lnTo>
                <a:close/>
              </a:path>
              <a:path w="13852525" h="11308715">
                <a:moveTo>
                  <a:pt x="1789442" y="7384256"/>
                </a:moveTo>
                <a:lnTo>
                  <a:pt x="1660137" y="7396956"/>
                </a:lnTo>
                <a:lnTo>
                  <a:pt x="804153" y="8298656"/>
                </a:lnTo>
                <a:lnTo>
                  <a:pt x="933427" y="8298656"/>
                </a:lnTo>
                <a:lnTo>
                  <a:pt x="1789442" y="7384256"/>
                </a:lnTo>
                <a:close/>
              </a:path>
              <a:path w="13852525" h="11308715">
                <a:moveTo>
                  <a:pt x="2598884" y="7371556"/>
                </a:moveTo>
                <a:lnTo>
                  <a:pt x="2385225" y="7384256"/>
                </a:lnTo>
                <a:lnTo>
                  <a:pt x="1608296" y="8260556"/>
                </a:lnTo>
                <a:lnTo>
                  <a:pt x="1821944" y="8247856"/>
                </a:lnTo>
                <a:lnTo>
                  <a:pt x="2598884" y="7371556"/>
                </a:lnTo>
                <a:close/>
              </a:path>
              <a:path w="13852525" h="11308715">
                <a:moveTo>
                  <a:pt x="3408325" y="7358856"/>
                </a:moveTo>
                <a:lnTo>
                  <a:pt x="3110324" y="7371556"/>
                </a:lnTo>
                <a:lnTo>
                  <a:pt x="2412450" y="8222456"/>
                </a:lnTo>
                <a:lnTo>
                  <a:pt x="2710472" y="8197056"/>
                </a:lnTo>
                <a:lnTo>
                  <a:pt x="3408325" y="7358856"/>
                </a:lnTo>
                <a:close/>
              </a:path>
              <a:path w="13852525" h="11308715">
                <a:moveTo>
                  <a:pt x="4217798" y="7346156"/>
                </a:moveTo>
                <a:lnTo>
                  <a:pt x="3835401" y="7358856"/>
                </a:lnTo>
                <a:lnTo>
                  <a:pt x="3216593" y="8171656"/>
                </a:lnTo>
                <a:lnTo>
                  <a:pt x="3598979" y="8158956"/>
                </a:lnTo>
                <a:lnTo>
                  <a:pt x="4217798" y="7346156"/>
                </a:lnTo>
                <a:close/>
              </a:path>
              <a:path w="13852525" h="11308715">
                <a:moveTo>
                  <a:pt x="5027260" y="7333456"/>
                </a:moveTo>
                <a:lnTo>
                  <a:pt x="4560478" y="7346156"/>
                </a:lnTo>
                <a:lnTo>
                  <a:pt x="4020736" y="8133556"/>
                </a:lnTo>
                <a:lnTo>
                  <a:pt x="4487507" y="8108156"/>
                </a:lnTo>
                <a:lnTo>
                  <a:pt x="5027260" y="7333456"/>
                </a:lnTo>
                <a:close/>
              </a:path>
              <a:path w="13852525" h="11308715">
                <a:moveTo>
                  <a:pt x="11539800" y="6863556"/>
                </a:moveTo>
                <a:lnTo>
                  <a:pt x="5944960" y="6863556"/>
                </a:lnTo>
                <a:lnTo>
                  <a:pt x="6091165" y="6939756"/>
                </a:lnTo>
                <a:lnTo>
                  <a:pt x="5750913" y="7320756"/>
                </a:lnTo>
                <a:lnTo>
                  <a:pt x="5465456" y="7333456"/>
                </a:lnTo>
                <a:lnTo>
                  <a:pt x="5285566" y="7333456"/>
                </a:lnTo>
                <a:lnTo>
                  <a:pt x="4824879" y="8082756"/>
                </a:lnTo>
                <a:lnTo>
                  <a:pt x="5226178" y="8070286"/>
                </a:lnTo>
                <a:lnTo>
                  <a:pt x="5226249" y="8070056"/>
                </a:lnTo>
                <a:lnTo>
                  <a:pt x="5725039" y="8070056"/>
                </a:lnTo>
                <a:lnTo>
                  <a:pt x="5732820" y="8044656"/>
                </a:lnTo>
                <a:lnTo>
                  <a:pt x="5911840" y="8031956"/>
                </a:lnTo>
                <a:lnTo>
                  <a:pt x="11034068" y="8031956"/>
                </a:lnTo>
                <a:lnTo>
                  <a:pt x="11045920" y="8019256"/>
                </a:lnTo>
                <a:lnTo>
                  <a:pt x="5405133" y="8019256"/>
                </a:lnTo>
                <a:lnTo>
                  <a:pt x="5764379" y="7435056"/>
                </a:lnTo>
                <a:lnTo>
                  <a:pt x="11064475" y="7435056"/>
                </a:lnTo>
                <a:lnTo>
                  <a:pt x="11337424" y="6927056"/>
                </a:lnTo>
                <a:lnTo>
                  <a:pt x="11539800" y="6863556"/>
                </a:lnTo>
                <a:close/>
              </a:path>
              <a:path w="13852525" h="11308715">
                <a:moveTo>
                  <a:pt x="5233589" y="8070056"/>
                </a:moveTo>
                <a:lnTo>
                  <a:pt x="5226249" y="8070056"/>
                </a:lnTo>
                <a:lnTo>
                  <a:pt x="5226178" y="8070286"/>
                </a:lnTo>
                <a:lnTo>
                  <a:pt x="5233589" y="8070056"/>
                </a:lnTo>
                <a:close/>
              </a:path>
              <a:path w="13852525" h="11308715">
                <a:moveTo>
                  <a:pt x="11064475" y="7435056"/>
                </a:moveTo>
                <a:lnTo>
                  <a:pt x="5764379" y="7435056"/>
                </a:lnTo>
                <a:lnTo>
                  <a:pt x="5932290" y="7473156"/>
                </a:lnTo>
                <a:lnTo>
                  <a:pt x="5689010" y="7930356"/>
                </a:lnTo>
                <a:lnTo>
                  <a:pt x="5405133" y="8019256"/>
                </a:lnTo>
                <a:lnTo>
                  <a:pt x="11045920" y="8019256"/>
                </a:lnTo>
                <a:lnTo>
                  <a:pt x="11247395" y="7803356"/>
                </a:lnTo>
                <a:lnTo>
                  <a:pt x="11654158" y="7790656"/>
                </a:lnTo>
                <a:lnTo>
                  <a:pt x="11954577" y="7790656"/>
                </a:lnTo>
                <a:lnTo>
                  <a:pt x="11899962" y="7777956"/>
                </a:lnTo>
                <a:lnTo>
                  <a:pt x="11910475" y="7777956"/>
                </a:lnTo>
                <a:lnTo>
                  <a:pt x="11996729" y="7638256"/>
                </a:lnTo>
                <a:lnTo>
                  <a:pt x="11228548" y="7638256"/>
                </a:lnTo>
                <a:lnTo>
                  <a:pt x="10989414" y="7574756"/>
                </a:lnTo>
                <a:lnTo>
                  <a:pt x="11064475" y="7435056"/>
                </a:lnTo>
                <a:close/>
              </a:path>
              <a:path w="13852525" h="11308715">
                <a:moveTo>
                  <a:pt x="13715058" y="6647656"/>
                </a:moveTo>
                <a:lnTo>
                  <a:pt x="13049916" y="6673056"/>
                </a:lnTo>
                <a:lnTo>
                  <a:pt x="12278526" y="7790656"/>
                </a:lnTo>
                <a:lnTo>
                  <a:pt x="12943658" y="7765256"/>
                </a:lnTo>
                <a:lnTo>
                  <a:pt x="13715058" y="6647656"/>
                </a:lnTo>
                <a:close/>
              </a:path>
              <a:path w="13852525" h="11308715">
                <a:moveTo>
                  <a:pt x="13851902" y="7219156"/>
                </a:moveTo>
                <a:lnTo>
                  <a:pt x="13431926" y="7765256"/>
                </a:lnTo>
                <a:lnTo>
                  <a:pt x="13851902" y="7752556"/>
                </a:lnTo>
                <a:lnTo>
                  <a:pt x="13851902" y="7219156"/>
                </a:lnTo>
                <a:close/>
              </a:path>
              <a:path w="13852525" h="11308715">
                <a:moveTo>
                  <a:pt x="12514256" y="6800056"/>
                </a:moveTo>
                <a:lnTo>
                  <a:pt x="11742176" y="6800056"/>
                </a:lnTo>
                <a:lnTo>
                  <a:pt x="11228548" y="7638256"/>
                </a:lnTo>
                <a:lnTo>
                  <a:pt x="11996729" y="7638256"/>
                </a:lnTo>
                <a:lnTo>
                  <a:pt x="12514256" y="6800056"/>
                </a:lnTo>
                <a:close/>
              </a:path>
              <a:path w="13852525" h="11308715">
                <a:moveTo>
                  <a:pt x="5518683" y="6653162"/>
                </a:moveTo>
                <a:lnTo>
                  <a:pt x="4909473" y="7244556"/>
                </a:lnTo>
                <a:lnTo>
                  <a:pt x="5292969" y="7333456"/>
                </a:lnTo>
                <a:lnTo>
                  <a:pt x="5465456" y="7333456"/>
                </a:lnTo>
                <a:lnTo>
                  <a:pt x="5944960" y="6863556"/>
                </a:lnTo>
                <a:lnTo>
                  <a:pt x="11539800" y="6863556"/>
                </a:lnTo>
                <a:lnTo>
                  <a:pt x="11742176" y="6800056"/>
                </a:lnTo>
                <a:lnTo>
                  <a:pt x="12514256" y="6800056"/>
                </a:lnTo>
                <a:lnTo>
                  <a:pt x="12529939" y="6774656"/>
                </a:lnTo>
                <a:lnTo>
                  <a:pt x="11020240" y="6774656"/>
                </a:lnTo>
                <a:lnTo>
                  <a:pt x="11026344" y="6749256"/>
                </a:lnTo>
                <a:lnTo>
                  <a:pt x="5960991" y="6749256"/>
                </a:lnTo>
                <a:lnTo>
                  <a:pt x="5693135" y="6685756"/>
                </a:lnTo>
                <a:lnTo>
                  <a:pt x="5737997" y="6660356"/>
                </a:lnTo>
                <a:lnTo>
                  <a:pt x="5531297" y="6660356"/>
                </a:lnTo>
                <a:lnTo>
                  <a:pt x="5518683" y="6653162"/>
                </a:lnTo>
                <a:close/>
              </a:path>
              <a:path w="13852525" h="11308715">
                <a:moveTo>
                  <a:pt x="4847957" y="6482556"/>
                </a:moveTo>
                <a:lnTo>
                  <a:pt x="4151925" y="7079456"/>
                </a:lnTo>
                <a:lnTo>
                  <a:pt x="4590069" y="7181056"/>
                </a:lnTo>
                <a:lnTo>
                  <a:pt x="5286111" y="6584156"/>
                </a:lnTo>
                <a:lnTo>
                  <a:pt x="4847957" y="6482556"/>
                </a:lnTo>
                <a:close/>
              </a:path>
              <a:path w="13852525" h="11308715">
                <a:moveTo>
                  <a:pt x="4171558" y="6304756"/>
                </a:moveTo>
                <a:lnTo>
                  <a:pt x="3394367" y="6914356"/>
                </a:lnTo>
                <a:lnTo>
                  <a:pt x="3753519" y="7003256"/>
                </a:lnTo>
                <a:lnTo>
                  <a:pt x="4530731" y="6393656"/>
                </a:lnTo>
                <a:lnTo>
                  <a:pt x="4171558" y="6304756"/>
                </a:lnTo>
                <a:close/>
              </a:path>
              <a:path w="13852525" h="11308715">
                <a:moveTo>
                  <a:pt x="3495139" y="6139656"/>
                </a:moveTo>
                <a:lnTo>
                  <a:pt x="2636809" y="6761956"/>
                </a:lnTo>
                <a:lnTo>
                  <a:pt x="2916968" y="6825456"/>
                </a:lnTo>
                <a:lnTo>
                  <a:pt x="3775330" y="6203156"/>
                </a:lnTo>
                <a:lnTo>
                  <a:pt x="3495139" y="6139656"/>
                </a:lnTo>
                <a:close/>
              </a:path>
              <a:path w="13852525" h="11308715">
                <a:moveTo>
                  <a:pt x="12278779" y="5809456"/>
                </a:moveTo>
                <a:lnTo>
                  <a:pt x="11571134" y="5809456"/>
                </a:lnTo>
                <a:lnTo>
                  <a:pt x="11275332" y="6774656"/>
                </a:lnTo>
                <a:lnTo>
                  <a:pt x="12529939" y="6774656"/>
                </a:lnTo>
                <a:lnTo>
                  <a:pt x="12561304" y="6723856"/>
                </a:lnTo>
                <a:lnTo>
                  <a:pt x="11986744" y="6723856"/>
                </a:lnTo>
                <a:lnTo>
                  <a:pt x="11997286" y="6723626"/>
                </a:lnTo>
                <a:lnTo>
                  <a:pt x="12278779" y="5809456"/>
                </a:lnTo>
                <a:close/>
              </a:path>
              <a:path w="13852525" h="11308715">
                <a:moveTo>
                  <a:pt x="11117907" y="6368256"/>
                </a:moveTo>
                <a:lnTo>
                  <a:pt x="6253903" y="6368256"/>
                </a:lnTo>
                <a:lnTo>
                  <a:pt x="6369868" y="6482556"/>
                </a:lnTo>
                <a:lnTo>
                  <a:pt x="5960991" y="6749256"/>
                </a:lnTo>
                <a:lnTo>
                  <a:pt x="11026344" y="6749256"/>
                </a:lnTo>
                <a:lnTo>
                  <a:pt x="11117907" y="6368256"/>
                </a:lnTo>
                <a:close/>
              </a:path>
              <a:path w="13852525" h="11308715">
                <a:moveTo>
                  <a:pt x="11997286" y="6723626"/>
                </a:moveTo>
                <a:lnTo>
                  <a:pt x="11986744" y="6723856"/>
                </a:lnTo>
                <a:lnTo>
                  <a:pt x="11997215" y="6723856"/>
                </a:lnTo>
                <a:lnTo>
                  <a:pt x="11997286" y="6723626"/>
                </a:lnTo>
                <a:close/>
              </a:path>
              <a:path w="13852525" h="11308715">
                <a:moveTo>
                  <a:pt x="12569146" y="6711156"/>
                </a:moveTo>
                <a:lnTo>
                  <a:pt x="11997286" y="6723626"/>
                </a:lnTo>
                <a:lnTo>
                  <a:pt x="11997215" y="6723856"/>
                </a:lnTo>
                <a:lnTo>
                  <a:pt x="12561304" y="6723856"/>
                </a:lnTo>
                <a:lnTo>
                  <a:pt x="12569146" y="6711156"/>
                </a:lnTo>
                <a:close/>
              </a:path>
              <a:path w="13852525" h="11308715">
                <a:moveTo>
                  <a:pt x="5524355" y="6647656"/>
                </a:moveTo>
                <a:lnTo>
                  <a:pt x="5518683" y="6653162"/>
                </a:lnTo>
                <a:lnTo>
                  <a:pt x="5531297" y="6660356"/>
                </a:lnTo>
                <a:lnTo>
                  <a:pt x="5524355" y="6647656"/>
                </a:lnTo>
                <a:close/>
              </a:path>
              <a:path w="13852525" h="11308715">
                <a:moveTo>
                  <a:pt x="5760427" y="6647656"/>
                </a:moveTo>
                <a:lnTo>
                  <a:pt x="5524355" y="6647656"/>
                </a:lnTo>
                <a:lnTo>
                  <a:pt x="5531297" y="6660356"/>
                </a:lnTo>
                <a:lnTo>
                  <a:pt x="5737997" y="6660356"/>
                </a:lnTo>
                <a:lnTo>
                  <a:pt x="5760427" y="6647656"/>
                </a:lnTo>
                <a:close/>
              </a:path>
              <a:path w="13852525" h="11308715">
                <a:moveTo>
                  <a:pt x="6424317" y="5606831"/>
                </a:moveTo>
                <a:lnTo>
                  <a:pt x="5657293" y="5809456"/>
                </a:lnTo>
                <a:lnTo>
                  <a:pt x="5922374" y="6063456"/>
                </a:lnTo>
                <a:lnTo>
                  <a:pt x="5916343" y="6063456"/>
                </a:lnTo>
                <a:lnTo>
                  <a:pt x="5197244" y="6469856"/>
                </a:lnTo>
                <a:lnTo>
                  <a:pt x="5518683" y="6653162"/>
                </a:lnTo>
                <a:lnTo>
                  <a:pt x="5524355" y="6647656"/>
                </a:lnTo>
                <a:lnTo>
                  <a:pt x="5760427" y="6647656"/>
                </a:lnTo>
                <a:lnTo>
                  <a:pt x="6253903" y="6368256"/>
                </a:lnTo>
                <a:lnTo>
                  <a:pt x="11117907" y="6368256"/>
                </a:lnTo>
                <a:lnTo>
                  <a:pt x="11142323" y="6266656"/>
                </a:lnTo>
                <a:lnTo>
                  <a:pt x="6296677" y="6266656"/>
                </a:lnTo>
                <a:lnTo>
                  <a:pt x="6063354" y="6139656"/>
                </a:lnTo>
                <a:lnTo>
                  <a:pt x="6663200" y="5987256"/>
                </a:lnTo>
                <a:lnTo>
                  <a:pt x="10839816" y="5987256"/>
                </a:lnTo>
                <a:lnTo>
                  <a:pt x="10837873" y="5898356"/>
                </a:lnTo>
                <a:lnTo>
                  <a:pt x="6728318" y="5898356"/>
                </a:lnTo>
                <a:lnTo>
                  <a:pt x="6543162" y="5720556"/>
                </a:lnTo>
                <a:lnTo>
                  <a:pt x="7526064" y="5720556"/>
                </a:lnTo>
                <a:lnTo>
                  <a:pt x="7221518" y="5657056"/>
                </a:lnTo>
                <a:lnTo>
                  <a:pt x="7199043" y="5618956"/>
                </a:lnTo>
                <a:lnTo>
                  <a:pt x="6431280" y="5618956"/>
                </a:lnTo>
                <a:lnTo>
                  <a:pt x="6424317" y="5606831"/>
                </a:lnTo>
                <a:close/>
              </a:path>
              <a:path w="13852525" h="11308715">
                <a:moveTo>
                  <a:pt x="2818762" y="5961856"/>
                </a:moveTo>
                <a:lnTo>
                  <a:pt x="1879251" y="6596856"/>
                </a:lnTo>
                <a:lnTo>
                  <a:pt x="2080439" y="6634956"/>
                </a:lnTo>
                <a:lnTo>
                  <a:pt x="3019960" y="5999956"/>
                </a:lnTo>
                <a:lnTo>
                  <a:pt x="2818762" y="5961856"/>
                </a:lnTo>
                <a:close/>
              </a:path>
              <a:path w="13852525" h="11308715">
                <a:moveTo>
                  <a:pt x="13512185" y="5123656"/>
                </a:moveTo>
                <a:lnTo>
                  <a:pt x="12850645" y="5326856"/>
                </a:lnTo>
                <a:lnTo>
                  <a:pt x="12369675" y="6634956"/>
                </a:lnTo>
                <a:lnTo>
                  <a:pt x="13031205" y="6431756"/>
                </a:lnTo>
                <a:lnTo>
                  <a:pt x="13512185" y="5123656"/>
                </a:lnTo>
                <a:close/>
              </a:path>
              <a:path w="13852525" h="11308715">
                <a:moveTo>
                  <a:pt x="2142343" y="5784056"/>
                </a:moveTo>
                <a:lnTo>
                  <a:pt x="1121683" y="6431756"/>
                </a:lnTo>
                <a:lnTo>
                  <a:pt x="1243888" y="6457156"/>
                </a:lnTo>
                <a:lnTo>
                  <a:pt x="2264569" y="5809456"/>
                </a:lnTo>
                <a:lnTo>
                  <a:pt x="2142343" y="5784056"/>
                </a:lnTo>
                <a:close/>
              </a:path>
              <a:path w="13852525" h="11308715">
                <a:moveTo>
                  <a:pt x="5331094" y="5733256"/>
                </a:moveTo>
                <a:lnTo>
                  <a:pt x="4534301" y="6126956"/>
                </a:lnTo>
                <a:lnTo>
                  <a:pt x="4916153" y="6330156"/>
                </a:lnTo>
                <a:lnTo>
                  <a:pt x="5712935" y="5936456"/>
                </a:lnTo>
                <a:lnTo>
                  <a:pt x="5331094" y="5733256"/>
                </a:lnTo>
                <a:close/>
              </a:path>
              <a:path w="13852525" h="11308715">
                <a:moveTo>
                  <a:pt x="13851902" y="5530056"/>
                </a:moveTo>
                <a:lnTo>
                  <a:pt x="13523546" y="6304756"/>
                </a:lnTo>
                <a:lnTo>
                  <a:pt x="13851902" y="6203156"/>
                </a:lnTo>
                <a:lnTo>
                  <a:pt x="13851902" y="5530056"/>
                </a:lnTo>
                <a:close/>
              </a:path>
              <a:path w="13852525" h="11308715">
                <a:moveTo>
                  <a:pt x="1509179" y="5618956"/>
                </a:moveTo>
                <a:lnTo>
                  <a:pt x="1465955" y="5618956"/>
                </a:lnTo>
                <a:lnTo>
                  <a:pt x="364135" y="6266656"/>
                </a:lnTo>
                <a:lnTo>
                  <a:pt x="407359" y="6266656"/>
                </a:lnTo>
                <a:lnTo>
                  <a:pt x="1509179" y="5618956"/>
                </a:lnTo>
                <a:close/>
              </a:path>
              <a:path w="13852525" h="11308715">
                <a:moveTo>
                  <a:pt x="11840169" y="4882356"/>
                </a:moveTo>
                <a:lnTo>
                  <a:pt x="11137440" y="4882356"/>
                </a:lnTo>
                <a:lnTo>
                  <a:pt x="11093704" y="5898356"/>
                </a:lnTo>
                <a:lnTo>
                  <a:pt x="10839816" y="5987256"/>
                </a:lnTo>
                <a:lnTo>
                  <a:pt x="6663200" y="5987256"/>
                </a:lnTo>
                <a:lnTo>
                  <a:pt x="6742904" y="6126956"/>
                </a:lnTo>
                <a:lnTo>
                  <a:pt x="6296677" y="6266656"/>
                </a:lnTo>
                <a:lnTo>
                  <a:pt x="11142323" y="6266656"/>
                </a:lnTo>
                <a:lnTo>
                  <a:pt x="11197261" y="6038056"/>
                </a:lnTo>
                <a:lnTo>
                  <a:pt x="11571134" y="5809456"/>
                </a:lnTo>
                <a:lnTo>
                  <a:pt x="12278779" y="5809456"/>
                </a:lnTo>
                <a:lnTo>
                  <a:pt x="12321796" y="5669756"/>
                </a:lnTo>
                <a:lnTo>
                  <a:pt x="11797054" y="5669756"/>
                </a:lnTo>
                <a:lnTo>
                  <a:pt x="11806857" y="5666748"/>
                </a:lnTo>
                <a:lnTo>
                  <a:pt x="11840169" y="4882356"/>
                </a:lnTo>
                <a:close/>
              </a:path>
              <a:path w="13852525" h="11308715">
                <a:moveTo>
                  <a:pt x="4745855" y="5390356"/>
                </a:moveTo>
                <a:lnTo>
                  <a:pt x="3871369" y="5784056"/>
                </a:lnTo>
                <a:lnTo>
                  <a:pt x="4184595" y="5949156"/>
                </a:lnTo>
                <a:lnTo>
                  <a:pt x="5059081" y="5568156"/>
                </a:lnTo>
                <a:lnTo>
                  <a:pt x="4745855" y="5390356"/>
                </a:lnTo>
                <a:close/>
              </a:path>
              <a:path w="13852525" h="11308715">
                <a:moveTo>
                  <a:pt x="7526064" y="5720556"/>
                </a:moveTo>
                <a:lnTo>
                  <a:pt x="7139688" y="5720556"/>
                </a:lnTo>
                <a:lnTo>
                  <a:pt x="7179875" y="5872956"/>
                </a:lnTo>
                <a:lnTo>
                  <a:pt x="6728318" y="5898356"/>
                </a:lnTo>
                <a:lnTo>
                  <a:pt x="10837873" y="5898356"/>
                </a:lnTo>
                <a:lnTo>
                  <a:pt x="10834542" y="5745956"/>
                </a:lnTo>
                <a:lnTo>
                  <a:pt x="7647882" y="5745956"/>
                </a:lnTo>
                <a:lnTo>
                  <a:pt x="7526064" y="5720556"/>
                </a:lnTo>
                <a:close/>
              </a:path>
              <a:path w="13852525" h="11308715">
                <a:moveTo>
                  <a:pt x="7709259" y="5441156"/>
                </a:moveTo>
                <a:lnTo>
                  <a:pt x="7094160" y="5441156"/>
                </a:lnTo>
                <a:lnTo>
                  <a:pt x="7647651" y="5593556"/>
                </a:lnTo>
                <a:lnTo>
                  <a:pt x="7647882" y="5745956"/>
                </a:lnTo>
                <a:lnTo>
                  <a:pt x="10834542" y="5745956"/>
                </a:lnTo>
                <a:lnTo>
                  <a:pt x="10831212" y="5593556"/>
                </a:lnTo>
                <a:lnTo>
                  <a:pt x="7807228" y="5593556"/>
                </a:lnTo>
                <a:lnTo>
                  <a:pt x="7739743" y="5555456"/>
                </a:lnTo>
                <a:lnTo>
                  <a:pt x="7709259" y="5441156"/>
                </a:lnTo>
                <a:close/>
              </a:path>
              <a:path w="13852525" h="11308715">
                <a:moveTo>
                  <a:pt x="11806857" y="5666748"/>
                </a:moveTo>
                <a:lnTo>
                  <a:pt x="11797054" y="5669756"/>
                </a:lnTo>
                <a:lnTo>
                  <a:pt x="11806729" y="5669756"/>
                </a:lnTo>
                <a:lnTo>
                  <a:pt x="11806857" y="5666748"/>
                </a:lnTo>
                <a:close/>
              </a:path>
              <a:path w="13852525" h="11308715">
                <a:moveTo>
                  <a:pt x="12376544" y="5491956"/>
                </a:moveTo>
                <a:lnTo>
                  <a:pt x="11806857" y="5666748"/>
                </a:lnTo>
                <a:lnTo>
                  <a:pt x="11806729" y="5669756"/>
                </a:lnTo>
                <a:lnTo>
                  <a:pt x="12321796" y="5669756"/>
                </a:lnTo>
                <a:lnTo>
                  <a:pt x="12376544" y="5491956"/>
                </a:lnTo>
                <a:close/>
              </a:path>
              <a:path w="13852525" h="11308715">
                <a:moveTo>
                  <a:pt x="6426495" y="5606256"/>
                </a:moveTo>
                <a:lnTo>
                  <a:pt x="6424317" y="5606831"/>
                </a:lnTo>
                <a:lnTo>
                  <a:pt x="6431280" y="5618956"/>
                </a:lnTo>
                <a:lnTo>
                  <a:pt x="6426495" y="5606256"/>
                </a:lnTo>
                <a:close/>
              </a:path>
              <a:path w="13852525" h="11308715">
                <a:moveTo>
                  <a:pt x="7191551" y="5606256"/>
                </a:moveTo>
                <a:lnTo>
                  <a:pt x="6426495" y="5606256"/>
                </a:lnTo>
                <a:lnTo>
                  <a:pt x="6431280" y="5618956"/>
                </a:lnTo>
                <a:lnTo>
                  <a:pt x="7199043" y="5618956"/>
                </a:lnTo>
                <a:lnTo>
                  <a:pt x="7191551" y="5606256"/>
                </a:lnTo>
                <a:close/>
              </a:path>
              <a:path w="13852525" h="11308715">
                <a:moveTo>
                  <a:pt x="7013797" y="5301456"/>
                </a:moveTo>
                <a:lnTo>
                  <a:pt x="6248940" y="5301456"/>
                </a:lnTo>
                <a:lnTo>
                  <a:pt x="6424317" y="5606831"/>
                </a:lnTo>
                <a:lnTo>
                  <a:pt x="6426495" y="5606256"/>
                </a:lnTo>
                <a:lnTo>
                  <a:pt x="7191551" y="5606256"/>
                </a:lnTo>
                <a:lnTo>
                  <a:pt x="7094160" y="5441156"/>
                </a:lnTo>
                <a:lnTo>
                  <a:pt x="7709259" y="5441156"/>
                </a:lnTo>
                <a:lnTo>
                  <a:pt x="7675389" y="5314156"/>
                </a:lnTo>
                <a:lnTo>
                  <a:pt x="7017210" y="5314156"/>
                </a:lnTo>
                <a:lnTo>
                  <a:pt x="7013797" y="5301456"/>
                </a:lnTo>
                <a:close/>
              </a:path>
              <a:path w="13852525" h="11308715">
                <a:moveTo>
                  <a:pt x="5966362" y="5149056"/>
                </a:moveTo>
                <a:lnTo>
                  <a:pt x="5127917" y="5314156"/>
                </a:lnTo>
                <a:lnTo>
                  <a:pt x="5431122" y="5606256"/>
                </a:lnTo>
                <a:lnTo>
                  <a:pt x="6269568" y="5441156"/>
                </a:lnTo>
                <a:lnTo>
                  <a:pt x="5966362" y="5149056"/>
                </a:lnTo>
                <a:close/>
              </a:path>
              <a:path w="13852525" h="11308715">
                <a:moveTo>
                  <a:pt x="10824828" y="5301456"/>
                </a:moveTo>
                <a:lnTo>
                  <a:pt x="7013912" y="5301456"/>
                </a:lnTo>
                <a:lnTo>
                  <a:pt x="7017210" y="5314156"/>
                </a:lnTo>
                <a:lnTo>
                  <a:pt x="7675389" y="5314156"/>
                </a:lnTo>
                <a:lnTo>
                  <a:pt x="7851561" y="5428456"/>
                </a:lnTo>
                <a:lnTo>
                  <a:pt x="7807228" y="5593556"/>
                </a:lnTo>
                <a:lnTo>
                  <a:pt x="10831212" y="5593556"/>
                </a:lnTo>
                <a:lnTo>
                  <a:pt x="10824828" y="5301456"/>
                </a:lnTo>
                <a:close/>
              </a:path>
              <a:path w="13852525" h="11308715">
                <a:moveTo>
                  <a:pt x="4160606" y="5060156"/>
                </a:moveTo>
                <a:lnTo>
                  <a:pt x="3208425" y="5428456"/>
                </a:lnTo>
                <a:lnTo>
                  <a:pt x="3453025" y="5568156"/>
                </a:lnTo>
                <a:lnTo>
                  <a:pt x="4405227" y="5187156"/>
                </a:lnTo>
                <a:lnTo>
                  <a:pt x="4160606" y="5060156"/>
                </a:lnTo>
                <a:close/>
              </a:path>
              <a:path w="13852525" h="11308715">
                <a:moveTo>
                  <a:pt x="12906926" y="3688556"/>
                </a:moveTo>
                <a:lnTo>
                  <a:pt x="12296149" y="4056856"/>
                </a:lnTo>
                <a:lnTo>
                  <a:pt x="12157399" y="5479256"/>
                </a:lnTo>
                <a:lnTo>
                  <a:pt x="12768176" y="5098256"/>
                </a:lnTo>
                <a:lnTo>
                  <a:pt x="12906926" y="3688556"/>
                </a:lnTo>
                <a:close/>
              </a:path>
              <a:path w="13852525" h="11308715">
                <a:moveTo>
                  <a:pt x="6925066" y="4971256"/>
                </a:moveTo>
                <a:lnTo>
                  <a:pt x="7017210" y="5314156"/>
                </a:lnTo>
                <a:lnTo>
                  <a:pt x="7013912" y="5301456"/>
                </a:lnTo>
                <a:lnTo>
                  <a:pt x="10824828" y="5301456"/>
                </a:lnTo>
                <a:lnTo>
                  <a:pt x="10823717" y="5250656"/>
                </a:lnTo>
                <a:lnTo>
                  <a:pt x="10448079" y="5250656"/>
                </a:lnTo>
                <a:lnTo>
                  <a:pt x="10425930" y="5174456"/>
                </a:lnTo>
                <a:lnTo>
                  <a:pt x="7634846" y="5174456"/>
                </a:lnTo>
                <a:lnTo>
                  <a:pt x="6925066" y="4971256"/>
                </a:lnTo>
                <a:close/>
              </a:path>
              <a:path w="13852525" h="11308715">
                <a:moveTo>
                  <a:pt x="11205803" y="4082256"/>
                </a:moveTo>
                <a:lnTo>
                  <a:pt x="10455922" y="4082256"/>
                </a:lnTo>
                <a:lnTo>
                  <a:pt x="10682669" y="5098256"/>
                </a:lnTo>
                <a:lnTo>
                  <a:pt x="10448079" y="5250656"/>
                </a:lnTo>
                <a:lnTo>
                  <a:pt x="10823717" y="5250656"/>
                </a:lnTo>
                <a:lnTo>
                  <a:pt x="10822885" y="5212556"/>
                </a:lnTo>
                <a:lnTo>
                  <a:pt x="11137440" y="4882356"/>
                </a:lnTo>
                <a:lnTo>
                  <a:pt x="11840169" y="4882356"/>
                </a:lnTo>
                <a:lnTo>
                  <a:pt x="11848798" y="4679156"/>
                </a:lnTo>
                <a:lnTo>
                  <a:pt x="11327529" y="4679156"/>
                </a:lnTo>
                <a:lnTo>
                  <a:pt x="11335665" y="4666456"/>
                </a:lnTo>
                <a:lnTo>
                  <a:pt x="11205803" y="4082256"/>
                </a:lnTo>
                <a:close/>
              </a:path>
              <a:path w="13852525" h="11308715">
                <a:moveTo>
                  <a:pt x="3575367" y="4729956"/>
                </a:moveTo>
                <a:lnTo>
                  <a:pt x="2545503" y="5085556"/>
                </a:lnTo>
                <a:lnTo>
                  <a:pt x="2721508" y="5174456"/>
                </a:lnTo>
                <a:lnTo>
                  <a:pt x="3751372" y="4818856"/>
                </a:lnTo>
                <a:lnTo>
                  <a:pt x="3575367" y="4729956"/>
                </a:lnTo>
                <a:close/>
              </a:path>
              <a:path w="13852525" h="11308715">
                <a:moveTo>
                  <a:pt x="7635599" y="4831556"/>
                </a:moveTo>
                <a:lnTo>
                  <a:pt x="7636510" y="5174456"/>
                </a:lnTo>
                <a:lnTo>
                  <a:pt x="10425930" y="5174456"/>
                </a:lnTo>
                <a:lnTo>
                  <a:pt x="10381632" y="5022056"/>
                </a:lnTo>
                <a:lnTo>
                  <a:pt x="7958396" y="5022056"/>
                </a:lnTo>
                <a:lnTo>
                  <a:pt x="7635599" y="4831556"/>
                </a:lnTo>
                <a:close/>
              </a:path>
              <a:path w="13852525" h="11308715">
                <a:moveTo>
                  <a:pt x="5880899" y="4704556"/>
                </a:moveTo>
                <a:lnTo>
                  <a:pt x="6089699" y="5047456"/>
                </a:lnTo>
                <a:lnTo>
                  <a:pt x="6911307" y="5098256"/>
                </a:lnTo>
                <a:lnTo>
                  <a:pt x="6702487" y="4742656"/>
                </a:lnTo>
                <a:lnTo>
                  <a:pt x="5880899" y="4704556"/>
                </a:lnTo>
                <a:close/>
              </a:path>
              <a:path w="13852525" h="11308715">
                <a:moveTo>
                  <a:pt x="5506209" y="4679156"/>
                </a:moveTo>
                <a:lnTo>
                  <a:pt x="4598540" y="4818856"/>
                </a:lnTo>
                <a:lnTo>
                  <a:pt x="4847496" y="5060156"/>
                </a:lnTo>
                <a:lnTo>
                  <a:pt x="5755175" y="4920456"/>
                </a:lnTo>
                <a:lnTo>
                  <a:pt x="5506209" y="4679156"/>
                </a:lnTo>
                <a:close/>
              </a:path>
              <a:path w="13852525" h="11308715">
                <a:moveTo>
                  <a:pt x="7623663" y="4145756"/>
                </a:moveTo>
                <a:lnTo>
                  <a:pt x="7625328" y="4539456"/>
                </a:lnTo>
                <a:lnTo>
                  <a:pt x="8015075" y="4806156"/>
                </a:lnTo>
                <a:lnTo>
                  <a:pt x="7958396" y="5022056"/>
                </a:lnTo>
                <a:lnTo>
                  <a:pt x="10381632" y="5022056"/>
                </a:lnTo>
                <a:lnTo>
                  <a:pt x="10267195" y="4628356"/>
                </a:lnTo>
                <a:lnTo>
                  <a:pt x="9859992" y="4628356"/>
                </a:lnTo>
                <a:lnTo>
                  <a:pt x="9760072" y="4463256"/>
                </a:lnTo>
                <a:lnTo>
                  <a:pt x="8084937" y="4463256"/>
                </a:lnTo>
                <a:lnTo>
                  <a:pt x="7623663" y="4145756"/>
                </a:lnTo>
                <a:close/>
              </a:path>
              <a:path w="13852525" h="11308715">
                <a:moveTo>
                  <a:pt x="6733763" y="4310856"/>
                </a:moveTo>
                <a:lnTo>
                  <a:pt x="6839582" y="4691856"/>
                </a:lnTo>
                <a:lnTo>
                  <a:pt x="7590302" y="4945856"/>
                </a:lnTo>
                <a:lnTo>
                  <a:pt x="7484484" y="4564856"/>
                </a:lnTo>
                <a:lnTo>
                  <a:pt x="6733763" y="4310856"/>
                </a:lnTo>
                <a:close/>
              </a:path>
              <a:path w="13852525" h="11308715">
                <a:moveTo>
                  <a:pt x="13851902" y="3078956"/>
                </a:moveTo>
                <a:lnTo>
                  <a:pt x="13451318" y="3332956"/>
                </a:lnTo>
                <a:lnTo>
                  <a:pt x="13229900" y="4844256"/>
                </a:lnTo>
                <a:lnTo>
                  <a:pt x="13729634" y="4526756"/>
                </a:lnTo>
                <a:lnTo>
                  <a:pt x="13851902" y="3688556"/>
                </a:lnTo>
                <a:lnTo>
                  <a:pt x="13851902" y="3078956"/>
                </a:lnTo>
                <a:close/>
              </a:path>
              <a:path w="13852525" h="11308715">
                <a:moveTo>
                  <a:pt x="2990128" y="4387056"/>
                </a:moveTo>
                <a:lnTo>
                  <a:pt x="1882560" y="4742656"/>
                </a:lnTo>
                <a:lnTo>
                  <a:pt x="1989928" y="4793456"/>
                </a:lnTo>
                <a:lnTo>
                  <a:pt x="3097518" y="4437856"/>
                </a:lnTo>
                <a:lnTo>
                  <a:pt x="2990128" y="4387056"/>
                </a:lnTo>
                <a:close/>
              </a:path>
              <a:path w="13852525" h="11308715">
                <a:moveTo>
                  <a:pt x="11862822" y="4348956"/>
                </a:moveTo>
                <a:lnTo>
                  <a:pt x="11327529" y="4679156"/>
                </a:lnTo>
                <a:lnTo>
                  <a:pt x="11848798" y="4679156"/>
                </a:lnTo>
                <a:lnTo>
                  <a:pt x="11862822" y="4348956"/>
                </a:lnTo>
                <a:close/>
              </a:path>
              <a:path w="13852525" h="11308715">
                <a:moveTo>
                  <a:pt x="10419085" y="3472656"/>
                </a:moveTo>
                <a:lnTo>
                  <a:pt x="9559876" y="3472656"/>
                </a:lnTo>
                <a:lnTo>
                  <a:pt x="10057473" y="4412456"/>
                </a:lnTo>
                <a:lnTo>
                  <a:pt x="9859992" y="4628356"/>
                </a:lnTo>
                <a:lnTo>
                  <a:pt x="10267195" y="4628356"/>
                </a:lnTo>
                <a:lnTo>
                  <a:pt x="10226589" y="4488656"/>
                </a:lnTo>
                <a:lnTo>
                  <a:pt x="10455922" y="4082256"/>
                </a:lnTo>
                <a:lnTo>
                  <a:pt x="11205803" y="4082256"/>
                </a:lnTo>
                <a:lnTo>
                  <a:pt x="11149342" y="3828256"/>
                </a:lnTo>
                <a:lnTo>
                  <a:pt x="10594494" y="3828256"/>
                </a:lnTo>
                <a:lnTo>
                  <a:pt x="10600441" y="3815556"/>
                </a:lnTo>
                <a:lnTo>
                  <a:pt x="10419085" y="3472656"/>
                </a:lnTo>
                <a:close/>
              </a:path>
              <a:path w="13852525" h="11308715">
                <a:moveTo>
                  <a:pt x="5046076" y="4209256"/>
                </a:moveTo>
                <a:lnTo>
                  <a:pt x="4069174" y="4323556"/>
                </a:lnTo>
                <a:lnTo>
                  <a:pt x="4263849" y="4501356"/>
                </a:lnTo>
                <a:lnTo>
                  <a:pt x="5240793" y="4399756"/>
                </a:lnTo>
                <a:lnTo>
                  <a:pt x="5046076" y="4209256"/>
                </a:lnTo>
                <a:close/>
              </a:path>
              <a:path w="13852525" h="11308715">
                <a:moveTo>
                  <a:pt x="5512868" y="4094956"/>
                </a:moveTo>
                <a:lnTo>
                  <a:pt x="5684591" y="4387056"/>
                </a:lnTo>
                <a:lnTo>
                  <a:pt x="6562805" y="4475956"/>
                </a:lnTo>
                <a:lnTo>
                  <a:pt x="6391082" y="4196556"/>
                </a:lnTo>
                <a:lnTo>
                  <a:pt x="5512868" y="4094956"/>
                </a:lnTo>
                <a:close/>
              </a:path>
              <a:path w="13852525" h="11308715">
                <a:moveTo>
                  <a:pt x="7611736" y="3472656"/>
                </a:moveTo>
                <a:lnTo>
                  <a:pt x="7613820" y="3790156"/>
                </a:lnTo>
                <a:lnTo>
                  <a:pt x="8154243" y="4209256"/>
                </a:lnTo>
                <a:lnTo>
                  <a:pt x="8084937" y="4463256"/>
                </a:lnTo>
                <a:lnTo>
                  <a:pt x="9760072" y="4463256"/>
                </a:lnTo>
                <a:lnTo>
                  <a:pt x="9583289" y="4171156"/>
                </a:lnTo>
                <a:lnTo>
                  <a:pt x="9105377" y="4171156"/>
                </a:lnTo>
                <a:lnTo>
                  <a:pt x="8844315" y="3929856"/>
                </a:lnTo>
                <a:lnTo>
                  <a:pt x="8225341" y="3929856"/>
                </a:lnTo>
                <a:lnTo>
                  <a:pt x="7611736" y="3472656"/>
                </a:lnTo>
                <a:close/>
              </a:path>
              <a:path w="13852525" h="11308715">
                <a:moveTo>
                  <a:pt x="2404879" y="4056856"/>
                </a:moveTo>
                <a:lnTo>
                  <a:pt x="1219606" y="4387056"/>
                </a:lnTo>
                <a:lnTo>
                  <a:pt x="1258380" y="4412456"/>
                </a:lnTo>
                <a:lnTo>
                  <a:pt x="2443632" y="4069556"/>
                </a:lnTo>
                <a:lnTo>
                  <a:pt x="2404879" y="4056856"/>
                </a:lnTo>
                <a:close/>
              </a:path>
              <a:path w="13852525" h="11308715">
                <a:moveTo>
                  <a:pt x="11917783" y="2418556"/>
                </a:moveTo>
                <a:lnTo>
                  <a:pt x="11404218" y="2964656"/>
                </a:lnTo>
                <a:lnTo>
                  <a:pt x="11638347" y="4387056"/>
                </a:lnTo>
                <a:lnTo>
                  <a:pt x="12151912" y="3853656"/>
                </a:lnTo>
                <a:lnTo>
                  <a:pt x="11917783" y="2418556"/>
                </a:lnTo>
                <a:close/>
              </a:path>
              <a:path w="13852525" h="11308715">
                <a:moveTo>
                  <a:pt x="6542429" y="3637756"/>
                </a:moveTo>
                <a:lnTo>
                  <a:pt x="6629840" y="3955256"/>
                </a:lnTo>
                <a:lnTo>
                  <a:pt x="7421512" y="4272756"/>
                </a:lnTo>
                <a:lnTo>
                  <a:pt x="7334111" y="3955256"/>
                </a:lnTo>
                <a:lnTo>
                  <a:pt x="6542429" y="3637756"/>
                </a:lnTo>
                <a:close/>
              </a:path>
              <a:path w="13852525" h="11308715">
                <a:moveTo>
                  <a:pt x="8675913" y="2151856"/>
                </a:moveTo>
                <a:lnTo>
                  <a:pt x="8439135" y="3053556"/>
                </a:lnTo>
                <a:lnTo>
                  <a:pt x="9249467" y="3917156"/>
                </a:lnTo>
                <a:lnTo>
                  <a:pt x="9105377" y="4171156"/>
                </a:lnTo>
                <a:lnTo>
                  <a:pt x="9583289" y="4171156"/>
                </a:lnTo>
                <a:lnTo>
                  <a:pt x="9437251" y="3929856"/>
                </a:lnTo>
                <a:lnTo>
                  <a:pt x="9559876" y="3472656"/>
                </a:lnTo>
                <a:lnTo>
                  <a:pt x="10419085" y="3472656"/>
                </a:lnTo>
                <a:lnTo>
                  <a:pt x="10271313" y="3193256"/>
                </a:lnTo>
                <a:lnTo>
                  <a:pt x="9633989" y="3193256"/>
                </a:lnTo>
                <a:lnTo>
                  <a:pt x="9637151" y="3180556"/>
                </a:lnTo>
                <a:lnTo>
                  <a:pt x="8675913" y="2151856"/>
                </a:lnTo>
                <a:close/>
              </a:path>
              <a:path w="13852525" h="11308715">
                <a:moveTo>
                  <a:pt x="4585933" y="3739356"/>
                </a:moveTo>
                <a:lnTo>
                  <a:pt x="3539797" y="3828256"/>
                </a:lnTo>
                <a:lnTo>
                  <a:pt x="3680254" y="3955256"/>
                </a:lnTo>
                <a:lnTo>
                  <a:pt x="4726390" y="3879056"/>
                </a:lnTo>
                <a:lnTo>
                  <a:pt x="4585933" y="3739356"/>
                </a:lnTo>
                <a:close/>
              </a:path>
              <a:path w="13852525" h="11308715">
                <a:moveTo>
                  <a:pt x="8349672" y="3472656"/>
                </a:moveTo>
                <a:lnTo>
                  <a:pt x="8225341" y="3929856"/>
                </a:lnTo>
                <a:lnTo>
                  <a:pt x="8844315" y="3929856"/>
                </a:lnTo>
                <a:lnTo>
                  <a:pt x="8349672" y="3472656"/>
                </a:lnTo>
                <a:close/>
              </a:path>
              <a:path w="13852525" h="11308715">
                <a:moveTo>
                  <a:pt x="5144827" y="3485356"/>
                </a:moveTo>
                <a:lnTo>
                  <a:pt x="5279462" y="3713956"/>
                </a:lnTo>
                <a:lnTo>
                  <a:pt x="6214302" y="3853656"/>
                </a:lnTo>
                <a:lnTo>
                  <a:pt x="6079668" y="3637756"/>
                </a:lnTo>
                <a:lnTo>
                  <a:pt x="5144827" y="3485356"/>
                </a:lnTo>
                <a:close/>
              </a:path>
              <a:path w="13852525" h="11308715">
                <a:moveTo>
                  <a:pt x="11044888" y="3358356"/>
                </a:moveTo>
                <a:lnTo>
                  <a:pt x="10594494" y="3828256"/>
                </a:lnTo>
                <a:lnTo>
                  <a:pt x="11149342" y="3828256"/>
                </a:lnTo>
                <a:lnTo>
                  <a:pt x="11044888" y="3358356"/>
                </a:lnTo>
                <a:close/>
              </a:path>
              <a:path w="13852525" h="11308715">
                <a:moveTo>
                  <a:pt x="7599810" y="2786856"/>
                </a:moveTo>
                <a:lnTo>
                  <a:pt x="7602313" y="3040856"/>
                </a:lnTo>
                <a:lnTo>
                  <a:pt x="8282857" y="3612356"/>
                </a:lnTo>
                <a:lnTo>
                  <a:pt x="8280355" y="3358356"/>
                </a:lnTo>
                <a:lnTo>
                  <a:pt x="7599810" y="2786856"/>
                </a:lnTo>
                <a:close/>
              </a:path>
              <a:path w="13852525" h="11308715">
                <a:moveTo>
                  <a:pt x="6351115" y="2977356"/>
                </a:moveTo>
                <a:lnTo>
                  <a:pt x="6420118" y="3218656"/>
                </a:lnTo>
                <a:lnTo>
                  <a:pt x="7252732" y="3599656"/>
                </a:lnTo>
                <a:lnTo>
                  <a:pt x="7183739" y="3345656"/>
                </a:lnTo>
                <a:lnTo>
                  <a:pt x="6351115" y="2977356"/>
                </a:lnTo>
                <a:close/>
              </a:path>
              <a:path w="13852525" h="11308715">
                <a:moveTo>
                  <a:pt x="12790678" y="1491456"/>
                </a:moveTo>
                <a:lnTo>
                  <a:pt x="12370890" y="1923256"/>
                </a:lnTo>
                <a:lnTo>
                  <a:pt x="12548382" y="3472656"/>
                </a:lnTo>
                <a:lnTo>
                  <a:pt x="12968181" y="3040856"/>
                </a:lnTo>
                <a:lnTo>
                  <a:pt x="12790678" y="1491456"/>
                </a:lnTo>
                <a:close/>
              </a:path>
              <a:path w="13852525" h="11308715">
                <a:moveTo>
                  <a:pt x="10591646" y="1453356"/>
                </a:moveTo>
                <a:lnTo>
                  <a:pt x="10217657" y="2113756"/>
                </a:lnTo>
                <a:lnTo>
                  <a:pt x="10830727" y="3459956"/>
                </a:lnTo>
                <a:lnTo>
                  <a:pt x="11204716" y="2799556"/>
                </a:lnTo>
                <a:lnTo>
                  <a:pt x="10591646" y="1453356"/>
                </a:lnTo>
                <a:close/>
              </a:path>
              <a:path w="13852525" h="11308715">
                <a:moveTo>
                  <a:pt x="4125801" y="3282156"/>
                </a:moveTo>
                <a:lnTo>
                  <a:pt x="3010421" y="3332956"/>
                </a:lnTo>
                <a:lnTo>
                  <a:pt x="3096628" y="3409156"/>
                </a:lnTo>
                <a:lnTo>
                  <a:pt x="4212018" y="3358356"/>
                </a:lnTo>
                <a:lnTo>
                  <a:pt x="4125801" y="3282156"/>
                </a:lnTo>
                <a:close/>
              </a:path>
              <a:path w="13852525" h="11308715">
                <a:moveTo>
                  <a:pt x="4776796" y="2888456"/>
                </a:moveTo>
                <a:lnTo>
                  <a:pt x="4874343" y="3040856"/>
                </a:lnTo>
                <a:lnTo>
                  <a:pt x="5865810" y="3231356"/>
                </a:lnTo>
                <a:lnTo>
                  <a:pt x="5768264" y="3078956"/>
                </a:lnTo>
                <a:lnTo>
                  <a:pt x="4776796" y="2888456"/>
                </a:lnTo>
                <a:close/>
              </a:path>
              <a:path w="13852525" h="11308715">
                <a:moveTo>
                  <a:pt x="9962335" y="2609056"/>
                </a:moveTo>
                <a:lnTo>
                  <a:pt x="9633989" y="3193256"/>
                </a:lnTo>
                <a:lnTo>
                  <a:pt x="10271313" y="3193256"/>
                </a:lnTo>
                <a:lnTo>
                  <a:pt x="9962335" y="2609056"/>
                </a:lnTo>
                <a:close/>
              </a:path>
              <a:path w="13852525" h="11308715">
                <a:moveTo>
                  <a:pt x="7587884" y="2113756"/>
                </a:moveTo>
                <a:lnTo>
                  <a:pt x="7590805" y="2291556"/>
                </a:lnTo>
                <a:lnTo>
                  <a:pt x="8294784" y="2926556"/>
                </a:lnTo>
                <a:lnTo>
                  <a:pt x="8291862" y="2736056"/>
                </a:lnTo>
                <a:lnTo>
                  <a:pt x="7587884" y="2113756"/>
                </a:lnTo>
                <a:close/>
              </a:path>
              <a:path w="13852525" h="11308715">
                <a:moveTo>
                  <a:pt x="6159801" y="2304256"/>
                </a:moveTo>
                <a:lnTo>
                  <a:pt x="6210376" y="2482056"/>
                </a:lnTo>
                <a:lnTo>
                  <a:pt x="7083951" y="2913856"/>
                </a:lnTo>
                <a:lnTo>
                  <a:pt x="7033366" y="2736056"/>
                </a:lnTo>
                <a:lnTo>
                  <a:pt x="6159801" y="2304256"/>
                </a:lnTo>
                <a:close/>
              </a:path>
              <a:path w="13852525" h="11308715">
                <a:moveTo>
                  <a:pt x="3665658" y="2812256"/>
                </a:moveTo>
                <a:lnTo>
                  <a:pt x="2481055" y="2837656"/>
                </a:lnTo>
                <a:lnTo>
                  <a:pt x="2512981" y="2863056"/>
                </a:lnTo>
                <a:lnTo>
                  <a:pt x="3697615" y="2837656"/>
                </a:lnTo>
                <a:lnTo>
                  <a:pt x="3665658" y="2812256"/>
                </a:lnTo>
                <a:close/>
              </a:path>
              <a:path w="13852525" h="11308715">
                <a:moveTo>
                  <a:pt x="9002134" y="843756"/>
                </a:moveTo>
                <a:lnTo>
                  <a:pt x="8802779" y="1605756"/>
                </a:lnTo>
                <a:lnTo>
                  <a:pt x="9774309" y="2761456"/>
                </a:lnTo>
                <a:lnTo>
                  <a:pt x="9973675" y="2012156"/>
                </a:lnTo>
                <a:lnTo>
                  <a:pt x="9002134" y="843756"/>
                </a:lnTo>
                <a:close/>
              </a:path>
              <a:path w="13852525" h="11308715">
                <a:moveTo>
                  <a:pt x="4408755" y="2278856"/>
                </a:moveTo>
                <a:lnTo>
                  <a:pt x="4469235" y="2380456"/>
                </a:lnTo>
                <a:lnTo>
                  <a:pt x="5517318" y="2609056"/>
                </a:lnTo>
                <a:lnTo>
                  <a:pt x="5456849" y="2520156"/>
                </a:lnTo>
                <a:lnTo>
                  <a:pt x="4408755" y="2278856"/>
                </a:lnTo>
                <a:close/>
              </a:path>
              <a:path w="13852525" h="11308715">
                <a:moveTo>
                  <a:pt x="11220946" y="284956"/>
                </a:moveTo>
                <a:lnTo>
                  <a:pt x="10915740" y="843756"/>
                </a:lnTo>
                <a:lnTo>
                  <a:pt x="11503785" y="2316956"/>
                </a:lnTo>
                <a:lnTo>
                  <a:pt x="11808991" y="1770856"/>
                </a:lnTo>
                <a:lnTo>
                  <a:pt x="11220946" y="284956"/>
                </a:lnTo>
                <a:close/>
              </a:path>
              <a:path w="13852525" h="11308715">
                <a:moveTo>
                  <a:pt x="5968477" y="1643856"/>
                </a:moveTo>
                <a:lnTo>
                  <a:pt x="6000644" y="1745456"/>
                </a:lnTo>
                <a:lnTo>
                  <a:pt x="6915171" y="2240756"/>
                </a:lnTo>
                <a:lnTo>
                  <a:pt x="6883015" y="2126456"/>
                </a:lnTo>
                <a:lnTo>
                  <a:pt x="5968477" y="1643856"/>
                </a:lnTo>
                <a:close/>
              </a:path>
              <a:path w="13852525" h="11308715">
                <a:moveTo>
                  <a:pt x="7575968" y="1427956"/>
                </a:moveTo>
                <a:lnTo>
                  <a:pt x="7579298" y="1542256"/>
                </a:lnTo>
                <a:lnTo>
                  <a:pt x="8306699" y="2240756"/>
                </a:lnTo>
                <a:lnTo>
                  <a:pt x="8303370" y="2126456"/>
                </a:lnTo>
                <a:lnTo>
                  <a:pt x="7575968" y="1427956"/>
                </a:lnTo>
                <a:close/>
              </a:path>
              <a:path w="13852525" h="11308715">
                <a:moveTo>
                  <a:pt x="4040735" y="1669256"/>
                </a:moveTo>
                <a:lnTo>
                  <a:pt x="4064096" y="1707356"/>
                </a:lnTo>
                <a:lnTo>
                  <a:pt x="5168826" y="1986756"/>
                </a:lnTo>
                <a:lnTo>
                  <a:pt x="5145445" y="1961356"/>
                </a:lnTo>
                <a:lnTo>
                  <a:pt x="4040735" y="1669256"/>
                </a:lnTo>
                <a:close/>
              </a:path>
              <a:path w="13852525" h="11308715">
                <a:moveTo>
                  <a:pt x="5777164" y="970756"/>
                </a:moveTo>
                <a:lnTo>
                  <a:pt x="5790923" y="1008856"/>
                </a:lnTo>
                <a:lnTo>
                  <a:pt x="6746391" y="1554956"/>
                </a:lnTo>
                <a:lnTo>
                  <a:pt x="6732643" y="1529556"/>
                </a:lnTo>
                <a:lnTo>
                  <a:pt x="5777164" y="970756"/>
                </a:lnTo>
                <a:close/>
              </a:path>
              <a:path w="13852525" h="11308715">
                <a:moveTo>
                  <a:pt x="7564041" y="754856"/>
                </a:moveTo>
                <a:lnTo>
                  <a:pt x="7567790" y="792956"/>
                </a:lnTo>
                <a:lnTo>
                  <a:pt x="8318636" y="1554956"/>
                </a:lnTo>
                <a:lnTo>
                  <a:pt x="8314888" y="1516856"/>
                </a:lnTo>
                <a:lnTo>
                  <a:pt x="7564041" y="754856"/>
                </a:lnTo>
                <a:close/>
              </a:path>
              <a:path w="13852525" h="11308715">
                <a:moveTo>
                  <a:pt x="9684684" y="5556"/>
                </a:moveTo>
                <a:lnTo>
                  <a:pt x="9205378" y="5556"/>
                </a:lnTo>
                <a:lnTo>
                  <a:pt x="9166401" y="157956"/>
                </a:lnTo>
                <a:lnTo>
                  <a:pt x="10148214" y="1453356"/>
                </a:lnTo>
                <a:lnTo>
                  <a:pt x="10310167" y="831056"/>
                </a:lnTo>
                <a:lnTo>
                  <a:pt x="9684684" y="5556"/>
                </a:lnTo>
                <a:close/>
              </a:path>
              <a:path w="13852525" h="11308715">
                <a:moveTo>
                  <a:pt x="12155392" y="5556"/>
                </a:moveTo>
                <a:lnTo>
                  <a:pt x="11769899" y="5556"/>
                </a:lnTo>
                <a:lnTo>
                  <a:pt x="12176843" y="1173956"/>
                </a:lnTo>
                <a:lnTo>
                  <a:pt x="12413266" y="742156"/>
                </a:lnTo>
                <a:lnTo>
                  <a:pt x="12155392" y="5556"/>
                </a:lnTo>
                <a:close/>
              </a:path>
              <a:path w="13852525" h="11308715">
                <a:moveTo>
                  <a:pt x="10558529" y="5556"/>
                </a:moveTo>
                <a:lnTo>
                  <a:pt x="10424416" y="5556"/>
                </a:lnTo>
                <a:lnTo>
                  <a:pt x="10522108" y="145256"/>
                </a:lnTo>
                <a:lnTo>
                  <a:pt x="10558529" y="5556"/>
                </a:lnTo>
                <a:close/>
              </a:path>
            </a:pathLst>
          </a:custGeom>
          <a:solidFill>
            <a:srgbClr val="1A0F5C">
              <a:alpha val="5000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FDD0999-C447-FB95-885F-11AEB8E0577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3908" y="1714110"/>
            <a:ext cx="1840546" cy="610478"/>
          </a:xfrm>
          <a:prstGeom prst="rect">
            <a:avLst/>
          </a:prstGeom>
        </p:spPr>
      </p:pic>
      <p:pic>
        <p:nvPicPr>
          <p:cNvPr id="9" name="Picture 8" descr="Text&#10;&#10;Description automatically generated">
            <a:extLst>
              <a:ext uri="{FF2B5EF4-FFF2-40B4-BE49-F238E27FC236}">
                <a16:creationId xmlns:a16="http://schemas.microsoft.com/office/drawing/2014/main" id="{8BE236B8-969D-5871-C200-1718BE793B9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411629" y="5850238"/>
            <a:ext cx="2396464" cy="63286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7BBF3F-05AA-FF8D-1C04-4446E47B1814}"/>
              </a:ext>
            </a:extLst>
          </p:cNvPr>
          <p:cNvSpPr txBox="1"/>
          <p:nvPr userDrawn="1"/>
        </p:nvSpPr>
        <p:spPr>
          <a:xfrm>
            <a:off x="383907" y="6267664"/>
            <a:ext cx="20054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jmangroup.com</a:t>
            </a:r>
            <a:endParaRPr lang="en-GB" sz="800" spc="55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AC21ABF9-DF93-4D97-AA87-3AB7C8C276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3908" y="4082988"/>
            <a:ext cx="3519877" cy="3385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bg1"/>
                </a:solidFill>
              </a:defRPr>
            </a:lvl1pPr>
          </a:lstStyle>
          <a:p>
            <a:fld id="{98A817CD-D020-4F99-9B29-49FAEAE4F4D2}" type="datetime3">
              <a:rPr lang="en-US" smtClean="0"/>
              <a:t>13 May 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78948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9">
    <p:bg>
      <p:bgPr>
        <a:gradFill>
          <a:gsLst>
            <a:gs pos="0">
              <a:schemeClr val="accent4"/>
            </a:gs>
            <a:gs pos="10000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A7A2575A-1B6D-FE94-B186-EA598A25F08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3755" y="5"/>
            <a:ext cx="8377613" cy="6854893"/>
          </a:xfrm>
          <a:custGeom>
            <a:avLst/>
            <a:gdLst>
              <a:gd name="connsiteX0" fmla="*/ 820536 w 8377613"/>
              <a:gd name="connsiteY0" fmla="*/ 6758957 h 6854893"/>
              <a:gd name="connsiteX1" fmla="*/ 797675 w 8377613"/>
              <a:gd name="connsiteY1" fmla="*/ 6838999 h 6854893"/>
              <a:gd name="connsiteX2" fmla="*/ 779183 w 8377613"/>
              <a:gd name="connsiteY2" fmla="*/ 6838999 h 6854893"/>
              <a:gd name="connsiteX3" fmla="*/ 796978 w 8377613"/>
              <a:gd name="connsiteY3" fmla="*/ 6776815 h 6854893"/>
              <a:gd name="connsiteX4" fmla="*/ 5213067 w 8377613"/>
              <a:gd name="connsiteY4" fmla="*/ 6751421 h 6854893"/>
              <a:gd name="connsiteX5" fmla="*/ 5468657 w 8377613"/>
              <a:gd name="connsiteY5" fmla="*/ 6838998 h 6854893"/>
              <a:gd name="connsiteX6" fmla="*/ 5236688 w 8377613"/>
              <a:gd name="connsiteY6" fmla="*/ 6838998 h 6854893"/>
              <a:gd name="connsiteX7" fmla="*/ 3374160 w 8377613"/>
              <a:gd name="connsiteY7" fmla="*/ 6748192 h 6854893"/>
              <a:gd name="connsiteX8" fmla="*/ 3410446 w 8377613"/>
              <a:gd name="connsiteY8" fmla="*/ 6838999 h 6854893"/>
              <a:gd name="connsiteX9" fmla="*/ 3323814 w 8377613"/>
              <a:gd name="connsiteY9" fmla="*/ 6838999 h 6854893"/>
              <a:gd name="connsiteX10" fmla="*/ 4636849 w 8377613"/>
              <a:gd name="connsiteY10" fmla="*/ 6726535 h 6854893"/>
              <a:gd name="connsiteX11" fmla="*/ 4800931 w 8377613"/>
              <a:gd name="connsiteY11" fmla="*/ 6838999 h 6854893"/>
              <a:gd name="connsiteX12" fmla="*/ 4637102 w 8377613"/>
              <a:gd name="connsiteY12" fmla="*/ 6838999 h 6854893"/>
              <a:gd name="connsiteX13" fmla="*/ 7576834 w 8377613"/>
              <a:gd name="connsiteY13" fmla="*/ 6663020 h 6854893"/>
              <a:gd name="connsiteX14" fmla="*/ 7759218 w 8377613"/>
              <a:gd name="connsiteY14" fmla="*/ 6838998 h 6854893"/>
              <a:gd name="connsiteX15" fmla="*/ 6852176 w 8377613"/>
              <a:gd name="connsiteY15" fmla="*/ 6838998 h 6854893"/>
              <a:gd name="connsiteX16" fmla="*/ 6794358 w 8377613"/>
              <a:gd name="connsiteY16" fmla="*/ 6783209 h 6854893"/>
              <a:gd name="connsiteX17" fmla="*/ 2544314 w 8377613"/>
              <a:gd name="connsiteY17" fmla="*/ 6645290 h 6854893"/>
              <a:gd name="connsiteX18" fmla="*/ 2558689 w 8377613"/>
              <a:gd name="connsiteY18" fmla="*/ 6838998 h 6854893"/>
              <a:gd name="connsiteX19" fmla="*/ 2409679 w 8377613"/>
              <a:gd name="connsiteY19" fmla="*/ 6838998 h 6854893"/>
              <a:gd name="connsiteX20" fmla="*/ 2406196 w 8377613"/>
              <a:gd name="connsiteY20" fmla="*/ 6792011 h 6854893"/>
              <a:gd name="connsiteX21" fmla="*/ 5798468 w 8377613"/>
              <a:gd name="connsiteY21" fmla="*/ 6620847 h 6854893"/>
              <a:gd name="connsiteX22" fmla="*/ 6506345 w 8377613"/>
              <a:gd name="connsiteY22" fmla="*/ 6665110 h 6854893"/>
              <a:gd name="connsiteX23" fmla="*/ 6608429 w 8377613"/>
              <a:gd name="connsiteY23" fmla="*/ 6838998 h 6854893"/>
              <a:gd name="connsiteX24" fmla="*/ 5926453 w 8377613"/>
              <a:gd name="connsiteY24" fmla="*/ 6838998 h 6854893"/>
              <a:gd name="connsiteX25" fmla="*/ 4107873 w 8377613"/>
              <a:gd name="connsiteY25" fmla="*/ 6556763 h 6854893"/>
              <a:gd name="connsiteX26" fmla="*/ 4344909 w 8377613"/>
              <a:gd name="connsiteY26" fmla="*/ 6838998 h 6854893"/>
              <a:gd name="connsiteX27" fmla="*/ 4034350 w 8377613"/>
              <a:gd name="connsiteY27" fmla="*/ 6838998 h 6854893"/>
              <a:gd name="connsiteX28" fmla="*/ 1275228 w 8377613"/>
              <a:gd name="connsiteY28" fmla="*/ 6488942 h 6854893"/>
              <a:gd name="connsiteX29" fmla="*/ 1185429 w 8377613"/>
              <a:gd name="connsiteY29" fmla="*/ 6838998 h 6854893"/>
              <a:gd name="connsiteX30" fmla="*/ 1126788 w 8377613"/>
              <a:gd name="connsiteY30" fmla="*/ 6838998 h 6854893"/>
              <a:gd name="connsiteX31" fmla="*/ 1204618 w 8377613"/>
              <a:gd name="connsiteY31" fmla="*/ 6535485 h 6854893"/>
              <a:gd name="connsiteX32" fmla="*/ 8377613 w 8377613"/>
              <a:gd name="connsiteY32" fmla="*/ 6386674 h 6854893"/>
              <a:gd name="connsiteX33" fmla="*/ 8377613 w 8377613"/>
              <a:gd name="connsiteY33" fmla="*/ 6581333 h 6854893"/>
              <a:gd name="connsiteX34" fmla="*/ 8168758 w 8377613"/>
              <a:gd name="connsiteY34" fmla="*/ 6662387 h 6854893"/>
              <a:gd name="connsiteX35" fmla="*/ 7958194 w 8377613"/>
              <a:gd name="connsiteY35" fmla="*/ 6549480 h 6854893"/>
              <a:gd name="connsiteX36" fmla="*/ 3658881 w 8377613"/>
              <a:gd name="connsiteY36" fmla="*/ 6261736 h 6854893"/>
              <a:gd name="connsiteX37" fmla="*/ 3920297 w 8377613"/>
              <a:gd name="connsiteY37" fmla="*/ 6832919 h 6854893"/>
              <a:gd name="connsiteX38" fmla="*/ 3916877 w 8377613"/>
              <a:gd name="connsiteY38" fmla="*/ 6838998 h 6854893"/>
              <a:gd name="connsiteX39" fmla="*/ 3635006 w 8377613"/>
              <a:gd name="connsiteY39" fmla="*/ 6838998 h 6854893"/>
              <a:gd name="connsiteX40" fmla="*/ 3500688 w 8377613"/>
              <a:gd name="connsiteY40" fmla="*/ 6545491 h 6854893"/>
              <a:gd name="connsiteX41" fmla="*/ 2929726 w 8377613"/>
              <a:gd name="connsiteY41" fmla="*/ 6256860 h 6854893"/>
              <a:gd name="connsiteX42" fmla="*/ 2997550 w 8377613"/>
              <a:gd name="connsiteY42" fmla="*/ 6838998 h 6854893"/>
              <a:gd name="connsiteX43" fmla="*/ 2797878 w 8377613"/>
              <a:gd name="connsiteY43" fmla="*/ 6838998 h 6854893"/>
              <a:gd name="connsiteX44" fmla="*/ 2751965 w 8377613"/>
              <a:gd name="connsiteY44" fmla="*/ 6444553 h 6854893"/>
              <a:gd name="connsiteX45" fmla="*/ 1729921 w 8377613"/>
              <a:gd name="connsiteY45" fmla="*/ 6218929 h 6854893"/>
              <a:gd name="connsiteX46" fmla="*/ 1591423 w 8377613"/>
              <a:gd name="connsiteY46" fmla="*/ 6838999 h 6854893"/>
              <a:gd name="connsiteX47" fmla="*/ 1490479 w 8377613"/>
              <a:gd name="connsiteY47" fmla="*/ 6838999 h 6854893"/>
              <a:gd name="connsiteX48" fmla="*/ 1612195 w 8377613"/>
              <a:gd name="connsiteY48" fmla="*/ 6294158 h 6854893"/>
              <a:gd name="connsiteX49" fmla="*/ 7074899 w 8377613"/>
              <a:gd name="connsiteY49" fmla="*/ 6187710 h 6854893"/>
              <a:gd name="connsiteX50" fmla="*/ 7335619 w 8377613"/>
              <a:gd name="connsiteY50" fmla="*/ 6440500 h 6854893"/>
              <a:gd name="connsiteX51" fmla="*/ 6612797 w 8377613"/>
              <a:gd name="connsiteY51" fmla="*/ 6587348 h 6854893"/>
              <a:gd name="connsiteX52" fmla="*/ 6352014 w 8377613"/>
              <a:gd name="connsiteY52" fmla="*/ 6334622 h 6854893"/>
              <a:gd name="connsiteX53" fmla="*/ 5164749 w 8377613"/>
              <a:gd name="connsiteY53" fmla="*/ 6063342 h 6854893"/>
              <a:gd name="connsiteX54" fmla="*/ 5164749 w 8377613"/>
              <a:gd name="connsiteY54" fmla="*/ 6193726 h 6854893"/>
              <a:gd name="connsiteX55" fmla="*/ 5641416 w 8377613"/>
              <a:gd name="connsiteY55" fmla="*/ 6327023 h 6854893"/>
              <a:gd name="connsiteX56" fmla="*/ 5532049 w 8377613"/>
              <a:gd name="connsiteY56" fmla="*/ 6140027 h 6854893"/>
              <a:gd name="connsiteX57" fmla="*/ 4763251 w 8377613"/>
              <a:gd name="connsiteY57" fmla="*/ 6062708 h 6854893"/>
              <a:gd name="connsiteX58" fmla="*/ 4730701 w 8377613"/>
              <a:gd name="connsiteY58" fmla="*/ 6186190 h 6854893"/>
              <a:gd name="connsiteX59" fmla="*/ 4730764 w 8377613"/>
              <a:gd name="connsiteY59" fmla="*/ 6186190 h 6854893"/>
              <a:gd name="connsiteX60" fmla="*/ 5140304 w 8377613"/>
              <a:gd name="connsiteY60" fmla="*/ 6433344 h 6854893"/>
              <a:gd name="connsiteX61" fmla="*/ 5085272 w 8377613"/>
              <a:gd name="connsiteY61" fmla="*/ 6228491 h 6854893"/>
              <a:gd name="connsiteX62" fmla="*/ 4390441 w 8377613"/>
              <a:gd name="connsiteY62" fmla="*/ 5960250 h 6854893"/>
              <a:gd name="connsiteX63" fmla="*/ 4329520 w 8377613"/>
              <a:gd name="connsiteY63" fmla="*/ 6068914 h 6854893"/>
              <a:gd name="connsiteX64" fmla="*/ 4329520 w 8377613"/>
              <a:gd name="connsiteY64" fmla="*/ 6068978 h 6854893"/>
              <a:gd name="connsiteX65" fmla="*/ 4648375 w 8377613"/>
              <a:gd name="connsiteY65" fmla="*/ 6406938 h 6854893"/>
              <a:gd name="connsiteX66" fmla="*/ 4648248 w 8377613"/>
              <a:gd name="connsiteY66" fmla="*/ 6198982 h 6854893"/>
              <a:gd name="connsiteX67" fmla="*/ 2184613 w 8377613"/>
              <a:gd name="connsiteY67" fmla="*/ 5948851 h 6854893"/>
              <a:gd name="connsiteX68" fmla="*/ 2056944 w 8377613"/>
              <a:gd name="connsiteY68" fmla="*/ 6634397 h 6854893"/>
              <a:gd name="connsiteX69" fmla="*/ 1892166 w 8377613"/>
              <a:gd name="connsiteY69" fmla="*/ 6738376 h 6854893"/>
              <a:gd name="connsiteX70" fmla="*/ 2019835 w 8377613"/>
              <a:gd name="connsiteY70" fmla="*/ 6052829 h 6854893"/>
              <a:gd name="connsiteX71" fmla="*/ 5957547 w 8377613"/>
              <a:gd name="connsiteY71" fmla="*/ 5932577 h 6854893"/>
              <a:gd name="connsiteX72" fmla="*/ 5957484 w 8377613"/>
              <a:gd name="connsiteY72" fmla="*/ 5932641 h 6854893"/>
              <a:gd name="connsiteX73" fmla="*/ 5568335 w 8377613"/>
              <a:gd name="connsiteY73" fmla="*/ 5955944 h 6854893"/>
              <a:gd name="connsiteX74" fmla="*/ 5602722 w 8377613"/>
              <a:gd name="connsiteY74" fmla="*/ 6084429 h 6854893"/>
              <a:gd name="connsiteX75" fmla="*/ 6116753 w 8377613"/>
              <a:gd name="connsiteY75" fmla="*/ 6087405 h 6854893"/>
              <a:gd name="connsiteX76" fmla="*/ 8149696 w 8377613"/>
              <a:gd name="connsiteY76" fmla="*/ 5897559 h 6854893"/>
              <a:gd name="connsiteX77" fmla="*/ 8377612 w 8377613"/>
              <a:gd name="connsiteY77" fmla="*/ 6020851 h 6854893"/>
              <a:gd name="connsiteX78" fmla="*/ 8377612 w 8377613"/>
              <a:gd name="connsiteY78" fmla="*/ 6061632 h 6854893"/>
              <a:gd name="connsiteX79" fmla="*/ 7665050 w 8377613"/>
              <a:gd name="connsiteY79" fmla="*/ 6372426 h 6854893"/>
              <a:gd name="connsiteX80" fmla="*/ 7395401 w 8377613"/>
              <a:gd name="connsiteY80" fmla="*/ 6226591 h 6854893"/>
              <a:gd name="connsiteX81" fmla="*/ 3315201 w 8377613"/>
              <a:gd name="connsiteY81" fmla="*/ 5868430 h 6854893"/>
              <a:gd name="connsiteX82" fmla="*/ 3415893 w 8377613"/>
              <a:gd name="connsiteY82" fmla="*/ 6475645 h 6854893"/>
              <a:gd name="connsiteX83" fmla="*/ 3198362 w 8377613"/>
              <a:gd name="connsiteY83" fmla="*/ 6704308 h 6854893"/>
              <a:gd name="connsiteX84" fmla="*/ 3097671 w 8377613"/>
              <a:gd name="connsiteY84" fmla="*/ 6097094 h 6854893"/>
              <a:gd name="connsiteX85" fmla="*/ 4069814 w 8377613"/>
              <a:gd name="connsiteY85" fmla="*/ 5768568 h 6854893"/>
              <a:gd name="connsiteX86" fmla="*/ 3986158 w 8377613"/>
              <a:gd name="connsiteY86" fmla="*/ 5856019 h 6854893"/>
              <a:gd name="connsiteX87" fmla="*/ 4198179 w 8377613"/>
              <a:gd name="connsiteY87" fmla="*/ 6256987 h 6854893"/>
              <a:gd name="connsiteX88" fmla="*/ 4249854 w 8377613"/>
              <a:gd name="connsiteY88" fmla="*/ 6060049 h 6854893"/>
              <a:gd name="connsiteX89" fmla="*/ 2639306 w 8377613"/>
              <a:gd name="connsiteY89" fmla="*/ 5678837 h 6854893"/>
              <a:gd name="connsiteX90" fmla="*/ 2546657 w 8377613"/>
              <a:gd name="connsiteY90" fmla="*/ 6321894 h 6854893"/>
              <a:gd name="connsiteX91" fmla="*/ 2334763 w 8377613"/>
              <a:gd name="connsiteY91" fmla="*/ 6454494 h 6854893"/>
              <a:gd name="connsiteX92" fmla="*/ 2427411 w 8377613"/>
              <a:gd name="connsiteY92" fmla="*/ 5811438 h 6854893"/>
              <a:gd name="connsiteX93" fmla="*/ 555320 w 8377613"/>
              <a:gd name="connsiteY93" fmla="*/ 5619123 h 6854893"/>
              <a:gd name="connsiteX94" fmla="*/ 136977 w 8377613"/>
              <a:gd name="connsiteY94" fmla="*/ 6330063 h 6854893"/>
              <a:gd name="connsiteX95" fmla="*/ 110634 w 8377613"/>
              <a:gd name="connsiteY95" fmla="*/ 6341018 h 6854893"/>
              <a:gd name="connsiteX96" fmla="*/ 529039 w 8377613"/>
              <a:gd name="connsiteY96" fmla="*/ 5630078 h 6854893"/>
              <a:gd name="connsiteX97" fmla="*/ 6330040 w 8377613"/>
              <a:gd name="connsiteY97" fmla="*/ 5613741 h 6854893"/>
              <a:gd name="connsiteX98" fmla="*/ 5945262 w 8377613"/>
              <a:gd name="connsiteY98" fmla="*/ 5741465 h 6854893"/>
              <a:gd name="connsiteX99" fmla="*/ 6013710 w 8377613"/>
              <a:gd name="connsiteY99" fmla="*/ 5858790 h 6854893"/>
              <a:gd name="connsiteX100" fmla="*/ 6013655 w 8377613"/>
              <a:gd name="connsiteY100" fmla="*/ 5858805 h 6854893"/>
              <a:gd name="connsiteX101" fmla="*/ 6013719 w 8377613"/>
              <a:gd name="connsiteY101" fmla="*/ 5858805 h 6854893"/>
              <a:gd name="connsiteX102" fmla="*/ 6013710 w 8377613"/>
              <a:gd name="connsiteY102" fmla="*/ 5858790 h 6854893"/>
              <a:gd name="connsiteX103" fmla="*/ 6530852 w 8377613"/>
              <a:gd name="connsiteY103" fmla="*/ 5723418 h 6854893"/>
              <a:gd name="connsiteX104" fmla="*/ 7519966 w 8377613"/>
              <a:gd name="connsiteY104" fmla="*/ 5564348 h 6854893"/>
              <a:gd name="connsiteX105" fmla="*/ 7848636 w 8377613"/>
              <a:gd name="connsiteY105" fmla="*/ 5743175 h 6854893"/>
              <a:gd name="connsiteX106" fmla="*/ 7161278 w 8377613"/>
              <a:gd name="connsiteY106" fmla="*/ 6082466 h 6854893"/>
              <a:gd name="connsiteX107" fmla="*/ 6832608 w 8377613"/>
              <a:gd name="connsiteY107" fmla="*/ 5903702 h 6854893"/>
              <a:gd name="connsiteX108" fmla="*/ 3819669 w 8377613"/>
              <a:gd name="connsiteY108" fmla="*/ 5505710 h 6854893"/>
              <a:gd name="connsiteX109" fmla="*/ 3720182 w 8377613"/>
              <a:gd name="connsiteY109" fmla="*/ 5567324 h 6854893"/>
              <a:gd name="connsiteX110" fmla="*/ 3817326 w 8377613"/>
              <a:gd name="connsiteY110" fmla="*/ 6000841 h 6854893"/>
              <a:gd name="connsiteX111" fmla="*/ 3817390 w 8377613"/>
              <a:gd name="connsiteY111" fmla="*/ 6000778 h 6854893"/>
              <a:gd name="connsiteX112" fmla="*/ 3914344 w 8377613"/>
              <a:gd name="connsiteY112" fmla="*/ 5827396 h 6854893"/>
              <a:gd name="connsiteX113" fmla="*/ 1044842 w 8377613"/>
              <a:gd name="connsiteY113" fmla="*/ 5478797 h 6854893"/>
              <a:gd name="connsiteX114" fmla="*/ 669499 w 8377613"/>
              <a:gd name="connsiteY114" fmla="*/ 6158328 h 6854893"/>
              <a:gd name="connsiteX115" fmla="*/ 592303 w 8377613"/>
              <a:gd name="connsiteY115" fmla="*/ 6184481 h 6854893"/>
              <a:gd name="connsiteX116" fmla="*/ 967646 w 8377613"/>
              <a:gd name="connsiteY116" fmla="*/ 5504950 h 6854893"/>
              <a:gd name="connsiteX117" fmla="*/ 3093935 w 8377613"/>
              <a:gd name="connsiteY117" fmla="*/ 5408824 h 6854893"/>
              <a:gd name="connsiteX118" fmla="*/ 3036307 w 8377613"/>
              <a:gd name="connsiteY118" fmla="*/ 6009390 h 6854893"/>
              <a:gd name="connsiteX119" fmla="*/ 2777360 w 8377613"/>
              <a:gd name="connsiteY119" fmla="*/ 6170676 h 6854893"/>
              <a:gd name="connsiteX120" fmla="*/ 2834988 w 8377613"/>
              <a:gd name="connsiteY120" fmla="*/ 5570110 h 6854893"/>
              <a:gd name="connsiteX121" fmla="*/ 1534301 w 8377613"/>
              <a:gd name="connsiteY121" fmla="*/ 5338470 h 6854893"/>
              <a:gd name="connsiteX122" fmla="*/ 1202084 w 8377613"/>
              <a:gd name="connsiteY122" fmla="*/ 5986656 h 6854893"/>
              <a:gd name="connsiteX123" fmla="*/ 1074036 w 8377613"/>
              <a:gd name="connsiteY123" fmla="*/ 6028006 h 6854893"/>
              <a:gd name="connsiteX124" fmla="*/ 1406253 w 8377613"/>
              <a:gd name="connsiteY124" fmla="*/ 5379821 h 6854893"/>
              <a:gd name="connsiteX125" fmla="*/ 6620271 w 8377613"/>
              <a:gd name="connsiteY125" fmla="*/ 5199221 h 6854893"/>
              <a:gd name="connsiteX126" fmla="*/ 6267409 w 8377613"/>
              <a:gd name="connsiteY126" fmla="*/ 5428644 h 6854893"/>
              <a:gd name="connsiteX127" fmla="*/ 6367150 w 8377613"/>
              <a:gd name="connsiteY127" fmla="*/ 5525847 h 6854893"/>
              <a:gd name="connsiteX128" fmla="*/ 6850973 w 8377613"/>
              <a:gd name="connsiteY128" fmla="*/ 5253236 h 6854893"/>
              <a:gd name="connsiteX129" fmla="*/ 2023823 w 8377613"/>
              <a:gd name="connsiteY129" fmla="*/ 5198081 h 6854893"/>
              <a:gd name="connsiteX130" fmla="*/ 1734670 w 8377613"/>
              <a:gd name="connsiteY130" fmla="*/ 5814921 h 6854893"/>
              <a:gd name="connsiteX131" fmla="*/ 1555769 w 8377613"/>
              <a:gd name="connsiteY131" fmla="*/ 5871533 h 6854893"/>
              <a:gd name="connsiteX132" fmla="*/ 1844923 w 8377613"/>
              <a:gd name="connsiteY132" fmla="*/ 5254693 h 6854893"/>
              <a:gd name="connsiteX133" fmla="*/ 3652738 w 8377613"/>
              <a:gd name="connsiteY133" fmla="*/ 5193332 h 6854893"/>
              <a:gd name="connsiteX134" fmla="*/ 3545017 w 8377613"/>
              <a:gd name="connsiteY134" fmla="*/ 5226450 h 6854893"/>
              <a:gd name="connsiteX135" fmla="*/ 3527349 w 8377613"/>
              <a:gd name="connsiteY135" fmla="*/ 5661614 h 6854893"/>
              <a:gd name="connsiteX136" fmla="*/ 3660590 w 8377613"/>
              <a:gd name="connsiteY136" fmla="*/ 5521984 h 6854893"/>
              <a:gd name="connsiteX137" fmla="*/ 8377612 w 8377613"/>
              <a:gd name="connsiteY137" fmla="*/ 5103475 h 6854893"/>
              <a:gd name="connsiteX138" fmla="*/ 8377612 w 8377613"/>
              <a:gd name="connsiteY138" fmla="*/ 5417753 h 6854893"/>
              <a:gd name="connsiteX139" fmla="*/ 8161538 w 8377613"/>
              <a:gd name="connsiteY139" fmla="*/ 5587524 h 6854893"/>
              <a:gd name="connsiteX140" fmla="*/ 7852183 w 8377613"/>
              <a:gd name="connsiteY140" fmla="*/ 5516348 h 6854893"/>
              <a:gd name="connsiteX141" fmla="*/ 2513347 w 8377613"/>
              <a:gd name="connsiteY141" fmla="*/ 5057755 h 6854893"/>
              <a:gd name="connsiteX142" fmla="*/ 2267256 w 8377613"/>
              <a:gd name="connsiteY142" fmla="*/ 5643249 h 6854893"/>
              <a:gd name="connsiteX143" fmla="*/ 2037503 w 8377613"/>
              <a:gd name="connsiteY143" fmla="*/ 5715059 h 6854893"/>
              <a:gd name="connsiteX144" fmla="*/ 2283531 w 8377613"/>
              <a:gd name="connsiteY144" fmla="*/ 5129628 h 6854893"/>
              <a:gd name="connsiteX145" fmla="*/ 3002806 w 8377613"/>
              <a:gd name="connsiteY145" fmla="*/ 4917428 h 6854893"/>
              <a:gd name="connsiteX146" fmla="*/ 2799841 w 8377613"/>
              <a:gd name="connsiteY146" fmla="*/ 5471514 h 6854893"/>
              <a:gd name="connsiteX147" fmla="*/ 2519173 w 8377613"/>
              <a:gd name="connsiteY147" fmla="*/ 5558585 h 6854893"/>
              <a:gd name="connsiteX148" fmla="*/ 2722201 w 8377613"/>
              <a:gd name="connsiteY148" fmla="*/ 5004499 h 6854893"/>
              <a:gd name="connsiteX149" fmla="*/ 3575415 w 8377613"/>
              <a:gd name="connsiteY149" fmla="*/ 4855118 h 6854893"/>
              <a:gd name="connsiteX150" fmla="*/ 3467125 w 8377613"/>
              <a:gd name="connsiteY150" fmla="*/ 4859170 h 6854893"/>
              <a:gd name="connsiteX151" fmla="*/ 3342432 w 8377613"/>
              <a:gd name="connsiteY151" fmla="*/ 5266788 h 6854893"/>
              <a:gd name="connsiteX152" fmla="*/ 3500942 w 8377613"/>
              <a:gd name="connsiteY152" fmla="*/ 5168382 h 6854893"/>
              <a:gd name="connsiteX153" fmla="*/ 7802471 w 8377613"/>
              <a:gd name="connsiteY153" fmla="*/ 4830421 h 6854893"/>
              <a:gd name="connsiteX154" fmla="*/ 8179904 w 8377613"/>
              <a:gd name="connsiteY154" fmla="*/ 4918125 h 6854893"/>
              <a:gd name="connsiteX155" fmla="*/ 7578988 w 8377613"/>
              <a:gd name="connsiteY155" fmla="*/ 5437446 h 6854893"/>
              <a:gd name="connsiteX156" fmla="*/ 7201618 w 8377613"/>
              <a:gd name="connsiteY156" fmla="*/ 5349679 h 6854893"/>
              <a:gd name="connsiteX157" fmla="*/ 7048366 w 8377613"/>
              <a:gd name="connsiteY157" fmla="*/ 4703900 h 6854893"/>
              <a:gd name="connsiteX158" fmla="*/ 6802338 w 8377613"/>
              <a:gd name="connsiteY158" fmla="*/ 4712765 h 6854893"/>
              <a:gd name="connsiteX159" fmla="*/ 6802401 w 8377613"/>
              <a:gd name="connsiteY159" fmla="*/ 4712828 h 6854893"/>
              <a:gd name="connsiteX160" fmla="*/ 6508498 w 8377613"/>
              <a:gd name="connsiteY160" fmla="*/ 5033818 h 6854893"/>
              <a:gd name="connsiteX161" fmla="*/ 6634330 w 8377613"/>
              <a:gd name="connsiteY161" fmla="*/ 5102715 h 6854893"/>
              <a:gd name="connsiteX162" fmla="*/ 3486250 w 8377613"/>
              <a:gd name="connsiteY162" fmla="*/ 4491637 h 6854893"/>
              <a:gd name="connsiteX163" fmla="*/ 3268972 w 8377613"/>
              <a:gd name="connsiteY163" fmla="*/ 4845999 h 6854893"/>
              <a:gd name="connsiteX164" fmla="*/ 3269036 w 8377613"/>
              <a:gd name="connsiteY164" fmla="*/ 4846063 h 6854893"/>
              <a:gd name="connsiteX165" fmla="*/ 3440717 w 8377613"/>
              <a:gd name="connsiteY165" fmla="*/ 4793060 h 6854893"/>
              <a:gd name="connsiteX166" fmla="*/ 3587827 w 8377613"/>
              <a:gd name="connsiteY166" fmla="*/ 4515321 h 6854893"/>
              <a:gd name="connsiteX167" fmla="*/ 592683 w 8377613"/>
              <a:gd name="connsiteY167" fmla="*/ 4472450 h 6854893"/>
              <a:gd name="connsiteX168" fmla="*/ 27168 w 8377613"/>
              <a:gd name="connsiteY168" fmla="*/ 5039517 h 6854893"/>
              <a:gd name="connsiteX169" fmla="*/ 0 w 8377613"/>
              <a:gd name="connsiteY169" fmla="*/ 5043190 h 6854893"/>
              <a:gd name="connsiteX170" fmla="*/ 565516 w 8377613"/>
              <a:gd name="connsiteY170" fmla="*/ 4476123 h 6854893"/>
              <a:gd name="connsiteX171" fmla="*/ 1082269 w 8377613"/>
              <a:gd name="connsiteY171" fmla="*/ 4463774 h 6854893"/>
              <a:gd name="connsiteX172" fmla="*/ 564566 w 8377613"/>
              <a:gd name="connsiteY172" fmla="*/ 5012034 h 6854893"/>
              <a:gd name="connsiteX173" fmla="*/ 486356 w 8377613"/>
              <a:gd name="connsiteY173" fmla="*/ 5017227 h 6854893"/>
              <a:gd name="connsiteX174" fmla="*/ 1004059 w 8377613"/>
              <a:gd name="connsiteY174" fmla="*/ 4468967 h 6854893"/>
              <a:gd name="connsiteX175" fmla="*/ 1571791 w 8377613"/>
              <a:gd name="connsiteY175" fmla="*/ 4455036 h 6854893"/>
              <a:gd name="connsiteX176" fmla="*/ 1101900 w 8377613"/>
              <a:gd name="connsiteY176" fmla="*/ 4984552 h 6854893"/>
              <a:gd name="connsiteX177" fmla="*/ 972712 w 8377613"/>
              <a:gd name="connsiteY177" fmla="*/ 4991264 h 6854893"/>
              <a:gd name="connsiteX178" fmla="*/ 1442603 w 8377613"/>
              <a:gd name="connsiteY178" fmla="*/ 4461748 h 6854893"/>
              <a:gd name="connsiteX179" fmla="*/ 2061377 w 8377613"/>
              <a:gd name="connsiteY179" fmla="*/ 4446360 h 6854893"/>
              <a:gd name="connsiteX180" fmla="*/ 1639298 w 8377613"/>
              <a:gd name="connsiteY180" fmla="*/ 4957132 h 6854893"/>
              <a:gd name="connsiteX181" fmla="*/ 1459068 w 8377613"/>
              <a:gd name="connsiteY181" fmla="*/ 4965301 h 6854893"/>
              <a:gd name="connsiteX182" fmla="*/ 1881083 w 8377613"/>
              <a:gd name="connsiteY182" fmla="*/ 4454592 h 6854893"/>
              <a:gd name="connsiteX183" fmla="*/ 2550900 w 8377613"/>
              <a:gd name="connsiteY183" fmla="*/ 4437685 h 6854893"/>
              <a:gd name="connsiteX184" fmla="*/ 2176633 w 8377613"/>
              <a:gd name="connsiteY184" fmla="*/ 4929650 h 6854893"/>
              <a:gd name="connsiteX185" fmla="*/ 1945361 w 8377613"/>
              <a:gd name="connsiteY185" fmla="*/ 4939402 h 6854893"/>
              <a:gd name="connsiteX186" fmla="*/ 2319627 w 8377613"/>
              <a:gd name="connsiteY186" fmla="*/ 4447374 h 6854893"/>
              <a:gd name="connsiteX187" fmla="*/ 3040486 w 8377613"/>
              <a:gd name="connsiteY187" fmla="*/ 4428946 h 6854893"/>
              <a:gd name="connsiteX188" fmla="*/ 2714032 w 8377613"/>
              <a:gd name="connsiteY188" fmla="*/ 4902167 h 6854893"/>
              <a:gd name="connsiteX189" fmla="*/ 2431717 w 8377613"/>
              <a:gd name="connsiteY189" fmla="*/ 4913439 h 6854893"/>
              <a:gd name="connsiteX190" fmla="*/ 2758171 w 8377613"/>
              <a:gd name="connsiteY190" fmla="*/ 4440218 h 6854893"/>
              <a:gd name="connsiteX191" fmla="*/ 8377612 w 8377613"/>
              <a:gd name="connsiteY191" fmla="*/ 4361190 h 6854893"/>
              <a:gd name="connsiteX192" fmla="*/ 8377612 w 8377613"/>
              <a:gd name="connsiteY192" fmla="*/ 4683509 h 6854893"/>
              <a:gd name="connsiteX193" fmla="*/ 8123605 w 8377613"/>
              <a:gd name="connsiteY193" fmla="*/ 4693705 h 6854893"/>
              <a:gd name="connsiteX194" fmla="*/ 3595426 w 8377613"/>
              <a:gd name="connsiteY194" fmla="*/ 4148357 h 6854893"/>
              <a:gd name="connsiteX195" fmla="*/ 3305449 w 8377613"/>
              <a:gd name="connsiteY195" fmla="*/ 4428820 h 6854893"/>
              <a:gd name="connsiteX196" fmla="*/ 3478080 w 8377613"/>
              <a:gd name="connsiteY196" fmla="*/ 4422234 h 6854893"/>
              <a:gd name="connsiteX197" fmla="*/ 3683832 w 8377613"/>
              <a:gd name="connsiteY197" fmla="*/ 4196547 h 6854893"/>
              <a:gd name="connsiteX198" fmla="*/ 7101561 w 8377613"/>
              <a:gd name="connsiteY198" fmla="*/ 4109603 h 6854893"/>
              <a:gd name="connsiteX199" fmla="*/ 7101546 w 8377613"/>
              <a:gd name="connsiteY199" fmla="*/ 4109627 h 6854893"/>
              <a:gd name="connsiteX200" fmla="*/ 6856800 w 8377613"/>
              <a:gd name="connsiteY200" fmla="*/ 4184579 h 6854893"/>
              <a:gd name="connsiteX201" fmla="*/ 6646299 w 8377613"/>
              <a:gd name="connsiteY201" fmla="*/ 4579911 h 6854893"/>
              <a:gd name="connsiteX202" fmla="*/ 6790939 w 8377613"/>
              <a:gd name="connsiteY202" fmla="*/ 4613916 h 6854893"/>
              <a:gd name="connsiteX203" fmla="*/ 7101546 w 8377613"/>
              <a:gd name="connsiteY203" fmla="*/ 4109627 h 6854893"/>
              <a:gd name="connsiteX204" fmla="*/ 7101624 w 8377613"/>
              <a:gd name="connsiteY204" fmla="*/ 4109603 h 6854893"/>
              <a:gd name="connsiteX205" fmla="*/ 8294843 w 8377613"/>
              <a:gd name="connsiteY205" fmla="*/ 4016073 h 6854893"/>
              <a:gd name="connsiteX206" fmla="*/ 7828309 w 8377613"/>
              <a:gd name="connsiteY206" fmla="*/ 4689461 h 6854893"/>
              <a:gd name="connsiteX207" fmla="*/ 7425988 w 8377613"/>
              <a:gd name="connsiteY207" fmla="*/ 4704596 h 6854893"/>
              <a:gd name="connsiteX208" fmla="*/ 7892523 w 8377613"/>
              <a:gd name="connsiteY208" fmla="*/ 4031207 h 6854893"/>
              <a:gd name="connsiteX209" fmla="*/ 2932006 w 8377613"/>
              <a:gd name="connsiteY209" fmla="*/ 3914945 h 6854893"/>
              <a:gd name="connsiteX210" fmla="*/ 3197032 w 8377613"/>
              <a:gd name="connsiteY210" fmla="*/ 3975926 h 6854893"/>
              <a:gd name="connsiteX211" fmla="*/ 2776030 w 8377613"/>
              <a:gd name="connsiteY211" fmla="*/ 4341243 h 6854893"/>
              <a:gd name="connsiteX212" fmla="*/ 2511067 w 8377613"/>
              <a:gd name="connsiteY212" fmla="*/ 4280262 h 6854893"/>
              <a:gd name="connsiteX213" fmla="*/ 3782306 w 8377613"/>
              <a:gd name="connsiteY213" fmla="*/ 3851051 h 6854893"/>
              <a:gd name="connsiteX214" fmla="*/ 3782306 w 8377613"/>
              <a:gd name="connsiteY214" fmla="*/ 3851114 h 6854893"/>
              <a:gd name="connsiteX215" fmla="*/ 3443123 w 8377613"/>
              <a:gd name="connsiteY215" fmla="*/ 4043113 h 6854893"/>
              <a:gd name="connsiteX216" fmla="*/ 3605116 w 8377613"/>
              <a:gd name="connsiteY216" fmla="*/ 4080664 h 6854893"/>
              <a:gd name="connsiteX217" fmla="*/ 3852410 w 8377613"/>
              <a:gd name="connsiteY217" fmla="*/ 3919124 h 6854893"/>
              <a:gd name="connsiteX218" fmla="*/ 2522973 w 8377613"/>
              <a:gd name="connsiteY218" fmla="*/ 3810460 h 6854893"/>
              <a:gd name="connsiteX219" fmla="*/ 2740187 w 8377613"/>
              <a:gd name="connsiteY219" fmla="*/ 3859979 h 6854893"/>
              <a:gd name="connsiteX220" fmla="*/ 2270106 w 8377613"/>
              <a:gd name="connsiteY220" fmla="*/ 4230869 h 6854893"/>
              <a:gd name="connsiteX221" fmla="*/ 2052892 w 8377613"/>
              <a:gd name="connsiteY221" fmla="*/ 4181413 h 6854893"/>
              <a:gd name="connsiteX222" fmla="*/ 2113876 w 8377613"/>
              <a:gd name="connsiteY222" fmla="*/ 3706038 h 6854893"/>
              <a:gd name="connsiteX223" fmla="*/ 2283277 w 8377613"/>
              <a:gd name="connsiteY223" fmla="*/ 3743969 h 6854893"/>
              <a:gd name="connsiteX224" fmla="*/ 1764181 w 8377613"/>
              <a:gd name="connsiteY224" fmla="*/ 4120558 h 6854893"/>
              <a:gd name="connsiteX225" fmla="*/ 1594716 w 8377613"/>
              <a:gd name="connsiteY225" fmla="*/ 4082626 h 6854893"/>
              <a:gd name="connsiteX226" fmla="*/ 4029854 w 8377613"/>
              <a:gd name="connsiteY226" fmla="*/ 3616815 h 6854893"/>
              <a:gd name="connsiteX227" fmla="*/ 3667050 w 8377613"/>
              <a:gd name="connsiteY227" fmla="*/ 3712624 h 6854893"/>
              <a:gd name="connsiteX228" fmla="*/ 3808144 w 8377613"/>
              <a:gd name="connsiteY228" fmla="*/ 3789310 h 6854893"/>
              <a:gd name="connsiteX229" fmla="*/ 4078046 w 8377613"/>
              <a:gd name="connsiteY229" fmla="*/ 3699136 h 6854893"/>
              <a:gd name="connsiteX230" fmla="*/ 4029854 w 8377613"/>
              <a:gd name="connsiteY230" fmla="*/ 3616878 h 6854893"/>
              <a:gd name="connsiteX231" fmla="*/ 1704780 w 8377613"/>
              <a:gd name="connsiteY231" fmla="*/ 3601554 h 6854893"/>
              <a:gd name="connsiteX232" fmla="*/ 1826432 w 8377613"/>
              <a:gd name="connsiteY232" fmla="*/ 3628023 h 6854893"/>
              <a:gd name="connsiteX233" fmla="*/ 1258257 w 8377613"/>
              <a:gd name="connsiteY233" fmla="*/ 4010248 h 6854893"/>
              <a:gd name="connsiteX234" fmla="*/ 1136541 w 8377613"/>
              <a:gd name="connsiteY234" fmla="*/ 3983778 h 6854893"/>
              <a:gd name="connsiteX235" fmla="*/ 6998147 w 8377613"/>
              <a:gd name="connsiteY235" fmla="*/ 3509607 h 6854893"/>
              <a:gd name="connsiteX236" fmla="*/ 6772004 w 8377613"/>
              <a:gd name="connsiteY236" fmla="*/ 3649363 h 6854893"/>
              <a:gd name="connsiteX237" fmla="*/ 6664917 w 8377613"/>
              <a:gd name="connsiteY237" fmla="*/ 4095545 h 6854893"/>
              <a:gd name="connsiteX238" fmla="*/ 6819183 w 8377613"/>
              <a:gd name="connsiteY238" fmla="*/ 4090162 h 6854893"/>
              <a:gd name="connsiteX239" fmla="*/ 6998084 w 8377613"/>
              <a:gd name="connsiteY239" fmla="*/ 3509671 h 6854893"/>
              <a:gd name="connsiteX240" fmla="*/ 1295683 w 8377613"/>
              <a:gd name="connsiteY240" fmla="*/ 3497132 h 6854893"/>
              <a:gd name="connsiteX241" fmla="*/ 1369586 w 8377613"/>
              <a:gd name="connsiteY241" fmla="*/ 3512013 h 6854893"/>
              <a:gd name="connsiteX242" fmla="*/ 752268 w 8377613"/>
              <a:gd name="connsiteY242" fmla="*/ 3899873 h 6854893"/>
              <a:gd name="connsiteX243" fmla="*/ 678365 w 8377613"/>
              <a:gd name="connsiteY243" fmla="*/ 3884992 h 6854893"/>
              <a:gd name="connsiteX244" fmla="*/ 3224262 w 8377613"/>
              <a:gd name="connsiteY244" fmla="*/ 3461671 h 6854893"/>
              <a:gd name="connsiteX245" fmla="*/ 3455155 w 8377613"/>
              <a:gd name="connsiteY245" fmla="*/ 3586610 h 6854893"/>
              <a:gd name="connsiteX246" fmla="*/ 2973295 w 8377613"/>
              <a:gd name="connsiteY246" fmla="*/ 3825785 h 6854893"/>
              <a:gd name="connsiteX247" fmla="*/ 2742339 w 8377613"/>
              <a:gd name="connsiteY247" fmla="*/ 3700783 h 6854893"/>
              <a:gd name="connsiteX248" fmla="*/ 3957344 w 8377613"/>
              <a:gd name="connsiteY248" fmla="*/ 3456542 h 6854893"/>
              <a:gd name="connsiteX249" fmla="*/ 4069307 w 8377613"/>
              <a:gd name="connsiteY249" fmla="*/ 3564952 h 6854893"/>
              <a:gd name="connsiteX250" fmla="*/ 4342376 w 8377613"/>
              <a:gd name="connsiteY250" fmla="*/ 3548045 h 6854893"/>
              <a:gd name="connsiteX251" fmla="*/ 4318058 w 8377613"/>
              <a:gd name="connsiteY251" fmla="*/ 3457935 h 6854893"/>
              <a:gd name="connsiteX252" fmla="*/ 4318121 w 8377613"/>
              <a:gd name="connsiteY252" fmla="*/ 3457871 h 6854893"/>
              <a:gd name="connsiteX253" fmla="*/ 886586 w 8377613"/>
              <a:gd name="connsiteY253" fmla="*/ 3392648 h 6854893"/>
              <a:gd name="connsiteX254" fmla="*/ 912741 w 8377613"/>
              <a:gd name="connsiteY254" fmla="*/ 3396068 h 6854893"/>
              <a:gd name="connsiteX255" fmla="*/ 246345 w 8377613"/>
              <a:gd name="connsiteY255" fmla="*/ 3789563 h 6854893"/>
              <a:gd name="connsiteX256" fmla="*/ 220255 w 8377613"/>
              <a:gd name="connsiteY256" fmla="*/ 3786144 h 6854893"/>
              <a:gd name="connsiteX257" fmla="*/ 8377612 w 8377613"/>
              <a:gd name="connsiteY257" fmla="*/ 3340344 h 6854893"/>
              <a:gd name="connsiteX258" fmla="*/ 8377612 w 8377613"/>
              <a:gd name="connsiteY258" fmla="*/ 3748466 h 6854893"/>
              <a:gd name="connsiteX259" fmla="*/ 8179017 w 8377613"/>
              <a:gd name="connsiteY259" fmla="*/ 3810080 h 6854893"/>
              <a:gd name="connsiteX260" fmla="*/ 4290511 w 8377613"/>
              <a:gd name="connsiteY260" fmla="*/ 3287721 h 6854893"/>
              <a:gd name="connsiteX261" fmla="*/ 4367517 w 8377613"/>
              <a:gd name="connsiteY261" fmla="*/ 3418801 h 6854893"/>
              <a:gd name="connsiteX262" fmla="*/ 4625387 w 8377613"/>
              <a:gd name="connsiteY262" fmla="*/ 3472056 h 6854893"/>
              <a:gd name="connsiteX263" fmla="*/ 4625260 w 8377613"/>
              <a:gd name="connsiteY263" fmla="*/ 3380553 h 6854893"/>
              <a:gd name="connsiteX264" fmla="*/ 2870261 w 8377613"/>
              <a:gd name="connsiteY264" fmla="*/ 3258911 h 6854893"/>
              <a:gd name="connsiteX265" fmla="*/ 3059737 w 8377613"/>
              <a:gd name="connsiteY265" fmla="*/ 3360923 h 6854893"/>
              <a:gd name="connsiteX266" fmla="*/ 2530825 w 8377613"/>
              <a:gd name="connsiteY266" fmla="*/ 3592878 h 6854893"/>
              <a:gd name="connsiteX267" fmla="*/ 2341412 w 8377613"/>
              <a:gd name="connsiteY267" fmla="*/ 3490927 h 6854893"/>
              <a:gd name="connsiteX268" fmla="*/ 4641916 w 8377613"/>
              <a:gd name="connsiteY268" fmla="*/ 3212429 h 6854893"/>
              <a:gd name="connsiteX269" fmla="*/ 4680862 w 8377613"/>
              <a:gd name="connsiteY269" fmla="*/ 3356110 h 6854893"/>
              <a:gd name="connsiteX270" fmla="*/ 4680862 w 8377613"/>
              <a:gd name="connsiteY270" fmla="*/ 3356046 h 6854893"/>
              <a:gd name="connsiteX271" fmla="*/ 4721645 w 8377613"/>
              <a:gd name="connsiteY271" fmla="*/ 3376943 h 6854893"/>
              <a:gd name="connsiteX272" fmla="*/ 4748433 w 8377613"/>
              <a:gd name="connsiteY272" fmla="*/ 3276387 h 6854893"/>
              <a:gd name="connsiteX273" fmla="*/ 3608408 w 8377613"/>
              <a:gd name="connsiteY273" fmla="*/ 3106554 h 6854893"/>
              <a:gd name="connsiteX274" fmla="*/ 3791805 w 8377613"/>
              <a:gd name="connsiteY274" fmla="*/ 3283480 h 6854893"/>
              <a:gd name="connsiteX275" fmla="*/ 3284741 w 8377613"/>
              <a:gd name="connsiteY275" fmla="*/ 3387646 h 6854893"/>
              <a:gd name="connsiteX276" fmla="*/ 3101344 w 8377613"/>
              <a:gd name="connsiteY276" fmla="*/ 3210722 h 6854893"/>
              <a:gd name="connsiteX277" fmla="*/ 8172114 w 8377613"/>
              <a:gd name="connsiteY277" fmla="*/ 3096359 h 6854893"/>
              <a:gd name="connsiteX278" fmla="*/ 7881250 w 8377613"/>
              <a:gd name="connsiteY278" fmla="*/ 3885372 h 6854893"/>
              <a:gd name="connsiteX279" fmla="*/ 7481146 w 8377613"/>
              <a:gd name="connsiteY279" fmla="*/ 4008601 h 6854893"/>
              <a:gd name="connsiteX280" fmla="*/ 7772010 w 8377613"/>
              <a:gd name="connsiteY280" fmla="*/ 3219588 h 6854893"/>
              <a:gd name="connsiteX281" fmla="*/ 2516324 w 8377613"/>
              <a:gd name="connsiteY281" fmla="*/ 3056211 h 6854893"/>
              <a:gd name="connsiteX282" fmla="*/ 2664257 w 8377613"/>
              <a:gd name="connsiteY282" fmla="*/ 3135177 h 6854893"/>
              <a:gd name="connsiteX283" fmla="*/ 2088355 w 8377613"/>
              <a:gd name="connsiteY283" fmla="*/ 3360037 h 6854893"/>
              <a:gd name="connsiteX284" fmla="*/ 1940422 w 8377613"/>
              <a:gd name="connsiteY284" fmla="*/ 3281137 h 6854893"/>
              <a:gd name="connsiteX285" fmla="*/ 6735844 w 8377613"/>
              <a:gd name="connsiteY285" fmla="*/ 2946469 h 6854893"/>
              <a:gd name="connsiteX286" fmla="*/ 6735781 w 8377613"/>
              <a:gd name="connsiteY286" fmla="*/ 2946531 h 6854893"/>
              <a:gd name="connsiteX287" fmla="*/ 6545544 w 8377613"/>
              <a:gd name="connsiteY287" fmla="*/ 3145052 h 6854893"/>
              <a:gd name="connsiteX288" fmla="*/ 6555803 w 8377613"/>
              <a:gd name="connsiteY288" fmla="*/ 3613459 h 6854893"/>
              <a:gd name="connsiteX289" fmla="*/ 6709373 w 8377613"/>
              <a:gd name="connsiteY289" fmla="*/ 3566599 h 6854893"/>
              <a:gd name="connsiteX290" fmla="*/ 2162385 w 8377613"/>
              <a:gd name="connsiteY290" fmla="*/ 2853512 h 6854893"/>
              <a:gd name="connsiteX291" fmla="*/ 2268838 w 8377613"/>
              <a:gd name="connsiteY291" fmla="*/ 2909426 h 6854893"/>
              <a:gd name="connsiteX292" fmla="*/ 1645948 w 8377613"/>
              <a:gd name="connsiteY292" fmla="*/ 3127198 h 6854893"/>
              <a:gd name="connsiteX293" fmla="*/ 1539494 w 8377613"/>
              <a:gd name="connsiteY293" fmla="*/ 3071283 h 6854893"/>
              <a:gd name="connsiteX294" fmla="*/ 3556733 w 8377613"/>
              <a:gd name="connsiteY294" fmla="*/ 2837743 h 6854893"/>
              <a:gd name="connsiteX295" fmla="*/ 4053665 w 8377613"/>
              <a:gd name="connsiteY295" fmla="*/ 2867760 h 6854893"/>
              <a:gd name="connsiteX296" fmla="*/ 4179940 w 8377613"/>
              <a:gd name="connsiteY296" fmla="*/ 3081857 h 6854893"/>
              <a:gd name="connsiteX297" fmla="*/ 3683008 w 8377613"/>
              <a:gd name="connsiteY297" fmla="*/ 3051843 h 6854893"/>
              <a:gd name="connsiteX298" fmla="*/ 3330146 w 8377613"/>
              <a:gd name="connsiteY298" fmla="*/ 2824762 h 6854893"/>
              <a:gd name="connsiteX299" fmla="*/ 3480739 w 8377613"/>
              <a:gd name="connsiteY299" fmla="*/ 2969394 h 6854893"/>
              <a:gd name="connsiteX300" fmla="*/ 2931752 w 8377613"/>
              <a:gd name="connsiteY300" fmla="*/ 3054882 h 6854893"/>
              <a:gd name="connsiteX301" fmla="*/ 2781159 w 8377613"/>
              <a:gd name="connsiteY301" fmla="*/ 2910314 h 6854893"/>
              <a:gd name="connsiteX302" fmla="*/ 1808447 w 8377613"/>
              <a:gd name="connsiteY302" fmla="*/ 2650810 h 6854893"/>
              <a:gd name="connsiteX303" fmla="*/ 1873358 w 8377613"/>
              <a:gd name="connsiteY303" fmla="*/ 2683675 h 6854893"/>
              <a:gd name="connsiteX304" fmla="*/ 1203478 w 8377613"/>
              <a:gd name="connsiteY304" fmla="*/ 2894357 h 6854893"/>
              <a:gd name="connsiteX305" fmla="*/ 1138567 w 8377613"/>
              <a:gd name="connsiteY305" fmla="*/ 2861491 h 6854893"/>
              <a:gd name="connsiteX306" fmla="*/ 4072536 w 8377613"/>
              <a:gd name="connsiteY306" fmla="*/ 2600024 h 6854893"/>
              <a:gd name="connsiteX307" fmla="*/ 4526595 w 8377613"/>
              <a:gd name="connsiteY307" fmla="*/ 2754536 h 6854893"/>
              <a:gd name="connsiteX308" fmla="*/ 4590619 w 8377613"/>
              <a:gd name="connsiteY308" fmla="*/ 2989341 h 6854893"/>
              <a:gd name="connsiteX309" fmla="*/ 4136560 w 8377613"/>
              <a:gd name="connsiteY309" fmla="*/ 2834831 h 6854893"/>
              <a:gd name="connsiteX310" fmla="*/ 3051822 w 8377613"/>
              <a:gd name="connsiteY310" fmla="*/ 2542972 h 6854893"/>
              <a:gd name="connsiteX311" fmla="*/ 3169611 w 8377613"/>
              <a:gd name="connsiteY311" fmla="*/ 2655244 h 6854893"/>
              <a:gd name="connsiteX312" fmla="*/ 2578764 w 8377613"/>
              <a:gd name="connsiteY312" fmla="*/ 2722114 h 6854893"/>
              <a:gd name="connsiteX313" fmla="*/ 2461038 w 8377613"/>
              <a:gd name="connsiteY313" fmla="*/ 2609840 h 6854893"/>
              <a:gd name="connsiteX314" fmla="*/ 3334136 w 8377613"/>
              <a:gd name="connsiteY314" fmla="*/ 2471985 h 6854893"/>
              <a:gd name="connsiteX315" fmla="*/ 3865328 w 8377613"/>
              <a:gd name="connsiteY315" fmla="*/ 2530307 h 6854893"/>
              <a:gd name="connsiteX316" fmla="*/ 3969186 w 8377613"/>
              <a:gd name="connsiteY316" fmla="*/ 2705459 h 6854893"/>
              <a:gd name="connsiteX317" fmla="*/ 3438057 w 8377613"/>
              <a:gd name="connsiteY317" fmla="*/ 2647136 h 6854893"/>
              <a:gd name="connsiteX318" fmla="*/ 6323644 w 8377613"/>
              <a:gd name="connsiteY318" fmla="*/ 2462165 h 6854893"/>
              <a:gd name="connsiteX319" fmla="*/ 6323662 w 8377613"/>
              <a:gd name="connsiteY319" fmla="*/ 2462248 h 6854893"/>
              <a:gd name="connsiteX320" fmla="*/ 6185020 w 8377613"/>
              <a:gd name="connsiteY320" fmla="*/ 2709004 h 6854893"/>
              <a:gd name="connsiteX321" fmla="*/ 6318958 w 8377613"/>
              <a:gd name="connsiteY321" fmla="*/ 3167722 h 6854893"/>
              <a:gd name="connsiteX322" fmla="*/ 6460812 w 8377613"/>
              <a:gd name="connsiteY322" fmla="*/ 3080272 h 6854893"/>
              <a:gd name="connsiteX323" fmla="*/ 6323662 w 8377613"/>
              <a:gd name="connsiteY323" fmla="*/ 2462248 h 6854893"/>
              <a:gd name="connsiteX324" fmla="*/ 6323708 w 8377613"/>
              <a:gd name="connsiteY324" fmla="*/ 2462165 h 6854893"/>
              <a:gd name="connsiteX325" fmla="*/ 1454445 w 8377613"/>
              <a:gd name="connsiteY325" fmla="*/ 2448107 h 6854893"/>
              <a:gd name="connsiteX326" fmla="*/ 1477877 w 8377613"/>
              <a:gd name="connsiteY326" fmla="*/ 2457922 h 6854893"/>
              <a:gd name="connsiteX327" fmla="*/ 761071 w 8377613"/>
              <a:gd name="connsiteY327" fmla="*/ 2661508 h 6854893"/>
              <a:gd name="connsiteX328" fmla="*/ 737640 w 8377613"/>
              <a:gd name="connsiteY328" fmla="*/ 2651630 h 6854893"/>
              <a:gd name="connsiteX329" fmla="*/ 2773559 w 8377613"/>
              <a:gd name="connsiteY329" fmla="*/ 2261241 h 6854893"/>
              <a:gd name="connsiteX330" fmla="*/ 2858482 w 8377613"/>
              <a:gd name="connsiteY330" fmla="*/ 2341154 h 6854893"/>
              <a:gd name="connsiteX331" fmla="*/ 2225775 w 8377613"/>
              <a:gd name="connsiteY331" fmla="*/ 2389347 h 6854893"/>
              <a:gd name="connsiteX332" fmla="*/ 2140853 w 8377613"/>
              <a:gd name="connsiteY332" fmla="*/ 2309430 h 6854893"/>
              <a:gd name="connsiteX333" fmla="*/ 7806081 w 8377613"/>
              <a:gd name="connsiteY333" fmla="*/ 2223312 h 6854893"/>
              <a:gd name="connsiteX334" fmla="*/ 7722172 w 8377613"/>
              <a:gd name="connsiteY334" fmla="*/ 3078945 h 6854893"/>
              <a:gd name="connsiteX335" fmla="*/ 7352781 w 8377613"/>
              <a:gd name="connsiteY335" fmla="*/ 3308051 h 6854893"/>
              <a:gd name="connsiteX336" fmla="*/ 7436690 w 8377613"/>
              <a:gd name="connsiteY336" fmla="*/ 2452419 h 6854893"/>
              <a:gd name="connsiteX337" fmla="*/ 3956837 w 8377613"/>
              <a:gd name="connsiteY337" fmla="*/ 2197219 h 6854893"/>
              <a:gd name="connsiteX338" fmla="*/ 4435657 w 8377613"/>
              <a:gd name="connsiteY338" fmla="*/ 2387189 h 6854893"/>
              <a:gd name="connsiteX339" fmla="*/ 4488536 w 8377613"/>
              <a:gd name="connsiteY339" fmla="*/ 2579443 h 6854893"/>
              <a:gd name="connsiteX340" fmla="*/ 4009715 w 8377613"/>
              <a:gd name="connsiteY340" fmla="*/ 2389471 h 6854893"/>
              <a:gd name="connsiteX341" fmla="*/ 3111603 w 8377613"/>
              <a:gd name="connsiteY341" fmla="*/ 2106224 h 6854893"/>
              <a:gd name="connsiteX342" fmla="*/ 3676992 w 8377613"/>
              <a:gd name="connsiteY342" fmla="*/ 2192851 h 6854893"/>
              <a:gd name="connsiteX343" fmla="*/ 3758368 w 8377613"/>
              <a:gd name="connsiteY343" fmla="*/ 2329060 h 6854893"/>
              <a:gd name="connsiteX344" fmla="*/ 3192979 w 8377613"/>
              <a:gd name="connsiteY344" fmla="*/ 2242432 h 6854893"/>
              <a:gd name="connsiteX345" fmla="*/ 5781750 w 8377613"/>
              <a:gd name="connsiteY345" fmla="*/ 2095963 h 6854893"/>
              <a:gd name="connsiteX346" fmla="*/ 5707593 w 8377613"/>
              <a:gd name="connsiteY346" fmla="*/ 2376487 h 6854893"/>
              <a:gd name="connsiteX347" fmla="*/ 5963247 w 8377613"/>
              <a:gd name="connsiteY347" fmla="*/ 2792400 h 6854893"/>
              <a:gd name="connsiteX348" fmla="*/ 6082683 w 8377613"/>
              <a:gd name="connsiteY348" fmla="*/ 2668031 h 6854893"/>
              <a:gd name="connsiteX349" fmla="*/ 2495298 w 8377613"/>
              <a:gd name="connsiteY349" fmla="*/ 1979451 h 6854893"/>
              <a:gd name="connsiteX350" fmla="*/ 2547417 w 8377613"/>
              <a:gd name="connsiteY350" fmla="*/ 2027072 h 6854893"/>
              <a:gd name="connsiteX351" fmla="*/ 1872851 w 8377613"/>
              <a:gd name="connsiteY351" fmla="*/ 2056580 h 6854893"/>
              <a:gd name="connsiteX352" fmla="*/ 1820669 w 8377613"/>
              <a:gd name="connsiteY352" fmla="*/ 2008961 h 6854893"/>
              <a:gd name="connsiteX353" fmla="*/ 8377613 w 8377613"/>
              <a:gd name="connsiteY353" fmla="*/ 1857548 h 6854893"/>
              <a:gd name="connsiteX354" fmla="*/ 8377613 w 8377613"/>
              <a:gd name="connsiteY354" fmla="*/ 2230399 h 6854893"/>
              <a:gd name="connsiteX355" fmla="*/ 8303646 w 8377613"/>
              <a:gd name="connsiteY355" fmla="*/ 2736295 h 6854893"/>
              <a:gd name="connsiteX356" fmla="*/ 8001383 w 8377613"/>
              <a:gd name="connsiteY356" fmla="*/ 2924622 h 6854893"/>
              <a:gd name="connsiteX357" fmla="*/ 8135321 w 8377613"/>
              <a:gd name="connsiteY357" fmla="*/ 2008513 h 6854893"/>
              <a:gd name="connsiteX358" fmla="*/ 3841137 w 8377613"/>
              <a:gd name="connsiteY358" fmla="*/ 1794411 h 6854893"/>
              <a:gd name="connsiteX359" fmla="*/ 4344718 w 8377613"/>
              <a:gd name="connsiteY359" fmla="*/ 2019845 h 6854893"/>
              <a:gd name="connsiteX360" fmla="*/ 4386451 w 8377613"/>
              <a:gd name="connsiteY360" fmla="*/ 2169480 h 6854893"/>
              <a:gd name="connsiteX361" fmla="*/ 3882870 w 8377613"/>
              <a:gd name="connsiteY361" fmla="*/ 1944046 h 6854893"/>
              <a:gd name="connsiteX362" fmla="*/ 2889006 w 8377613"/>
              <a:gd name="connsiteY362" fmla="*/ 1740524 h 6854893"/>
              <a:gd name="connsiteX363" fmla="*/ 3488655 w 8377613"/>
              <a:gd name="connsiteY363" fmla="*/ 1855394 h 6854893"/>
              <a:gd name="connsiteX364" fmla="*/ 3547613 w 8377613"/>
              <a:gd name="connsiteY364" fmla="*/ 1952660 h 6854893"/>
              <a:gd name="connsiteX365" fmla="*/ 2947964 w 8377613"/>
              <a:gd name="connsiteY365" fmla="*/ 1837790 h 6854893"/>
              <a:gd name="connsiteX366" fmla="*/ 2216973 w 8377613"/>
              <a:gd name="connsiteY366" fmla="*/ 1697653 h 6854893"/>
              <a:gd name="connsiteX367" fmla="*/ 2236289 w 8377613"/>
              <a:gd name="connsiteY367" fmla="*/ 1712914 h 6854893"/>
              <a:gd name="connsiteX368" fmla="*/ 1519863 w 8377613"/>
              <a:gd name="connsiteY368" fmla="*/ 1723806 h 6854893"/>
              <a:gd name="connsiteX369" fmla="*/ 1500548 w 8377613"/>
              <a:gd name="connsiteY369" fmla="*/ 1708545 h 6854893"/>
              <a:gd name="connsiteX370" fmla="*/ 4596319 w 8377613"/>
              <a:gd name="connsiteY370" fmla="*/ 1684169 h 6854893"/>
              <a:gd name="connsiteX371" fmla="*/ 5007949 w 8377613"/>
              <a:gd name="connsiteY371" fmla="*/ 2025486 h 6854893"/>
              <a:gd name="connsiteX372" fmla="*/ 5009468 w 8377613"/>
              <a:gd name="connsiteY372" fmla="*/ 2177779 h 6854893"/>
              <a:gd name="connsiteX373" fmla="*/ 4597839 w 8377613"/>
              <a:gd name="connsiteY373" fmla="*/ 1836527 h 6854893"/>
              <a:gd name="connsiteX374" fmla="*/ 7207825 w 8377613"/>
              <a:gd name="connsiteY374" fmla="*/ 1461648 h 6854893"/>
              <a:gd name="connsiteX375" fmla="*/ 7349425 w 8377613"/>
              <a:gd name="connsiteY375" fmla="*/ 2327223 h 6854893"/>
              <a:gd name="connsiteX376" fmla="*/ 7038867 w 8377613"/>
              <a:gd name="connsiteY376" fmla="*/ 2652392 h 6854893"/>
              <a:gd name="connsiteX377" fmla="*/ 6897266 w 8377613"/>
              <a:gd name="connsiteY377" fmla="*/ 1786755 h 6854893"/>
              <a:gd name="connsiteX378" fmla="*/ 3725438 w 8377613"/>
              <a:gd name="connsiteY378" fmla="*/ 1391544 h 6854893"/>
              <a:gd name="connsiteX379" fmla="*/ 4253780 w 8377613"/>
              <a:gd name="connsiteY379" fmla="*/ 1652503 h 6854893"/>
              <a:gd name="connsiteX380" fmla="*/ 4284367 w 8377613"/>
              <a:gd name="connsiteY380" fmla="*/ 1759584 h 6854893"/>
              <a:gd name="connsiteX381" fmla="*/ 3756025 w 8377613"/>
              <a:gd name="connsiteY381" fmla="*/ 1498625 h 6854893"/>
              <a:gd name="connsiteX382" fmla="*/ 2666409 w 8377613"/>
              <a:gd name="connsiteY382" fmla="*/ 1374763 h 6854893"/>
              <a:gd name="connsiteX383" fmla="*/ 3300319 w 8377613"/>
              <a:gd name="connsiteY383" fmla="*/ 1517939 h 6854893"/>
              <a:gd name="connsiteX384" fmla="*/ 3336859 w 8377613"/>
              <a:gd name="connsiteY384" fmla="*/ 1576260 h 6854893"/>
              <a:gd name="connsiteX385" fmla="*/ 2702949 w 8377613"/>
              <a:gd name="connsiteY385" fmla="*/ 1433084 h 6854893"/>
              <a:gd name="connsiteX386" fmla="*/ 5247201 w 8377613"/>
              <a:gd name="connsiteY386" fmla="*/ 1300358 h 6854893"/>
              <a:gd name="connsiteX387" fmla="*/ 5828549 w 8377613"/>
              <a:gd name="connsiteY387" fmla="*/ 1919225 h 6854893"/>
              <a:gd name="connsiteX388" fmla="*/ 5826649 w 8377613"/>
              <a:gd name="connsiteY388" fmla="*/ 1926508 h 6854893"/>
              <a:gd name="connsiteX389" fmla="*/ 6025244 w 8377613"/>
              <a:gd name="connsiteY389" fmla="*/ 1573096 h 6854893"/>
              <a:gd name="connsiteX390" fmla="*/ 6411163 w 8377613"/>
              <a:gd name="connsiteY390" fmla="*/ 2306640 h 6854893"/>
              <a:gd name="connsiteX391" fmla="*/ 6407553 w 8377613"/>
              <a:gd name="connsiteY391" fmla="*/ 2313037 h 6854893"/>
              <a:gd name="connsiteX392" fmla="*/ 6679925 w 8377613"/>
              <a:gd name="connsiteY392" fmla="*/ 2028776 h 6854893"/>
              <a:gd name="connsiteX393" fmla="*/ 6855786 w 8377613"/>
              <a:gd name="connsiteY393" fmla="*/ 2821403 h 6854893"/>
              <a:gd name="connsiteX394" fmla="*/ 6850847 w 8377613"/>
              <a:gd name="connsiteY394" fmla="*/ 2826532 h 6854893"/>
              <a:gd name="connsiteX395" fmla="*/ 7174578 w 8377613"/>
              <a:gd name="connsiteY395" fmla="*/ 2626427 h 6854893"/>
              <a:gd name="connsiteX396" fmla="*/ 7140634 w 8377613"/>
              <a:gd name="connsiteY396" fmla="*/ 3421650 h 6854893"/>
              <a:gd name="connsiteX397" fmla="*/ 7134808 w 8377613"/>
              <a:gd name="connsiteY397" fmla="*/ 3425260 h 6854893"/>
              <a:gd name="connsiteX398" fmla="*/ 7485263 w 8377613"/>
              <a:gd name="connsiteY398" fmla="*/ 3317926 h 6854893"/>
              <a:gd name="connsiteX399" fmla="*/ 7255827 w 8377613"/>
              <a:gd name="connsiteY399" fmla="*/ 4062363 h 6854893"/>
              <a:gd name="connsiteX400" fmla="*/ 7249494 w 8377613"/>
              <a:gd name="connsiteY400" fmla="*/ 4064326 h 6854893"/>
              <a:gd name="connsiteX401" fmla="*/ 7601723 w 8377613"/>
              <a:gd name="connsiteY401" fmla="*/ 4051598 h 6854893"/>
              <a:gd name="connsiteX402" fmla="*/ 7203392 w 8377613"/>
              <a:gd name="connsiteY402" fmla="*/ 4698391 h 6854893"/>
              <a:gd name="connsiteX403" fmla="*/ 7197059 w 8377613"/>
              <a:gd name="connsiteY403" fmla="*/ 4698644 h 6854893"/>
              <a:gd name="connsiteX404" fmla="*/ 7527376 w 8377613"/>
              <a:gd name="connsiteY404" fmla="*/ 4775963 h 6854893"/>
              <a:gd name="connsiteX405" fmla="*/ 6996437 w 8377613"/>
              <a:gd name="connsiteY405" fmla="*/ 5287368 h 6854893"/>
              <a:gd name="connsiteX406" fmla="*/ 6990484 w 8377613"/>
              <a:gd name="connsiteY406" fmla="*/ 5285975 h 6854893"/>
              <a:gd name="connsiteX407" fmla="*/ 7277992 w 8377613"/>
              <a:gd name="connsiteY407" fmla="*/ 5443019 h 6854893"/>
              <a:gd name="connsiteX408" fmla="*/ 6657571 w 8377613"/>
              <a:gd name="connsiteY408" fmla="*/ 5792568 h 6854893"/>
              <a:gd name="connsiteX409" fmla="*/ 6652378 w 8377613"/>
              <a:gd name="connsiteY409" fmla="*/ 5789718 h 6854893"/>
              <a:gd name="connsiteX410" fmla="*/ 6880357 w 8377613"/>
              <a:gd name="connsiteY410" fmla="*/ 6011353 h 6854893"/>
              <a:gd name="connsiteX411" fmla="*/ 6217127 w 8377613"/>
              <a:gd name="connsiteY411" fmla="*/ 6184987 h 6854893"/>
              <a:gd name="connsiteX412" fmla="*/ 6213011 w 8377613"/>
              <a:gd name="connsiteY412" fmla="*/ 6180998 h 6854893"/>
              <a:gd name="connsiteX413" fmla="*/ 6369557 w 8377613"/>
              <a:gd name="connsiteY413" fmla="*/ 6448732 h 6854893"/>
              <a:gd name="connsiteX414" fmla="*/ 5710379 w 8377613"/>
              <a:gd name="connsiteY414" fmla="*/ 6444869 h 6854893"/>
              <a:gd name="connsiteX415" fmla="*/ 5710443 w 8377613"/>
              <a:gd name="connsiteY415" fmla="*/ 6444996 h 6854893"/>
              <a:gd name="connsiteX416" fmla="*/ 5707593 w 8377613"/>
              <a:gd name="connsiteY416" fmla="*/ 6440120 h 6854893"/>
              <a:gd name="connsiteX417" fmla="*/ 5786372 w 8377613"/>
              <a:gd name="connsiteY417" fmla="*/ 6733437 h 6854893"/>
              <a:gd name="connsiteX418" fmla="*/ 5175071 w 8377613"/>
              <a:gd name="connsiteY418" fmla="*/ 6562525 h 6854893"/>
              <a:gd name="connsiteX419" fmla="*/ 5173615 w 8377613"/>
              <a:gd name="connsiteY419" fmla="*/ 6557206 h 6854893"/>
              <a:gd name="connsiteX420" fmla="*/ 5173804 w 8377613"/>
              <a:gd name="connsiteY420" fmla="*/ 6839062 h 6854893"/>
              <a:gd name="connsiteX421" fmla="*/ 5173804 w 8377613"/>
              <a:gd name="connsiteY421" fmla="*/ 6854893 h 6854893"/>
              <a:gd name="connsiteX422" fmla="*/ 5147524 w 8377613"/>
              <a:gd name="connsiteY422" fmla="*/ 6839062 h 6854893"/>
              <a:gd name="connsiteX423" fmla="*/ 4648565 w 8377613"/>
              <a:gd name="connsiteY423" fmla="*/ 6537956 h 6854893"/>
              <a:gd name="connsiteX424" fmla="*/ 4648565 w 8377613"/>
              <a:gd name="connsiteY424" fmla="*/ 6532573 h 6854893"/>
              <a:gd name="connsiteX425" fmla="*/ 4574662 w 8377613"/>
              <a:gd name="connsiteY425" fmla="*/ 6814556 h 6854893"/>
              <a:gd name="connsiteX426" fmla="*/ 4165755 w 8377613"/>
              <a:gd name="connsiteY426" fmla="*/ 6381165 h 6854893"/>
              <a:gd name="connsiteX427" fmla="*/ 4167085 w 8377613"/>
              <a:gd name="connsiteY427" fmla="*/ 6376100 h 6854893"/>
              <a:gd name="connsiteX428" fmla="*/ 4028208 w 8377613"/>
              <a:gd name="connsiteY428" fmla="*/ 6624393 h 6854893"/>
              <a:gd name="connsiteX429" fmla="*/ 3756279 w 8377613"/>
              <a:gd name="connsiteY429" fmla="*/ 6110201 h 6854893"/>
              <a:gd name="connsiteX430" fmla="*/ 3758812 w 8377613"/>
              <a:gd name="connsiteY430" fmla="*/ 6105706 h 6854893"/>
              <a:gd name="connsiteX431" fmla="*/ 3568069 w 8377613"/>
              <a:gd name="connsiteY431" fmla="*/ 6305620 h 6854893"/>
              <a:gd name="connsiteX432" fmla="*/ 3443440 w 8377613"/>
              <a:gd name="connsiteY432" fmla="*/ 5749697 h 6854893"/>
              <a:gd name="connsiteX433" fmla="*/ 3446860 w 8377613"/>
              <a:gd name="connsiteY433" fmla="*/ 5746088 h 6854893"/>
              <a:gd name="connsiteX434" fmla="*/ 3219957 w 8377613"/>
              <a:gd name="connsiteY434" fmla="*/ 5886984 h 6854893"/>
              <a:gd name="connsiteX435" fmla="*/ 3242565 w 8377613"/>
              <a:gd name="connsiteY435" fmla="*/ 5328909 h 6854893"/>
              <a:gd name="connsiteX436" fmla="*/ 3246681 w 8377613"/>
              <a:gd name="connsiteY436" fmla="*/ 5326376 h 6854893"/>
              <a:gd name="connsiteX437" fmla="*/ 3000906 w 8377613"/>
              <a:gd name="connsiteY437" fmla="*/ 5402238 h 6854893"/>
              <a:gd name="connsiteX438" fmla="*/ 3160809 w 8377613"/>
              <a:gd name="connsiteY438" fmla="*/ 4879498 h 6854893"/>
              <a:gd name="connsiteX439" fmla="*/ 3165242 w 8377613"/>
              <a:gd name="connsiteY439" fmla="*/ 4878105 h 6854893"/>
              <a:gd name="connsiteX440" fmla="*/ 2918074 w 8377613"/>
              <a:gd name="connsiteY440" fmla="*/ 4887540 h 6854893"/>
              <a:gd name="connsiteX441" fmla="*/ 3196716 w 8377613"/>
              <a:gd name="connsiteY441" fmla="*/ 4433063 h 6854893"/>
              <a:gd name="connsiteX442" fmla="*/ 3201212 w 8377613"/>
              <a:gd name="connsiteY442" fmla="*/ 4432873 h 6854893"/>
              <a:gd name="connsiteX443" fmla="*/ 2969306 w 8377613"/>
              <a:gd name="connsiteY443" fmla="*/ 4379110 h 6854893"/>
              <a:gd name="connsiteX444" fmla="*/ 3341166 w 8377613"/>
              <a:gd name="connsiteY444" fmla="*/ 4019430 h 6854893"/>
              <a:gd name="connsiteX445" fmla="*/ 3345346 w 8377613"/>
              <a:gd name="connsiteY445" fmla="*/ 4020380 h 6854893"/>
              <a:gd name="connsiteX446" fmla="*/ 3143330 w 8377613"/>
              <a:gd name="connsiteY446" fmla="*/ 3910639 h 6854893"/>
              <a:gd name="connsiteX447" fmla="*/ 3578264 w 8377613"/>
              <a:gd name="connsiteY447" fmla="*/ 3664435 h 6854893"/>
              <a:gd name="connsiteX448" fmla="*/ 3581938 w 8377613"/>
              <a:gd name="connsiteY448" fmla="*/ 3666398 h 6854893"/>
              <a:gd name="connsiteX449" fmla="*/ 3421592 w 8377613"/>
              <a:gd name="connsiteY449" fmla="*/ 3511190 h 6854893"/>
              <a:gd name="connsiteX450" fmla="*/ 3886797 w 8377613"/>
              <a:gd name="connsiteY450" fmla="*/ 3388343 h 6854893"/>
              <a:gd name="connsiteX451" fmla="*/ 3889710 w 8377613"/>
              <a:gd name="connsiteY451" fmla="*/ 3391128 h 6854893"/>
              <a:gd name="connsiteX452" fmla="*/ 3779456 w 8377613"/>
              <a:gd name="connsiteY452" fmla="*/ 3203438 h 6854893"/>
              <a:gd name="connsiteX453" fmla="*/ 4242128 w 8377613"/>
              <a:gd name="connsiteY453" fmla="*/ 3205147 h 6854893"/>
              <a:gd name="connsiteX454" fmla="*/ 4244091 w 8377613"/>
              <a:gd name="connsiteY454" fmla="*/ 3208566 h 6854893"/>
              <a:gd name="connsiteX455" fmla="*/ 4188363 w 8377613"/>
              <a:gd name="connsiteY455" fmla="*/ 3002891 h 6854893"/>
              <a:gd name="connsiteX456" fmla="*/ 4617661 w 8377613"/>
              <a:gd name="connsiteY456" fmla="*/ 3121876 h 6854893"/>
              <a:gd name="connsiteX457" fmla="*/ 4618674 w 8377613"/>
              <a:gd name="connsiteY457" fmla="*/ 3125612 h 6854893"/>
              <a:gd name="connsiteX458" fmla="*/ 4618104 w 8377613"/>
              <a:gd name="connsiteY458" fmla="*/ 2916706 h 6854893"/>
              <a:gd name="connsiteX459" fmla="*/ 4813343 w 8377613"/>
              <a:gd name="connsiteY459" fmla="*/ 3033919 h 6854893"/>
              <a:gd name="connsiteX460" fmla="*/ 4847604 w 8377613"/>
              <a:gd name="connsiteY460" fmla="*/ 2905308 h 6854893"/>
              <a:gd name="connsiteX461" fmla="*/ 4611898 w 8377613"/>
              <a:gd name="connsiteY461" fmla="*/ 2744464 h 6854893"/>
              <a:gd name="connsiteX462" fmla="*/ 4610885 w 8377613"/>
              <a:gd name="connsiteY462" fmla="*/ 2505860 h 6854893"/>
              <a:gd name="connsiteX463" fmla="*/ 4889843 w 8377613"/>
              <a:gd name="connsiteY463" fmla="*/ 2696210 h 6854893"/>
              <a:gd name="connsiteX464" fmla="*/ 4931766 w 8377613"/>
              <a:gd name="connsiteY464" fmla="*/ 2538345 h 6854893"/>
              <a:gd name="connsiteX465" fmla="*/ 4604932 w 8377613"/>
              <a:gd name="connsiteY465" fmla="*/ 2290495 h 6854893"/>
              <a:gd name="connsiteX466" fmla="*/ 4603666 w 8377613"/>
              <a:gd name="connsiteY466" fmla="*/ 2095076 h 6854893"/>
              <a:gd name="connsiteX467" fmla="*/ 4974766 w 8377613"/>
              <a:gd name="connsiteY467" fmla="*/ 2376487 h 6854893"/>
              <a:gd name="connsiteX468" fmla="*/ 5049936 w 8377613"/>
              <a:gd name="connsiteY468" fmla="*/ 2093367 h 6854893"/>
              <a:gd name="connsiteX469" fmla="*/ 5506971 w 8377613"/>
              <a:gd name="connsiteY469" fmla="*/ 2518399 h 6854893"/>
              <a:gd name="connsiteX470" fmla="*/ 5594110 w 8377613"/>
              <a:gd name="connsiteY470" fmla="*/ 2363695 h 6854893"/>
              <a:gd name="connsiteX471" fmla="*/ 5104017 w 8377613"/>
              <a:gd name="connsiteY471" fmla="*/ 1841970 h 6854893"/>
              <a:gd name="connsiteX472" fmla="*/ 4589100 w 8377613"/>
              <a:gd name="connsiteY472" fmla="*/ 1273385 h 6854893"/>
              <a:gd name="connsiteX473" fmla="*/ 5014915 w 8377613"/>
              <a:gd name="connsiteY473" fmla="*/ 1654534 h 6854893"/>
              <a:gd name="connsiteX474" fmla="*/ 5016688 w 8377613"/>
              <a:gd name="connsiteY474" fmla="*/ 1763704 h 6854893"/>
              <a:gd name="connsiteX475" fmla="*/ 4590873 w 8377613"/>
              <a:gd name="connsiteY475" fmla="*/ 1382492 h 6854893"/>
              <a:gd name="connsiteX476" fmla="*/ 2443813 w 8377613"/>
              <a:gd name="connsiteY476" fmla="*/ 1009004 h 6854893"/>
              <a:gd name="connsiteX477" fmla="*/ 3111920 w 8377613"/>
              <a:gd name="connsiteY477" fmla="*/ 1180486 h 6854893"/>
              <a:gd name="connsiteX478" fmla="*/ 3126105 w 8377613"/>
              <a:gd name="connsiteY478" fmla="*/ 1199863 h 6854893"/>
              <a:gd name="connsiteX479" fmla="*/ 2457935 w 8377613"/>
              <a:gd name="connsiteY479" fmla="*/ 1028381 h 6854893"/>
              <a:gd name="connsiteX480" fmla="*/ 3609738 w 8377613"/>
              <a:gd name="connsiteY480" fmla="*/ 988739 h 6854893"/>
              <a:gd name="connsiteX481" fmla="*/ 4162841 w 8377613"/>
              <a:gd name="connsiteY481" fmla="*/ 1285159 h 6854893"/>
              <a:gd name="connsiteX482" fmla="*/ 4182283 w 8377613"/>
              <a:gd name="connsiteY482" fmla="*/ 1349686 h 6854893"/>
              <a:gd name="connsiteX483" fmla="*/ 3629180 w 8377613"/>
              <a:gd name="connsiteY483" fmla="*/ 1053203 h 6854893"/>
              <a:gd name="connsiteX484" fmla="*/ 7735787 w 8377613"/>
              <a:gd name="connsiteY484" fmla="*/ 894517 h 6854893"/>
              <a:gd name="connsiteX485" fmla="*/ 7843127 w 8377613"/>
              <a:gd name="connsiteY485" fmla="*/ 1833109 h 6854893"/>
              <a:gd name="connsiteX486" fmla="*/ 7589247 w 8377613"/>
              <a:gd name="connsiteY486" fmla="*/ 2100019 h 6854893"/>
              <a:gd name="connsiteX487" fmla="*/ 7481906 w 8377613"/>
              <a:gd name="connsiteY487" fmla="*/ 1161429 h 6854893"/>
              <a:gd name="connsiteX488" fmla="*/ 6405780 w 8377613"/>
              <a:gd name="connsiteY488" fmla="*/ 872226 h 6854893"/>
              <a:gd name="connsiteX489" fmla="*/ 6776563 w 8377613"/>
              <a:gd name="connsiteY489" fmla="*/ 1686955 h 6854893"/>
              <a:gd name="connsiteX490" fmla="*/ 6550420 w 8377613"/>
              <a:gd name="connsiteY490" fmla="*/ 2090899 h 6854893"/>
              <a:gd name="connsiteX491" fmla="*/ 6179637 w 8377613"/>
              <a:gd name="connsiteY491" fmla="*/ 1276171 h 6854893"/>
              <a:gd name="connsiteX492" fmla="*/ 4581944 w 8377613"/>
              <a:gd name="connsiteY492" fmla="*/ 862537 h 6854893"/>
              <a:gd name="connsiteX493" fmla="*/ 5021881 w 8377613"/>
              <a:gd name="connsiteY493" fmla="*/ 1283580 h 6854893"/>
              <a:gd name="connsiteX494" fmla="*/ 5023844 w 8377613"/>
              <a:gd name="connsiteY494" fmla="*/ 1349627 h 6854893"/>
              <a:gd name="connsiteX495" fmla="*/ 4583907 w 8377613"/>
              <a:gd name="connsiteY495" fmla="*/ 928521 h 6854893"/>
              <a:gd name="connsiteX496" fmla="*/ 3494038 w 8377613"/>
              <a:gd name="connsiteY496" fmla="*/ 585871 h 6854893"/>
              <a:gd name="connsiteX497" fmla="*/ 4071903 w 8377613"/>
              <a:gd name="connsiteY497" fmla="*/ 917816 h 6854893"/>
              <a:gd name="connsiteX498" fmla="*/ 4080199 w 8377613"/>
              <a:gd name="connsiteY498" fmla="*/ 939726 h 6854893"/>
              <a:gd name="connsiteX499" fmla="*/ 3502334 w 8377613"/>
              <a:gd name="connsiteY499" fmla="*/ 607844 h 6854893"/>
              <a:gd name="connsiteX500" fmla="*/ 5444466 w 8377613"/>
              <a:gd name="connsiteY500" fmla="*/ 507352 h 6854893"/>
              <a:gd name="connsiteX501" fmla="*/ 6032020 w 8377613"/>
              <a:gd name="connsiteY501" fmla="*/ 1210314 h 6854893"/>
              <a:gd name="connsiteX502" fmla="*/ 5911444 w 8377613"/>
              <a:gd name="connsiteY502" fmla="*/ 1669160 h 6854893"/>
              <a:gd name="connsiteX503" fmla="*/ 5323890 w 8377613"/>
              <a:gd name="connsiteY503" fmla="*/ 966198 h 6854893"/>
              <a:gd name="connsiteX504" fmla="*/ 4574725 w 8377613"/>
              <a:gd name="connsiteY504" fmla="*/ 451691 h 6854893"/>
              <a:gd name="connsiteX505" fmla="*/ 5028847 w 8377613"/>
              <a:gd name="connsiteY505" fmla="*/ 912627 h 6854893"/>
              <a:gd name="connsiteX506" fmla="*/ 5031064 w 8377613"/>
              <a:gd name="connsiteY506" fmla="*/ 935486 h 6854893"/>
              <a:gd name="connsiteX507" fmla="*/ 4577005 w 8377613"/>
              <a:gd name="connsiteY507" fmla="*/ 474551 h 6854893"/>
              <a:gd name="connsiteX508" fmla="*/ 8263686 w 8377613"/>
              <a:gd name="connsiteY508" fmla="*/ 327323 h 6854893"/>
              <a:gd name="connsiteX509" fmla="*/ 8336766 w 8377613"/>
              <a:gd name="connsiteY509" fmla="*/ 1338990 h 6854893"/>
              <a:gd name="connsiteX510" fmla="*/ 8139627 w 8377613"/>
              <a:gd name="connsiteY510" fmla="*/ 1547706 h 6854893"/>
              <a:gd name="connsiteX511" fmla="*/ 8066484 w 8377613"/>
              <a:gd name="connsiteY511" fmla="*/ 536039 h 6854893"/>
              <a:gd name="connsiteX512" fmla="*/ 6786379 w 8377613"/>
              <a:gd name="connsiteY512" fmla="*/ 171355 h 6854893"/>
              <a:gd name="connsiteX513" fmla="*/ 7142027 w 8377613"/>
              <a:gd name="connsiteY513" fmla="*/ 1067265 h 6854893"/>
              <a:gd name="connsiteX514" fmla="*/ 6957427 w 8377613"/>
              <a:gd name="connsiteY514" fmla="*/ 1398577 h 6854893"/>
              <a:gd name="connsiteX515" fmla="*/ 6601779 w 8377613"/>
              <a:gd name="connsiteY515" fmla="*/ 502667 h 6854893"/>
              <a:gd name="connsiteX516" fmla="*/ 7767324 w 8377613"/>
              <a:gd name="connsiteY516" fmla="*/ 2 h 6854893"/>
              <a:gd name="connsiteX517" fmla="*/ 7779166 w 8377613"/>
              <a:gd name="connsiteY517" fmla="*/ 2 h 6854893"/>
              <a:gd name="connsiteX518" fmla="*/ 7771566 w 8377613"/>
              <a:gd name="connsiteY518" fmla="*/ 13870 h 6854893"/>
              <a:gd name="connsiteX519" fmla="*/ 7118406 w 8377613"/>
              <a:gd name="connsiteY519" fmla="*/ 2 h 6854893"/>
              <a:gd name="connsiteX520" fmla="*/ 7351578 w 8377613"/>
              <a:gd name="connsiteY520" fmla="*/ 2 h 6854893"/>
              <a:gd name="connsiteX521" fmla="*/ 7507491 w 8377613"/>
              <a:gd name="connsiteY521" fmla="*/ 447513 h 6854893"/>
              <a:gd name="connsiteX522" fmla="*/ 7364497 w 8377613"/>
              <a:gd name="connsiteY522" fmla="*/ 706191 h 6854893"/>
              <a:gd name="connsiteX523" fmla="*/ 6304645 w 8377613"/>
              <a:gd name="connsiteY523" fmla="*/ 1 h 6854893"/>
              <a:gd name="connsiteX524" fmla="*/ 6385768 w 8377613"/>
              <a:gd name="connsiteY524" fmla="*/ 1 h 6854893"/>
              <a:gd name="connsiteX525" fmla="*/ 6363730 w 8377613"/>
              <a:gd name="connsiteY525" fmla="*/ 85742 h 6854893"/>
              <a:gd name="connsiteX526" fmla="*/ 5567385 w 8377613"/>
              <a:gd name="connsiteY526" fmla="*/ 0 h 6854893"/>
              <a:gd name="connsiteX527" fmla="*/ 5857299 w 8377613"/>
              <a:gd name="connsiteY527" fmla="*/ 0 h 6854893"/>
              <a:gd name="connsiteX528" fmla="*/ 6235555 w 8377613"/>
              <a:gd name="connsiteY528" fmla="*/ 501337 h 6854893"/>
              <a:gd name="connsiteX529" fmla="*/ 6137587 w 8377613"/>
              <a:gd name="connsiteY529" fmla="*/ 877482 h 6854893"/>
              <a:gd name="connsiteX530" fmla="*/ 5543827 w 8377613"/>
              <a:gd name="connsiteY530" fmla="*/ 90490 h 68548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</a:cxnLst>
            <a:rect l="l" t="t" r="r" b="b"/>
            <a:pathLst>
              <a:path w="8377613" h="6854893">
                <a:moveTo>
                  <a:pt x="820536" y="6758957"/>
                </a:moveTo>
                <a:lnTo>
                  <a:pt x="797675" y="6838999"/>
                </a:lnTo>
                <a:lnTo>
                  <a:pt x="779183" y="6838999"/>
                </a:lnTo>
                <a:lnTo>
                  <a:pt x="796978" y="6776815"/>
                </a:lnTo>
                <a:close/>
                <a:moveTo>
                  <a:pt x="5213067" y="6751421"/>
                </a:moveTo>
                <a:lnTo>
                  <a:pt x="5468657" y="6838998"/>
                </a:lnTo>
                <a:lnTo>
                  <a:pt x="5236688" y="6838998"/>
                </a:lnTo>
                <a:close/>
                <a:moveTo>
                  <a:pt x="3374160" y="6748192"/>
                </a:moveTo>
                <a:lnTo>
                  <a:pt x="3410446" y="6838999"/>
                </a:lnTo>
                <a:lnTo>
                  <a:pt x="3323814" y="6838999"/>
                </a:lnTo>
                <a:close/>
                <a:moveTo>
                  <a:pt x="4636849" y="6726535"/>
                </a:moveTo>
                <a:lnTo>
                  <a:pt x="4800931" y="6838999"/>
                </a:lnTo>
                <a:lnTo>
                  <a:pt x="4637102" y="6838999"/>
                </a:lnTo>
                <a:close/>
                <a:moveTo>
                  <a:pt x="7576834" y="6663020"/>
                </a:moveTo>
                <a:lnTo>
                  <a:pt x="7759218" y="6838998"/>
                </a:lnTo>
                <a:lnTo>
                  <a:pt x="6852176" y="6838998"/>
                </a:lnTo>
                <a:lnTo>
                  <a:pt x="6794358" y="6783209"/>
                </a:lnTo>
                <a:close/>
                <a:moveTo>
                  <a:pt x="2544314" y="6645290"/>
                </a:moveTo>
                <a:lnTo>
                  <a:pt x="2558689" y="6838998"/>
                </a:lnTo>
                <a:lnTo>
                  <a:pt x="2409679" y="6838998"/>
                </a:lnTo>
                <a:lnTo>
                  <a:pt x="2406196" y="6792011"/>
                </a:lnTo>
                <a:close/>
                <a:moveTo>
                  <a:pt x="5798468" y="6620847"/>
                </a:moveTo>
                <a:lnTo>
                  <a:pt x="6506345" y="6665110"/>
                </a:lnTo>
                <a:lnTo>
                  <a:pt x="6608429" y="6838998"/>
                </a:lnTo>
                <a:lnTo>
                  <a:pt x="5926453" y="6838998"/>
                </a:lnTo>
                <a:close/>
                <a:moveTo>
                  <a:pt x="4107873" y="6556763"/>
                </a:moveTo>
                <a:lnTo>
                  <a:pt x="4344909" y="6838998"/>
                </a:lnTo>
                <a:lnTo>
                  <a:pt x="4034350" y="6838998"/>
                </a:lnTo>
                <a:close/>
                <a:moveTo>
                  <a:pt x="1275228" y="6488942"/>
                </a:moveTo>
                <a:lnTo>
                  <a:pt x="1185429" y="6838998"/>
                </a:lnTo>
                <a:lnTo>
                  <a:pt x="1126788" y="6838998"/>
                </a:lnTo>
                <a:lnTo>
                  <a:pt x="1204618" y="6535485"/>
                </a:lnTo>
                <a:close/>
                <a:moveTo>
                  <a:pt x="8377613" y="6386674"/>
                </a:moveTo>
                <a:lnTo>
                  <a:pt x="8377613" y="6581333"/>
                </a:lnTo>
                <a:lnTo>
                  <a:pt x="8168758" y="6662387"/>
                </a:lnTo>
                <a:lnTo>
                  <a:pt x="7958194" y="6549480"/>
                </a:lnTo>
                <a:close/>
                <a:moveTo>
                  <a:pt x="3658881" y="6261736"/>
                </a:moveTo>
                <a:lnTo>
                  <a:pt x="3920297" y="6832919"/>
                </a:lnTo>
                <a:lnTo>
                  <a:pt x="3916877" y="6838998"/>
                </a:lnTo>
                <a:lnTo>
                  <a:pt x="3635006" y="6838998"/>
                </a:lnTo>
                <a:lnTo>
                  <a:pt x="3500688" y="6545491"/>
                </a:lnTo>
                <a:close/>
                <a:moveTo>
                  <a:pt x="2929726" y="6256860"/>
                </a:moveTo>
                <a:lnTo>
                  <a:pt x="2997550" y="6838998"/>
                </a:lnTo>
                <a:lnTo>
                  <a:pt x="2797878" y="6838998"/>
                </a:lnTo>
                <a:lnTo>
                  <a:pt x="2751965" y="6444553"/>
                </a:lnTo>
                <a:close/>
                <a:moveTo>
                  <a:pt x="1729921" y="6218929"/>
                </a:moveTo>
                <a:lnTo>
                  <a:pt x="1591423" y="6838999"/>
                </a:lnTo>
                <a:lnTo>
                  <a:pt x="1490479" y="6838999"/>
                </a:lnTo>
                <a:lnTo>
                  <a:pt x="1612195" y="6294158"/>
                </a:lnTo>
                <a:close/>
                <a:moveTo>
                  <a:pt x="7074899" y="6187710"/>
                </a:moveTo>
                <a:lnTo>
                  <a:pt x="7335619" y="6440500"/>
                </a:lnTo>
                <a:lnTo>
                  <a:pt x="6612797" y="6587348"/>
                </a:lnTo>
                <a:lnTo>
                  <a:pt x="6352014" y="6334622"/>
                </a:lnTo>
                <a:close/>
                <a:moveTo>
                  <a:pt x="5164749" y="6063342"/>
                </a:moveTo>
                <a:lnTo>
                  <a:pt x="5164749" y="6193726"/>
                </a:lnTo>
                <a:lnTo>
                  <a:pt x="5641416" y="6327023"/>
                </a:lnTo>
                <a:lnTo>
                  <a:pt x="5532049" y="6140027"/>
                </a:lnTo>
                <a:close/>
                <a:moveTo>
                  <a:pt x="4763251" y="6062708"/>
                </a:moveTo>
                <a:lnTo>
                  <a:pt x="4730701" y="6186190"/>
                </a:lnTo>
                <a:lnTo>
                  <a:pt x="4730764" y="6186190"/>
                </a:lnTo>
                <a:lnTo>
                  <a:pt x="5140304" y="6433344"/>
                </a:lnTo>
                <a:lnTo>
                  <a:pt x="5085272" y="6228491"/>
                </a:lnTo>
                <a:close/>
                <a:moveTo>
                  <a:pt x="4390441" y="5960250"/>
                </a:moveTo>
                <a:lnTo>
                  <a:pt x="4329520" y="6068914"/>
                </a:lnTo>
                <a:lnTo>
                  <a:pt x="4329520" y="6068978"/>
                </a:lnTo>
                <a:lnTo>
                  <a:pt x="4648375" y="6406938"/>
                </a:lnTo>
                <a:lnTo>
                  <a:pt x="4648248" y="6198982"/>
                </a:lnTo>
                <a:close/>
                <a:moveTo>
                  <a:pt x="2184613" y="5948851"/>
                </a:moveTo>
                <a:lnTo>
                  <a:pt x="2056944" y="6634397"/>
                </a:lnTo>
                <a:lnTo>
                  <a:pt x="1892166" y="6738376"/>
                </a:lnTo>
                <a:lnTo>
                  <a:pt x="2019835" y="6052829"/>
                </a:lnTo>
                <a:close/>
                <a:moveTo>
                  <a:pt x="5957547" y="5932577"/>
                </a:moveTo>
                <a:lnTo>
                  <a:pt x="5957484" y="5932641"/>
                </a:lnTo>
                <a:lnTo>
                  <a:pt x="5568335" y="5955944"/>
                </a:lnTo>
                <a:lnTo>
                  <a:pt x="5602722" y="6084429"/>
                </a:lnTo>
                <a:lnTo>
                  <a:pt x="6116753" y="6087405"/>
                </a:lnTo>
                <a:close/>
                <a:moveTo>
                  <a:pt x="8149696" y="5897559"/>
                </a:moveTo>
                <a:lnTo>
                  <a:pt x="8377612" y="6020851"/>
                </a:lnTo>
                <a:lnTo>
                  <a:pt x="8377612" y="6061632"/>
                </a:lnTo>
                <a:lnTo>
                  <a:pt x="7665050" y="6372426"/>
                </a:lnTo>
                <a:lnTo>
                  <a:pt x="7395401" y="6226591"/>
                </a:lnTo>
                <a:close/>
                <a:moveTo>
                  <a:pt x="3315201" y="5868430"/>
                </a:moveTo>
                <a:lnTo>
                  <a:pt x="3415893" y="6475645"/>
                </a:lnTo>
                <a:lnTo>
                  <a:pt x="3198362" y="6704308"/>
                </a:lnTo>
                <a:lnTo>
                  <a:pt x="3097671" y="6097094"/>
                </a:lnTo>
                <a:close/>
                <a:moveTo>
                  <a:pt x="4069814" y="5768568"/>
                </a:moveTo>
                <a:lnTo>
                  <a:pt x="3986158" y="5856019"/>
                </a:lnTo>
                <a:lnTo>
                  <a:pt x="4198179" y="6256987"/>
                </a:lnTo>
                <a:lnTo>
                  <a:pt x="4249854" y="6060049"/>
                </a:lnTo>
                <a:close/>
                <a:moveTo>
                  <a:pt x="2639306" y="5678837"/>
                </a:moveTo>
                <a:lnTo>
                  <a:pt x="2546657" y="6321894"/>
                </a:lnTo>
                <a:lnTo>
                  <a:pt x="2334763" y="6454494"/>
                </a:lnTo>
                <a:lnTo>
                  <a:pt x="2427411" y="5811438"/>
                </a:lnTo>
                <a:close/>
                <a:moveTo>
                  <a:pt x="555320" y="5619123"/>
                </a:moveTo>
                <a:lnTo>
                  <a:pt x="136977" y="6330063"/>
                </a:lnTo>
                <a:lnTo>
                  <a:pt x="110634" y="6341018"/>
                </a:lnTo>
                <a:lnTo>
                  <a:pt x="529039" y="5630078"/>
                </a:lnTo>
                <a:close/>
                <a:moveTo>
                  <a:pt x="6330040" y="5613741"/>
                </a:moveTo>
                <a:lnTo>
                  <a:pt x="5945262" y="5741465"/>
                </a:lnTo>
                <a:lnTo>
                  <a:pt x="6013710" y="5858790"/>
                </a:lnTo>
                <a:lnTo>
                  <a:pt x="6013655" y="5858805"/>
                </a:lnTo>
                <a:lnTo>
                  <a:pt x="6013719" y="5858805"/>
                </a:lnTo>
                <a:lnTo>
                  <a:pt x="6013710" y="5858790"/>
                </a:lnTo>
                <a:lnTo>
                  <a:pt x="6530852" y="5723418"/>
                </a:lnTo>
                <a:close/>
                <a:moveTo>
                  <a:pt x="7519966" y="5564348"/>
                </a:moveTo>
                <a:lnTo>
                  <a:pt x="7848636" y="5743175"/>
                </a:lnTo>
                <a:lnTo>
                  <a:pt x="7161278" y="6082466"/>
                </a:lnTo>
                <a:lnTo>
                  <a:pt x="6832608" y="5903702"/>
                </a:lnTo>
                <a:close/>
                <a:moveTo>
                  <a:pt x="3819669" y="5505710"/>
                </a:moveTo>
                <a:lnTo>
                  <a:pt x="3720182" y="5567324"/>
                </a:lnTo>
                <a:lnTo>
                  <a:pt x="3817326" y="6000841"/>
                </a:lnTo>
                <a:lnTo>
                  <a:pt x="3817390" y="6000778"/>
                </a:lnTo>
                <a:lnTo>
                  <a:pt x="3914344" y="5827396"/>
                </a:lnTo>
                <a:close/>
                <a:moveTo>
                  <a:pt x="1044842" y="5478797"/>
                </a:moveTo>
                <a:lnTo>
                  <a:pt x="669499" y="6158328"/>
                </a:lnTo>
                <a:lnTo>
                  <a:pt x="592303" y="6184481"/>
                </a:lnTo>
                <a:lnTo>
                  <a:pt x="967646" y="5504950"/>
                </a:lnTo>
                <a:close/>
                <a:moveTo>
                  <a:pt x="3093935" y="5408824"/>
                </a:moveTo>
                <a:lnTo>
                  <a:pt x="3036307" y="6009390"/>
                </a:lnTo>
                <a:lnTo>
                  <a:pt x="2777360" y="6170676"/>
                </a:lnTo>
                <a:lnTo>
                  <a:pt x="2834988" y="5570110"/>
                </a:lnTo>
                <a:close/>
                <a:moveTo>
                  <a:pt x="1534301" y="5338470"/>
                </a:moveTo>
                <a:lnTo>
                  <a:pt x="1202084" y="5986656"/>
                </a:lnTo>
                <a:lnTo>
                  <a:pt x="1074036" y="6028006"/>
                </a:lnTo>
                <a:lnTo>
                  <a:pt x="1406253" y="5379821"/>
                </a:lnTo>
                <a:close/>
                <a:moveTo>
                  <a:pt x="6620271" y="5199221"/>
                </a:moveTo>
                <a:lnTo>
                  <a:pt x="6267409" y="5428644"/>
                </a:lnTo>
                <a:lnTo>
                  <a:pt x="6367150" y="5525847"/>
                </a:lnTo>
                <a:lnTo>
                  <a:pt x="6850973" y="5253236"/>
                </a:lnTo>
                <a:close/>
                <a:moveTo>
                  <a:pt x="2023823" y="5198081"/>
                </a:moveTo>
                <a:lnTo>
                  <a:pt x="1734670" y="5814921"/>
                </a:lnTo>
                <a:lnTo>
                  <a:pt x="1555769" y="5871533"/>
                </a:lnTo>
                <a:lnTo>
                  <a:pt x="1844923" y="5254693"/>
                </a:lnTo>
                <a:close/>
                <a:moveTo>
                  <a:pt x="3652738" y="5193332"/>
                </a:moveTo>
                <a:lnTo>
                  <a:pt x="3545017" y="5226450"/>
                </a:lnTo>
                <a:lnTo>
                  <a:pt x="3527349" y="5661614"/>
                </a:lnTo>
                <a:lnTo>
                  <a:pt x="3660590" y="5521984"/>
                </a:lnTo>
                <a:close/>
                <a:moveTo>
                  <a:pt x="8377612" y="5103475"/>
                </a:moveTo>
                <a:lnTo>
                  <a:pt x="8377612" y="5417753"/>
                </a:lnTo>
                <a:lnTo>
                  <a:pt x="8161538" y="5587524"/>
                </a:lnTo>
                <a:lnTo>
                  <a:pt x="7852183" y="5516348"/>
                </a:lnTo>
                <a:close/>
                <a:moveTo>
                  <a:pt x="2513347" y="5057755"/>
                </a:moveTo>
                <a:lnTo>
                  <a:pt x="2267256" y="5643249"/>
                </a:lnTo>
                <a:lnTo>
                  <a:pt x="2037503" y="5715059"/>
                </a:lnTo>
                <a:lnTo>
                  <a:pt x="2283531" y="5129628"/>
                </a:lnTo>
                <a:close/>
                <a:moveTo>
                  <a:pt x="3002806" y="4917428"/>
                </a:moveTo>
                <a:lnTo>
                  <a:pt x="2799841" y="5471514"/>
                </a:lnTo>
                <a:lnTo>
                  <a:pt x="2519173" y="5558585"/>
                </a:lnTo>
                <a:lnTo>
                  <a:pt x="2722201" y="5004499"/>
                </a:lnTo>
                <a:close/>
                <a:moveTo>
                  <a:pt x="3575415" y="4855118"/>
                </a:moveTo>
                <a:lnTo>
                  <a:pt x="3467125" y="4859170"/>
                </a:lnTo>
                <a:lnTo>
                  <a:pt x="3342432" y="5266788"/>
                </a:lnTo>
                <a:lnTo>
                  <a:pt x="3500942" y="5168382"/>
                </a:lnTo>
                <a:close/>
                <a:moveTo>
                  <a:pt x="7802471" y="4830421"/>
                </a:moveTo>
                <a:lnTo>
                  <a:pt x="8179904" y="4918125"/>
                </a:lnTo>
                <a:lnTo>
                  <a:pt x="7578988" y="5437446"/>
                </a:lnTo>
                <a:lnTo>
                  <a:pt x="7201618" y="5349679"/>
                </a:lnTo>
                <a:close/>
                <a:moveTo>
                  <a:pt x="7048366" y="4703900"/>
                </a:moveTo>
                <a:lnTo>
                  <a:pt x="6802338" y="4712765"/>
                </a:lnTo>
                <a:lnTo>
                  <a:pt x="6802401" y="4712828"/>
                </a:lnTo>
                <a:lnTo>
                  <a:pt x="6508498" y="5033818"/>
                </a:lnTo>
                <a:lnTo>
                  <a:pt x="6634330" y="5102715"/>
                </a:lnTo>
                <a:close/>
                <a:moveTo>
                  <a:pt x="3486250" y="4491637"/>
                </a:moveTo>
                <a:lnTo>
                  <a:pt x="3268972" y="4845999"/>
                </a:lnTo>
                <a:lnTo>
                  <a:pt x="3269036" y="4846063"/>
                </a:lnTo>
                <a:lnTo>
                  <a:pt x="3440717" y="4793060"/>
                </a:lnTo>
                <a:lnTo>
                  <a:pt x="3587827" y="4515321"/>
                </a:lnTo>
                <a:close/>
                <a:moveTo>
                  <a:pt x="592683" y="4472450"/>
                </a:moveTo>
                <a:lnTo>
                  <a:pt x="27168" y="5039517"/>
                </a:lnTo>
                <a:lnTo>
                  <a:pt x="0" y="5043190"/>
                </a:lnTo>
                <a:lnTo>
                  <a:pt x="565516" y="4476123"/>
                </a:lnTo>
                <a:close/>
                <a:moveTo>
                  <a:pt x="1082269" y="4463774"/>
                </a:moveTo>
                <a:lnTo>
                  <a:pt x="564566" y="5012034"/>
                </a:lnTo>
                <a:lnTo>
                  <a:pt x="486356" y="5017227"/>
                </a:lnTo>
                <a:lnTo>
                  <a:pt x="1004059" y="4468967"/>
                </a:lnTo>
                <a:close/>
                <a:moveTo>
                  <a:pt x="1571791" y="4455036"/>
                </a:moveTo>
                <a:lnTo>
                  <a:pt x="1101900" y="4984552"/>
                </a:lnTo>
                <a:lnTo>
                  <a:pt x="972712" y="4991264"/>
                </a:lnTo>
                <a:lnTo>
                  <a:pt x="1442603" y="4461748"/>
                </a:lnTo>
                <a:close/>
                <a:moveTo>
                  <a:pt x="2061377" y="4446360"/>
                </a:moveTo>
                <a:lnTo>
                  <a:pt x="1639298" y="4957132"/>
                </a:lnTo>
                <a:lnTo>
                  <a:pt x="1459068" y="4965301"/>
                </a:lnTo>
                <a:lnTo>
                  <a:pt x="1881083" y="4454592"/>
                </a:lnTo>
                <a:close/>
                <a:moveTo>
                  <a:pt x="2550900" y="4437685"/>
                </a:moveTo>
                <a:lnTo>
                  <a:pt x="2176633" y="4929650"/>
                </a:lnTo>
                <a:lnTo>
                  <a:pt x="1945361" y="4939402"/>
                </a:lnTo>
                <a:lnTo>
                  <a:pt x="2319627" y="4447374"/>
                </a:lnTo>
                <a:close/>
                <a:moveTo>
                  <a:pt x="3040486" y="4428946"/>
                </a:moveTo>
                <a:lnTo>
                  <a:pt x="2714032" y="4902167"/>
                </a:lnTo>
                <a:lnTo>
                  <a:pt x="2431717" y="4913439"/>
                </a:lnTo>
                <a:lnTo>
                  <a:pt x="2758171" y="4440218"/>
                </a:lnTo>
                <a:close/>
                <a:moveTo>
                  <a:pt x="8377612" y="4361190"/>
                </a:moveTo>
                <a:lnTo>
                  <a:pt x="8377612" y="4683509"/>
                </a:lnTo>
                <a:lnTo>
                  <a:pt x="8123605" y="4693705"/>
                </a:lnTo>
                <a:close/>
                <a:moveTo>
                  <a:pt x="3595426" y="4148357"/>
                </a:moveTo>
                <a:lnTo>
                  <a:pt x="3305449" y="4428820"/>
                </a:lnTo>
                <a:lnTo>
                  <a:pt x="3478080" y="4422234"/>
                </a:lnTo>
                <a:lnTo>
                  <a:pt x="3683832" y="4196547"/>
                </a:lnTo>
                <a:close/>
                <a:moveTo>
                  <a:pt x="7101561" y="4109603"/>
                </a:moveTo>
                <a:lnTo>
                  <a:pt x="7101546" y="4109627"/>
                </a:lnTo>
                <a:lnTo>
                  <a:pt x="6856800" y="4184579"/>
                </a:lnTo>
                <a:lnTo>
                  <a:pt x="6646299" y="4579911"/>
                </a:lnTo>
                <a:lnTo>
                  <a:pt x="6790939" y="4613916"/>
                </a:lnTo>
                <a:lnTo>
                  <a:pt x="7101546" y="4109627"/>
                </a:lnTo>
                <a:lnTo>
                  <a:pt x="7101624" y="4109603"/>
                </a:lnTo>
                <a:close/>
                <a:moveTo>
                  <a:pt x="8294843" y="4016073"/>
                </a:moveTo>
                <a:lnTo>
                  <a:pt x="7828309" y="4689461"/>
                </a:lnTo>
                <a:lnTo>
                  <a:pt x="7425988" y="4704596"/>
                </a:lnTo>
                <a:lnTo>
                  <a:pt x="7892523" y="4031207"/>
                </a:lnTo>
                <a:close/>
                <a:moveTo>
                  <a:pt x="2932006" y="3914945"/>
                </a:moveTo>
                <a:lnTo>
                  <a:pt x="3197032" y="3975926"/>
                </a:lnTo>
                <a:lnTo>
                  <a:pt x="2776030" y="4341243"/>
                </a:lnTo>
                <a:lnTo>
                  <a:pt x="2511067" y="4280262"/>
                </a:lnTo>
                <a:close/>
                <a:moveTo>
                  <a:pt x="3782306" y="3851051"/>
                </a:moveTo>
                <a:lnTo>
                  <a:pt x="3782306" y="3851114"/>
                </a:lnTo>
                <a:lnTo>
                  <a:pt x="3443123" y="4043113"/>
                </a:lnTo>
                <a:lnTo>
                  <a:pt x="3605116" y="4080664"/>
                </a:lnTo>
                <a:lnTo>
                  <a:pt x="3852410" y="3919124"/>
                </a:lnTo>
                <a:close/>
                <a:moveTo>
                  <a:pt x="2522973" y="3810460"/>
                </a:moveTo>
                <a:lnTo>
                  <a:pt x="2740187" y="3859979"/>
                </a:lnTo>
                <a:lnTo>
                  <a:pt x="2270106" y="4230869"/>
                </a:lnTo>
                <a:lnTo>
                  <a:pt x="2052892" y="4181413"/>
                </a:lnTo>
                <a:close/>
                <a:moveTo>
                  <a:pt x="2113876" y="3706038"/>
                </a:moveTo>
                <a:lnTo>
                  <a:pt x="2283277" y="3743969"/>
                </a:lnTo>
                <a:lnTo>
                  <a:pt x="1764181" y="4120558"/>
                </a:lnTo>
                <a:lnTo>
                  <a:pt x="1594716" y="4082626"/>
                </a:lnTo>
                <a:close/>
                <a:moveTo>
                  <a:pt x="4029854" y="3616815"/>
                </a:moveTo>
                <a:lnTo>
                  <a:pt x="3667050" y="3712624"/>
                </a:lnTo>
                <a:lnTo>
                  <a:pt x="3808144" y="3789310"/>
                </a:lnTo>
                <a:lnTo>
                  <a:pt x="4078046" y="3699136"/>
                </a:lnTo>
                <a:lnTo>
                  <a:pt x="4029854" y="3616878"/>
                </a:lnTo>
                <a:close/>
                <a:moveTo>
                  <a:pt x="1704780" y="3601554"/>
                </a:moveTo>
                <a:lnTo>
                  <a:pt x="1826432" y="3628023"/>
                </a:lnTo>
                <a:lnTo>
                  <a:pt x="1258257" y="4010248"/>
                </a:lnTo>
                <a:lnTo>
                  <a:pt x="1136541" y="3983778"/>
                </a:lnTo>
                <a:close/>
                <a:moveTo>
                  <a:pt x="6998147" y="3509607"/>
                </a:moveTo>
                <a:lnTo>
                  <a:pt x="6772004" y="3649363"/>
                </a:lnTo>
                <a:lnTo>
                  <a:pt x="6664917" y="4095545"/>
                </a:lnTo>
                <a:lnTo>
                  <a:pt x="6819183" y="4090162"/>
                </a:lnTo>
                <a:lnTo>
                  <a:pt x="6998084" y="3509671"/>
                </a:lnTo>
                <a:close/>
                <a:moveTo>
                  <a:pt x="1295683" y="3497132"/>
                </a:moveTo>
                <a:lnTo>
                  <a:pt x="1369586" y="3512013"/>
                </a:lnTo>
                <a:lnTo>
                  <a:pt x="752268" y="3899873"/>
                </a:lnTo>
                <a:lnTo>
                  <a:pt x="678365" y="3884992"/>
                </a:lnTo>
                <a:close/>
                <a:moveTo>
                  <a:pt x="3224262" y="3461671"/>
                </a:moveTo>
                <a:lnTo>
                  <a:pt x="3455155" y="3586610"/>
                </a:lnTo>
                <a:lnTo>
                  <a:pt x="2973295" y="3825785"/>
                </a:lnTo>
                <a:lnTo>
                  <a:pt x="2742339" y="3700783"/>
                </a:lnTo>
                <a:close/>
                <a:moveTo>
                  <a:pt x="3957344" y="3456542"/>
                </a:moveTo>
                <a:lnTo>
                  <a:pt x="4069307" y="3564952"/>
                </a:lnTo>
                <a:lnTo>
                  <a:pt x="4342376" y="3548045"/>
                </a:lnTo>
                <a:lnTo>
                  <a:pt x="4318058" y="3457935"/>
                </a:lnTo>
                <a:lnTo>
                  <a:pt x="4318121" y="3457871"/>
                </a:lnTo>
                <a:close/>
                <a:moveTo>
                  <a:pt x="886586" y="3392648"/>
                </a:moveTo>
                <a:lnTo>
                  <a:pt x="912741" y="3396068"/>
                </a:lnTo>
                <a:lnTo>
                  <a:pt x="246345" y="3789563"/>
                </a:lnTo>
                <a:lnTo>
                  <a:pt x="220255" y="3786144"/>
                </a:lnTo>
                <a:close/>
                <a:moveTo>
                  <a:pt x="8377612" y="3340344"/>
                </a:moveTo>
                <a:lnTo>
                  <a:pt x="8377612" y="3748466"/>
                </a:lnTo>
                <a:lnTo>
                  <a:pt x="8179017" y="3810080"/>
                </a:lnTo>
                <a:close/>
                <a:moveTo>
                  <a:pt x="4290511" y="3287721"/>
                </a:moveTo>
                <a:lnTo>
                  <a:pt x="4367517" y="3418801"/>
                </a:lnTo>
                <a:lnTo>
                  <a:pt x="4625387" y="3472056"/>
                </a:lnTo>
                <a:lnTo>
                  <a:pt x="4625260" y="3380553"/>
                </a:lnTo>
                <a:close/>
                <a:moveTo>
                  <a:pt x="2870261" y="3258911"/>
                </a:moveTo>
                <a:lnTo>
                  <a:pt x="3059737" y="3360923"/>
                </a:lnTo>
                <a:lnTo>
                  <a:pt x="2530825" y="3592878"/>
                </a:lnTo>
                <a:lnTo>
                  <a:pt x="2341412" y="3490927"/>
                </a:lnTo>
                <a:close/>
                <a:moveTo>
                  <a:pt x="4641916" y="3212429"/>
                </a:moveTo>
                <a:lnTo>
                  <a:pt x="4680862" y="3356110"/>
                </a:lnTo>
                <a:lnTo>
                  <a:pt x="4680862" y="3356046"/>
                </a:lnTo>
                <a:lnTo>
                  <a:pt x="4721645" y="3376943"/>
                </a:lnTo>
                <a:lnTo>
                  <a:pt x="4748433" y="3276387"/>
                </a:lnTo>
                <a:close/>
                <a:moveTo>
                  <a:pt x="3608408" y="3106554"/>
                </a:moveTo>
                <a:lnTo>
                  <a:pt x="3791805" y="3283480"/>
                </a:lnTo>
                <a:lnTo>
                  <a:pt x="3284741" y="3387646"/>
                </a:lnTo>
                <a:lnTo>
                  <a:pt x="3101344" y="3210722"/>
                </a:lnTo>
                <a:close/>
                <a:moveTo>
                  <a:pt x="8172114" y="3096359"/>
                </a:moveTo>
                <a:lnTo>
                  <a:pt x="7881250" y="3885372"/>
                </a:lnTo>
                <a:lnTo>
                  <a:pt x="7481146" y="4008601"/>
                </a:lnTo>
                <a:lnTo>
                  <a:pt x="7772010" y="3219588"/>
                </a:lnTo>
                <a:close/>
                <a:moveTo>
                  <a:pt x="2516324" y="3056211"/>
                </a:moveTo>
                <a:lnTo>
                  <a:pt x="2664257" y="3135177"/>
                </a:lnTo>
                <a:lnTo>
                  <a:pt x="2088355" y="3360037"/>
                </a:lnTo>
                <a:lnTo>
                  <a:pt x="1940422" y="3281137"/>
                </a:lnTo>
                <a:close/>
                <a:moveTo>
                  <a:pt x="6735844" y="2946469"/>
                </a:moveTo>
                <a:lnTo>
                  <a:pt x="6735781" y="2946531"/>
                </a:lnTo>
                <a:lnTo>
                  <a:pt x="6545544" y="3145052"/>
                </a:lnTo>
                <a:lnTo>
                  <a:pt x="6555803" y="3613459"/>
                </a:lnTo>
                <a:lnTo>
                  <a:pt x="6709373" y="3566599"/>
                </a:lnTo>
                <a:close/>
                <a:moveTo>
                  <a:pt x="2162385" y="2853512"/>
                </a:moveTo>
                <a:lnTo>
                  <a:pt x="2268838" y="2909426"/>
                </a:lnTo>
                <a:lnTo>
                  <a:pt x="1645948" y="3127198"/>
                </a:lnTo>
                <a:lnTo>
                  <a:pt x="1539494" y="3071283"/>
                </a:lnTo>
                <a:close/>
                <a:moveTo>
                  <a:pt x="3556733" y="2837743"/>
                </a:moveTo>
                <a:lnTo>
                  <a:pt x="4053665" y="2867760"/>
                </a:lnTo>
                <a:lnTo>
                  <a:pt x="4179940" y="3081857"/>
                </a:lnTo>
                <a:lnTo>
                  <a:pt x="3683008" y="3051843"/>
                </a:lnTo>
                <a:close/>
                <a:moveTo>
                  <a:pt x="3330146" y="2824762"/>
                </a:moveTo>
                <a:lnTo>
                  <a:pt x="3480739" y="2969394"/>
                </a:lnTo>
                <a:lnTo>
                  <a:pt x="2931752" y="3054882"/>
                </a:lnTo>
                <a:lnTo>
                  <a:pt x="2781159" y="2910314"/>
                </a:lnTo>
                <a:close/>
                <a:moveTo>
                  <a:pt x="1808447" y="2650810"/>
                </a:moveTo>
                <a:lnTo>
                  <a:pt x="1873358" y="2683675"/>
                </a:lnTo>
                <a:lnTo>
                  <a:pt x="1203478" y="2894357"/>
                </a:lnTo>
                <a:lnTo>
                  <a:pt x="1138567" y="2861491"/>
                </a:lnTo>
                <a:close/>
                <a:moveTo>
                  <a:pt x="4072536" y="2600024"/>
                </a:moveTo>
                <a:lnTo>
                  <a:pt x="4526595" y="2754536"/>
                </a:lnTo>
                <a:lnTo>
                  <a:pt x="4590619" y="2989341"/>
                </a:lnTo>
                <a:lnTo>
                  <a:pt x="4136560" y="2834831"/>
                </a:lnTo>
                <a:close/>
                <a:moveTo>
                  <a:pt x="3051822" y="2542972"/>
                </a:moveTo>
                <a:lnTo>
                  <a:pt x="3169611" y="2655244"/>
                </a:lnTo>
                <a:lnTo>
                  <a:pt x="2578764" y="2722114"/>
                </a:lnTo>
                <a:lnTo>
                  <a:pt x="2461038" y="2609840"/>
                </a:lnTo>
                <a:close/>
                <a:moveTo>
                  <a:pt x="3334136" y="2471985"/>
                </a:moveTo>
                <a:lnTo>
                  <a:pt x="3865328" y="2530307"/>
                </a:lnTo>
                <a:lnTo>
                  <a:pt x="3969186" y="2705459"/>
                </a:lnTo>
                <a:lnTo>
                  <a:pt x="3438057" y="2647136"/>
                </a:lnTo>
                <a:close/>
                <a:moveTo>
                  <a:pt x="6323644" y="2462165"/>
                </a:moveTo>
                <a:lnTo>
                  <a:pt x="6323662" y="2462248"/>
                </a:lnTo>
                <a:lnTo>
                  <a:pt x="6185020" y="2709004"/>
                </a:lnTo>
                <a:lnTo>
                  <a:pt x="6318958" y="3167722"/>
                </a:lnTo>
                <a:lnTo>
                  <a:pt x="6460812" y="3080272"/>
                </a:lnTo>
                <a:lnTo>
                  <a:pt x="6323662" y="2462248"/>
                </a:lnTo>
                <a:lnTo>
                  <a:pt x="6323708" y="2462165"/>
                </a:lnTo>
                <a:close/>
                <a:moveTo>
                  <a:pt x="1454445" y="2448107"/>
                </a:moveTo>
                <a:lnTo>
                  <a:pt x="1477877" y="2457922"/>
                </a:lnTo>
                <a:lnTo>
                  <a:pt x="761071" y="2661508"/>
                </a:lnTo>
                <a:lnTo>
                  <a:pt x="737640" y="2651630"/>
                </a:lnTo>
                <a:close/>
                <a:moveTo>
                  <a:pt x="2773559" y="2261241"/>
                </a:moveTo>
                <a:lnTo>
                  <a:pt x="2858482" y="2341154"/>
                </a:lnTo>
                <a:lnTo>
                  <a:pt x="2225775" y="2389347"/>
                </a:lnTo>
                <a:lnTo>
                  <a:pt x="2140853" y="2309430"/>
                </a:lnTo>
                <a:close/>
                <a:moveTo>
                  <a:pt x="7806081" y="2223312"/>
                </a:moveTo>
                <a:lnTo>
                  <a:pt x="7722172" y="3078945"/>
                </a:lnTo>
                <a:lnTo>
                  <a:pt x="7352781" y="3308051"/>
                </a:lnTo>
                <a:lnTo>
                  <a:pt x="7436690" y="2452419"/>
                </a:lnTo>
                <a:close/>
                <a:moveTo>
                  <a:pt x="3956837" y="2197219"/>
                </a:moveTo>
                <a:lnTo>
                  <a:pt x="4435657" y="2387189"/>
                </a:lnTo>
                <a:lnTo>
                  <a:pt x="4488536" y="2579443"/>
                </a:lnTo>
                <a:lnTo>
                  <a:pt x="4009715" y="2389471"/>
                </a:lnTo>
                <a:close/>
                <a:moveTo>
                  <a:pt x="3111603" y="2106224"/>
                </a:moveTo>
                <a:lnTo>
                  <a:pt x="3676992" y="2192851"/>
                </a:lnTo>
                <a:lnTo>
                  <a:pt x="3758368" y="2329060"/>
                </a:lnTo>
                <a:lnTo>
                  <a:pt x="3192979" y="2242432"/>
                </a:lnTo>
                <a:close/>
                <a:moveTo>
                  <a:pt x="5781750" y="2095963"/>
                </a:moveTo>
                <a:lnTo>
                  <a:pt x="5707593" y="2376487"/>
                </a:lnTo>
                <a:lnTo>
                  <a:pt x="5963247" y="2792400"/>
                </a:lnTo>
                <a:lnTo>
                  <a:pt x="6082683" y="2668031"/>
                </a:lnTo>
                <a:close/>
                <a:moveTo>
                  <a:pt x="2495298" y="1979451"/>
                </a:moveTo>
                <a:lnTo>
                  <a:pt x="2547417" y="2027072"/>
                </a:lnTo>
                <a:lnTo>
                  <a:pt x="1872851" y="2056580"/>
                </a:lnTo>
                <a:lnTo>
                  <a:pt x="1820669" y="2008961"/>
                </a:lnTo>
                <a:close/>
                <a:moveTo>
                  <a:pt x="8377613" y="1857548"/>
                </a:moveTo>
                <a:lnTo>
                  <a:pt x="8377613" y="2230399"/>
                </a:lnTo>
                <a:lnTo>
                  <a:pt x="8303646" y="2736295"/>
                </a:lnTo>
                <a:lnTo>
                  <a:pt x="8001383" y="2924622"/>
                </a:lnTo>
                <a:lnTo>
                  <a:pt x="8135321" y="2008513"/>
                </a:lnTo>
                <a:close/>
                <a:moveTo>
                  <a:pt x="3841137" y="1794411"/>
                </a:moveTo>
                <a:lnTo>
                  <a:pt x="4344718" y="2019845"/>
                </a:lnTo>
                <a:lnTo>
                  <a:pt x="4386451" y="2169480"/>
                </a:lnTo>
                <a:lnTo>
                  <a:pt x="3882870" y="1944046"/>
                </a:lnTo>
                <a:close/>
                <a:moveTo>
                  <a:pt x="2889006" y="1740524"/>
                </a:moveTo>
                <a:lnTo>
                  <a:pt x="3488655" y="1855394"/>
                </a:lnTo>
                <a:lnTo>
                  <a:pt x="3547613" y="1952660"/>
                </a:lnTo>
                <a:lnTo>
                  <a:pt x="2947964" y="1837790"/>
                </a:lnTo>
                <a:close/>
                <a:moveTo>
                  <a:pt x="2216973" y="1697653"/>
                </a:moveTo>
                <a:lnTo>
                  <a:pt x="2236289" y="1712914"/>
                </a:lnTo>
                <a:lnTo>
                  <a:pt x="1519863" y="1723806"/>
                </a:lnTo>
                <a:lnTo>
                  <a:pt x="1500548" y="1708545"/>
                </a:lnTo>
                <a:close/>
                <a:moveTo>
                  <a:pt x="4596319" y="1684169"/>
                </a:moveTo>
                <a:lnTo>
                  <a:pt x="5007949" y="2025486"/>
                </a:lnTo>
                <a:lnTo>
                  <a:pt x="5009468" y="2177779"/>
                </a:lnTo>
                <a:lnTo>
                  <a:pt x="4597839" y="1836527"/>
                </a:lnTo>
                <a:close/>
                <a:moveTo>
                  <a:pt x="7207825" y="1461648"/>
                </a:moveTo>
                <a:lnTo>
                  <a:pt x="7349425" y="2327223"/>
                </a:lnTo>
                <a:lnTo>
                  <a:pt x="7038867" y="2652392"/>
                </a:lnTo>
                <a:lnTo>
                  <a:pt x="6897266" y="1786755"/>
                </a:lnTo>
                <a:close/>
                <a:moveTo>
                  <a:pt x="3725438" y="1391544"/>
                </a:moveTo>
                <a:lnTo>
                  <a:pt x="4253780" y="1652503"/>
                </a:lnTo>
                <a:lnTo>
                  <a:pt x="4284367" y="1759584"/>
                </a:lnTo>
                <a:lnTo>
                  <a:pt x="3756025" y="1498625"/>
                </a:lnTo>
                <a:close/>
                <a:moveTo>
                  <a:pt x="2666409" y="1374763"/>
                </a:moveTo>
                <a:lnTo>
                  <a:pt x="3300319" y="1517939"/>
                </a:lnTo>
                <a:lnTo>
                  <a:pt x="3336859" y="1576260"/>
                </a:lnTo>
                <a:lnTo>
                  <a:pt x="2702949" y="1433084"/>
                </a:lnTo>
                <a:close/>
                <a:moveTo>
                  <a:pt x="5247201" y="1300358"/>
                </a:moveTo>
                <a:lnTo>
                  <a:pt x="5828549" y="1919225"/>
                </a:lnTo>
                <a:lnTo>
                  <a:pt x="5826649" y="1926508"/>
                </a:lnTo>
                <a:lnTo>
                  <a:pt x="6025244" y="1573096"/>
                </a:lnTo>
                <a:lnTo>
                  <a:pt x="6411163" y="2306640"/>
                </a:lnTo>
                <a:lnTo>
                  <a:pt x="6407553" y="2313037"/>
                </a:lnTo>
                <a:lnTo>
                  <a:pt x="6679925" y="2028776"/>
                </a:lnTo>
                <a:lnTo>
                  <a:pt x="6855786" y="2821403"/>
                </a:lnTo>
                <a:lnTo>
                  <a:pt x="6850847" y="2826532"/>
                </a:lnTo>
                <a:lnTo>
                  <a:pt x="7174578" y="2626427"/>
                </a:lnTo>
                <a:lnTo>
                  <a:pt x="7140634" y="3421650"/>
                </a:lnTo>
                <a:lnTo>
                  <a:pt x="7134808" y="3425260"/>
                </a:lnTo>
                <a:lnTo>
                  <a:pt x="7485263" y="3317926"/>
                </a:lnTo>
                <a:lnTo>
                  <a:pt x="7255827" y="4062363"/>
                </a:lnTo>
                <a:lnTo>
                  <a:pt x="7249494" y="4064326"/>
                </a:lnTo>
                <a:lnTo>
                  <a:pt x="7601723" y="4051598"/>
                </a:lnTo>
                <a:lnTo>
                  <a:pt x="7203392" y="4698391"/>
                </a:lnTo>
                <a:lnTo>
                  <a:pt x="7197059" y="4698644"/>
                </a:lnTo>
                <a:lnTo>
                  <a:pt x="7527376" y="4775963"/>
                </a:lnTo>
                <a:lnTo>
                  <a:pt x="6996437" y="5287368"/>
                </a:lnTo>
                <a:lnTo>
                  <a:pt x="6990484" y="5285975"/>
                </a:lnTo>
                <a:lnTo>
                  <a:pt x="7277992" y="5443019"/>
                </a:lnTo>
                <a:lnTo>
                  <a:pt x="6657571" y="5792568"/>
                </a:lnTo>
                <a:lnTo>
                  <a:pt x="6652378" y="5789718"/>
                </a:lnTo>
                <a:lnTo>
                  <a:pt x="6880357" y="6011353"/>
                </a:lnTo>
                <a:lnTo>
                  <a:pt x="6217127" y="6184987"/>
                </a:lnTo>
                <a:lnTo>
                  <a:pt x="6213011" y="6180998"/>
                </a:lnTo>
                <a:lnTo>
                  <a:pt x="6369557" y="6448732"/>
                </a:lnTo>
                <a:lnTo>
                  <a:pt x="5710379" y="6444869"/>
                </a:lnTo>
                <a:lnTo>
                  <a:pt x="5710443" y="6444996"/>
                </a:lnTo>
                <a:lnTo>
                  <a:pt x="5707593" y="6440120"/>
                </a:lnTo>
                <a:lnTo>
                  <a:pt x="5786372" y="6733437"/>
                </a:lnTo>
                <a:lnTo>
                  <a:pt x="5175071" y="6562525"/>
                </a:lnTo>
                <a:lnTo>
                  <a:pt x="5173615" y="6557206"/>
                </a:lnTo>
                <a:lnTo>
                  <a:pt x="5173804" y="6839062"/>
                </a:lnTo>
                <a:lnTo>
                  <a:pt x="5173804" y="6854893"/>
                </a:lnTo>
                <a:lnTo>
                  <a:pt x="5147524" y="6839062"/>
                </a:lnTo>
                <a:lnTo>
                  <a:pt x="4648565" y="6537956"/>
                </a:lnTo>
                <a:lnTo>
                  <a:pt x="4648565" y="6532573"/>
                </a:lnTo>
                <a:lnTo>
                  <a:pt x="4574662" y="6814556"/>
                </a:lnTo>
                <a:lnTo>
                  <a:pt x="4165755" y="6381165"/>
                </a:lnTo>
                <a:lnTo>
                  <a:pt x="4167085" y="6376100"/>
                </a:lnTo>
                <a:lnTo>
                  <a:pt x="4028208" y="6624393"/>
                </a:lnTo>
                <a:lnTo>
                  <a:pt x="3756279" y="6110201"/>
                </a:lnTo>
                <a:lnTo>
                  <a:pt x="3758812" y="6105706"/>
                </a:lnTo>
                <a:lnTo>
                  <a:pt x="3568069" y="6305620"/>
                </a:lnTo>
                <a:lnTo>
                  <a:pt x="3443440" y="5749697"/>
                </a:lnTo>
                <a:lnTo>
                  <a:pt x="3446860" y="5746088"/>
                </a:lnTo>
                <a:lnTo>
                  <a:pt x="3219957" y="5886984"/>
                </a:lnTo>
                <a:lnTo>
                  <a:pt x="3242565" y="5328909"/>
                </a:lnTo>
                <a:lnTo>
                  <a:pt x="3246681" y="5326376"/>
                </a:lnTo>
                <a:lnTo>
                  <a:pt x="3000906" y="5402238"/>
                </a:lnTo>
                <a:lnTo>
                  <a:pt x="3160809" y="4879498"/>
                </a:lnTo>
                <a:lnTo>
                  <a:pt x="3165242" y="4878105"/>
                </a:lnTo>
                <a:lnTo>
                  <a:pt x="2918074" y="4887540"/>
                </a:lnTo>
                <a:lnTo>
                  <a:pt x="3196716" y="4433063"/>
                </a:lnTo>
                <a:lnTo>
                  <a:pt x="3201212" y="4432873"/>
                </a:lnTo>
                <a:lnTo>
                  <a:pt x="2969306" y="4379110"/>
                </a:lnTo>
                <a:lnTo>
                  <a:pt x="3341166" y="4019430"/>
                </a:lnTo>
                <a:lnTo>
                  <a:pt x="3345346" y="4020380"/>
                </a:lnTo>
                <a:lnTo>
                  <a:pt x="3143330" y="3910639"/>
                </a:lnTo>
                <a:lnTo>
                  <a:pt x="3578264" y="3664435"/>
                </a:lnTo>
                <a:lnTo>
                  <a:pt x="3581938" y="3666398"/>
                </a:lnTo>
                <a:lnTo>
                  <a:pt x="3421592" y="3511190"/>
                </a:lnTo>
                <a:lnTo>
                  <a:pt x="3886797" y="3388343"/>
                </a:lnTo>
                <a:lnTo>
                  <a:pt x="3889710" y="3391128"/>
                </a:lnTo>
                <a:lnTo>
                  <a:pt x="3779456" y="3203438"/>
                </a:lnTo>
                <a:lnTo>
                  <a:pt x="4242128" y="3205147"/>
                </a:lnTo>
                <a:lnTo>
                  <a:pt x="4244091" y="3208566"/>
                </a:lnTo>
                <a:lnTo>
                  <a:pt x="4188363" y="3002891"/>
                </a:lnTo>
                <a:lnTo>
                  <a:pt x="4617661" y="3121876"/>
                </a:lnTo>
                <a:lnTo>
                  <a:pt x="4618674" y="3125612"/>
                </a:lnTo>
                <a:lnTo>
                  <a:pt x="4618104" y="2916706"/>
                </a:lnTo>
                <a:lnTo>
                  <a:pt x="4813343" y="3033919"/>
                </a:lnTo>
                <a:lnTo>
                  <a:pt x="4847604" y="2905308"/>
                </a:lnTo>
                <a:lnTo>
                  <a:pt x="4611898" y="2744464"/>
                </a:lnTo>
                <a:lnTo>
                  <a:pt x="4610885" y="2505860"/>
                </a:lnTo>
                <a:lnTo>
                  <a:pt x="4889843" y="2696210"/>
                </a:lnTo>
                <a:lnTo>
                  <a:pt x="4931766" y="2538345"/>
                </a:lnTo>
                <a:lnTo>
                  <a:pt x="4604932" y="2290495"/>
                </a:lnTo>
                <a:lnTo>
                  <a:pt x="4603666" y="2095076"/>
                </a:lnTo>
                <a:lnTo>
                  <a:pt x="4974766" y="2376487"/>
                </a:lnTo>
                <a:lnTo>
                  <a:pt x="5049936" y="2093367"/>
                </a:lnTo>
                <a:lnTo>
                  <a:pt x="5506971" y="2518399"/>
                </a:lnTo>
                <a:lnTo>
                  <a:pt x="5594110" y="2363695"/>
                </a:lnTo>
                <a:lnTo>
                  <a:pt x="5104017" y="1841970"/>
                </a:lnTo>
                <a:close/>
                <a:moveTo>
                  <a:pt x="4589100" y="1273385"/>
                </a:moveTo>
                <a:lnTo>
                  <a:pt x="5014915" y="1654534"/>
                </a:lnTo>
                <a:lnTo>
                  <a:pt x="5016688" y="1763704"/>
                </a:lnTo>
                <a:lnTo>
                  <a:pt x="4590873" y="1382492"/>
                </a:lnTo>
                <a:close/>
                <a:moveTo>
                  <a:pt x="2443813" y="1009004"/>
                </a:moveTo>
                <a:lnTo>
                  <a:pt x="3111920" y="1180486"/>
                </a:lnTo>
                <a:lnTo>
                  <a:pt x="3126105" y="1199863"/>
                </a:lnTo>
                <a:lnTo>
                  <a:pt x="2457935" y="1028381"/>
                </a:lnTo>
                <a:close/>
                <a:moveTo>
                  <a:pt x="3609738" y="988739"/>
                </a:moveTo>
                <a:lnTo>
                  <a:pt x="4162841" y="1285159"/>
                </a:lnTo>
                <a:lnTo>
                  <a:pt x="4182283" y="1349686"/>
                </a:lnTo>
                <a:lnTo>
                  <a:pt x="3629180" y="1053203"/>
                </a:lnTo>
                <a:close/>
                <a:moveTo>
                  <a:pt x="7735787" y="894517"/>
                </a:moveTo>
                <a:lnTo>
                  <a:pt x="7843127" y="1833109"/>
                </a:lnTo>
                <a:lnTo>
                  <a:pt x="7589247" y="2100019"/>
                </a:lnTo>
                <a:lnTo>
                  <a:pt x="7481906" y="1161429"/>
                </a:lnTo>
                <a:close/>
                <a:moveTo>
                  <a:pt x="6405780" y="872226"/>
                </a:moveTo>
                <a:lnTo>
                  <a:pt x="6776563" y="1686955"/>
                </a:lnTo>
                <a:lnTo>
                  <a:pt x="6550420" y="2090899"/>
                </a:lnTo>
                <a:lnTo>
                  <a:pt x="6179637" y="1276171"/>
                </a:lnTo>
                <a:close/>
                <a:moveTo>
                  <a:pt x="4581944" y="862537"/>
                </a:moveTo>
                <a:lnTo>
                  <a:pt x="5021881" y="1283580"/>
                </a:lnTo>
                <a:lnTo>
                  <a:pt x="5023844" y="1349627"/>
                </a:lnTo>
                <a:lnTo>
                  <a:pt x="4583907" y="928521"/>
                </a:lnTo>
                <a:close/>
                <a:moveTo>
                  <a:pt x="3494038" y="585871"/>
                </a:moveTo>
                <a:lnTo>
                  <a:pt x="4071903" y="917816"/>
                </a:lnTo>
                <a:lnTo>
                  <a:pt x="4080199" y="939726"/>
                </a:lnTo>
                <a:lnTo>
                  <a:pt x="3502334" y="607844"/>
                </a:lnTo>
                <a:close/>
                <a:moveTo>
                  <a:pt x="5444466" y="507352"/>
                </a:moveTo>
                <a:lnTo>
                  <a:pt x="6032020" y="1210314"/>
                </a:lnTo>
                <a:lnTo>
                  <a:pt x="5911444" y="1669160"/>
                </a:lnTo>
                <a:lnTo>
                  <a:pt x="5323890" y="966198"/>
                </a:lnTo>
                <a:close/>
                <a:moveTo>
                  <a:pt x="4574725" y="451691"/>
                </a:moveTo>
                <a:lnTo>
                  <a:pt x="5028847" y="912627"/>
                </a:lnTo>
                <a:lnTo>
                  <a:pt x="5031064" y="935486"/>
                </a:lnTo>
                <a:lnTo>
                  <a:pt x="4577005" y="474551"/>
                </a:lnTo>
                <a:close/>
                <a:moveTo>
                  <a:pt x="8263686" y="327323"/>
                </a:moveTo>
                <a:lnTo>
                  <a:pt x="8336766" y="1338990"/>
                </a:lnTo>
                <a:lnTo>
                  <a:pt x="8139627" y="1547706"/>
                </a:lnTo>
                <a:lnTo>
                  <a:pt x="8066484" y="536039"/>
                </a:lnTo>
                <a:close/>
                <a:moveTo>
                  <a:pt x="6786379" y="171355"/>
                </a:moveTo>
                <a:lnTo>
                  <a:pt x="7142027" y="1067265"/>
                </a:lnTo>
                <a:lnTo>
                  <a:pt x="6957427" y="1398577"/>
                </a:lnTo>
                <a:lnTo>
                  <a:pt x="6601779" y="502667"/>
                </a:lnTo>
                <a:close/>
                <a:moveTo>
                  <a:pt x="7767324" y="2"/>
                </a:moveTo>
                <a:lnTo>
                  <a:pt x="7779166" y="2"/>
                </a:lnTo>
                <a:lnTo>
                  <a:pt x="7771566" y="13870"/>
                </a:lnTo>
                <a:close/>
                <a:moveTo>
                  <a:pt x="7118406" y="2"/>
                </a:moveTo>
                <a:lnTo>
                  <a:pt x="7351578" y="2"/>
                </a:lnTo>
                <a:lnTo>
                  <a:pt x="7507491" y="447513"/>
                </a:lnTo>
                <a:lnTo>
                  <a:pt x="7364497" y="706191"/>
                </a:lnTo>
                <a:close/>
                <a:moveTo>
                  <a:pt x="6304645" y="1"/>
                </a:moveTo>
                <a:lnTo>
                  <a:pt x="6385768" y="1"/>
                </a:lnTo>
                <a:lnTo>
                  <a:pt x="6363730" y="85742"/>
                </a:lnTo>
                <a:close/>
                <a:moveTo>
                  <a:pt x="5567385" y="0"/>
                </a:moveTo>
                <a:lnTo>
                  <a:pt x="5857299" y="0"/>
                </a:lnTo>
                <a:lnTo>
                  <a:pt x="6235555" y="501337"/>
                </a:lnTo>
                <a:lnTo>
                  <a:pt x="6137587" y="877482"/>
                </a:lnTo>
                <a:lnTo>
                  <a:pt x="5543827" y="9049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F214E23-4D5A-C225-A302-6C9C57B22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643127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FDD0999-C447-FB95-885F-11AEB8E0577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3908" y="1714110"/>
            <a:ext cx="1840546" cy="610478"/>
          </a:xfrm>
          <a:prstGeom prst="rect">
            <a:avLst/>
          </a:prstGeom>
        </p:spPr>
      </p:pic>
      <p:pic>
        <p:nvPicPr>
          <p:cNvPr id="10" name="Picture 9" descr="Text&#10;&#10;Description automatically generated">
            <a:extLst>
              <a:ext uri="{FF2B5EF4-FFF2-40B4-BE49-F238E27FC236}">
                <a16:creationId xmlns:a16="http://schemas.microsoft.com/office/drawing/2014/main" id="{C941124A-CF9A-BC00-61DB-5D6E5359718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411629" y="5850238"/>
            <a:ext cx="2396464" cy="63286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69DFD76-F8BE-B383-F2CB-FD881A7180E6}"/>
              </a:ext>
            </a:extLst>
          </p:cNvPr>
          <p:cNvSpPr txBox="1"/>
          <p:nvPr userDrawn="1"/>
        </p:nvSpPr>
        <p:spPr>
          <a:xfrm>
            <a:off x="383907" y="6267664"/>
            <a:ext cx="20054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jmangroup.com</a:t>
            </a:r>
            <a:endParaRPr lang="en-GB" sz="800" spc="55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5225CFFB-FF9E-47C5-8A38-CBE27EAF4C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3908" y="4082988"/>
            <a:ext cx="3519877" cy="3385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bg1"/>
                </a:solidFill>
              </a:defRPr>
            </a:lvl1pPr>
          </a:lstStyle>
          <a:p>
            <a:fld id="{F87D1B13-C418-4B54-A88F-089CED815103}" type="datetime3">
              <a:rPr lang="en-US" smtClean="0"/>
              <a:t>13 May 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52073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bg>
      <p:bgPr>
        <a:gradFill>
          <a:gsLst>
            <a:gs pos="0">
              <a:schemeClr val="bg2"/>
            </a:gs>
            <a:gs pos="10000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14E23-4D5A-C225-A302-6C9C57B22B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3908" y="2643127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Thank you</a:t>
            </a:r>
            <a:endParaRPr lang="en-US"/>
          </a:p>
        </p:txBody>
      </p:sp>
      <p:sp>
        <p:nvSpPr>
          <p:cNvPr id="3" name="bg object 17">
            <a:extLst>
              <a:ext uri="{FF2B5EF4-FFF2-40B4-BE49-F238E27FC236}">
                <a16:creationId xmlns:a16="http://schemas.microsoft.com/office/drawing/2014/main" id="{5AE8EB3F-06DA-9660-72EB-9FC6330A4F34}"/>
              </a:ext>
            </a:extLst>
          </p:cNvPr>
          <p:cNvSpPr/>
          <p:nvPr userDrawn="1"/>
        </p:nvSpPr>
        <p:spPr>
          <a:xfrm>
            <a:off x="3791345" y="1"/>
            <a:ext cx="8400655" cy="6858000"/>
          </a:xfrm>
          <a:custGeom>
            <a:avLst/>
            <a:gdLst/>
            <a:ahLst/>
            <a:cxnLst/>
            <a:rect l="l" t="t" r="r" b="b"/>
            <a:pathLst>
              <a:path w="13852525" h="11308715">
                <a:moveTo>
                  <a:pt x="13663594" y="541274"/>
                </a:moveTo>
                <a:lnTo>
                  <a:pt x="13337552" y="886374"/>
                </a:lnTo>
                <a:lnTo>
                  <a:pt x="13458406" y="2559160"/>
                </a:lnTo>
                <a:lnTo>
                  <a:pt x="13784438" y="2214071"/>
                </a:lnTo>
                <a:lnTo>
                  <a:pt x="13663594" y="541274"/>
                </a:lnTo>
                <a:close/>
              </a:path>
              <a:path w="13852525" h="11308715">
                <a:moveTo>
                  <a:pt x="12862427" y="0"/>
                </a:moveTo>
                <a:lnTo>
                  <a:pt x="12842864" y="0"/>
                </a:lnTo>
                <a:lnTo>
                  <a:pt x="12849922" y="22955"/>
                </a:lnTo>
                <a:lnTo>
                  <a:pt x="12862427" y="0"/>
                </a:lnTo>
                <a:close/>
              </a:path>
              <a:path w="13852525" h="11308715">
                <a:moveTo>
                  <a:pt x="1356744" y="11181556"/>
                </a:moveTo>
                <a:lnTo>
                  <a:pt x="1317802" y="11206956"/>
                </a:lnTo>
                <a:lnTo>
                  <a:pt x="1288384" y="11308556"/>
                </a:lnTo>
                <a:lnTo>
                  <a:pt x="1318869" y="11308556"/>
                </a:lnTo>
                <a:lnTo>
                  <a:pt x="1356744" y="11181556"/>
                </a:lnTo>
                <a:close/>
              </a:path>
              <a:path w="13852525" h="11308715">
                <a:moveTo>
                  <a:pt x="2108543" y="10737056"/>
                </a:moveTo>
                <a:lnTo>
                  <a:pt x="1991771" y="10813256"/>
                </a:lnTo>
                <a:lnTo>
                  <a:pt x="1863059" y="11308556"/>
                </a:lnTo>
                <a:lnTo>
                  <a:pt x="1960085" y="11308556"/>
                </a:lnTo>
                <a:lnTo>
                  <a:pt x="2108543" y="10737056"/>
                </a:lnTo>
                <a:close/>
              </a:path>
              <a:path w="13852525" h="11308715">
                <a:moveTo>
                  <a:pt x="2860321" y="10292556"/>
                </a:moveTo>
                <a:lnTo>
                  <a:pt x="2665698" y="10419556"/>
                </a:lnTo>
                <a:lnTo>
                  <a:pt x="2464479" y="11308556"/>
                </a:lnTo>
                <a:lnTo>
                  <a:pt x="2631287" y="11308556"/>
                </a:lnTo>
                <a:lnTo>
                  <a:pt x="2860321" y="10292556"/>
                </a:lnTo>
                <a:close/>
              </a:path>
              <a:path w="13852525" h="11308715">
                <a:moveTo>
                  <a:pt x="4206856" y="10991056"/>
                </a:moveTo>
                <a:lnTo>
                  <a:pt x="3978528" y="11232356"/>
                </a:lnTo>
                <a:lnTo>
                  <a:pt x="3984302" y="11308556"/>
                </a:lnTo>
                <a:lnTo>
                  <a:pt x="4230674" y="11308556"/>
                </a:lnTo>
                <a:lnTo>
                  <a:pt x="4206856" y="10991056"/>
                </a:lnTo>
                <a:close/>
              </a:path>
              <a:path w="13852525" h="11308715">
                <a:moveTo>
                  <a:pt x="4844187" y="10356056"/>
                </a:moveTo>
                <a:lnTo>
                  <a:pt x="4550207" y="10660856"/>
                </a:lnTo>
                <a:lnTo>
                  <a:pt x="4626194" y="11308556"/>
                </a:lnTo>
                <a:lnTo>
                  <a:pt x="4956321" y="11308556"/>
                </a:lnTo>
                <a:lnTo>
                  <a:pt x="4844187" y="10356056"/>
                </a:lnTo>
                <a:close/>
              </a:path>
              <a:path w="13852525" h="11308715">
                <a:moveTo>
                  <a:pt x="5579023" y="11168856"/>
                </a:moveTo>
                <a:lnTo>
                  <a:pt x="5495758" y="11308556"/>
                </a:lnTo>
                <a:lnTo>
                  <a:pt x="5639011" y="11308556"/>
                </a:lnTo>
                <a:lnTo>
                  <a:pt x="5579023" y="11168856"/>
                </a:lnTo>
                <a:close/>
              </a:path>
              <a:path w="13852525" h="11308715">
                <a:moveTo>
                  <a:pt x="6049721" y="10356056"/>
                </a:moveTo>
                <a:lnTo>
                  <a:pt x="5788221" y="10825956"/>
                </a:lnTo>
                <a:lnTo>
                  <a:pt x="6010322" y="11308556"/>
                </a:lnTo>
                <a:lnTo>
                  <a:pt x="6481959" y="11308556"/>
                </a:lnTo>
                <a:lnTo>
                  <a:pt x="6049721" y="10356056"/>
                </a:lnTo>
                <a:close/>
              </a:path>
              <a:path w="13852525" h="11308715">
                <a:moveTo>
                  <a:pt x="6792159" y="10851356"/>
                </a:moveTo>
                <a:lnTo>
                  <a:pt x="6670546" y="11308556"/>
                </a:lnTo>
                <a:lnTo>
                  <a:pt x="7184035" y="11308556"/>
                </a:lnTo>
                <a:lnTo>
                  <a:pt x="6792159" y="10851356"/>
                </a:lnTo>
                <a:close/>
              </a:path>
              <a:path w="13852525" h="11308715">
                <a:moveTo>
                  <a:pt x="7666782" y="11130756"/>
                </a:moveTo>
                <a:lnTo>
                  <a:pt x="7667177" y="11308556"/>
                </a:lnTo>
                <a:lnTo>
                  <a:pt x="7938091" y="11308556"/>
                </a:lnTo>
                <a:lnTo>
                  <a:pt x="7666782" y="11130756"/>
                </a:lnTo>
                <a:close/>
              </a:path>
              <a:path w="13852525" h="11308715">
                <a:moveTo>
                  <a:pt x="9478281" y="10813256"/>
                </a:moveTo>
                <a:lnTo>
                  <a:pt x="7686195" y="10813256"/>
                </a:lnTo>
                <a:lnTo>
                  <a:pt x="8511158" y="11308556"/>
                </a:lnTo>
                <a:lnTo>
                  <a:pt x="8554593" y="11308556"/>
                </a:lnTo>
                <a:lnTo>
                  <a:pt x="8554315" y="10851356"/>
                </a:lnTo>
                <a:lnTo>
                  <a:pt x="9488564" y="10851356"/>
                </a:lnTo>
                <a:lnTo>
                  <a:pt x="9478281" y="10813256"/>
                </a:lnTo>
                <a:close/>
              </a:path>
              <a:path w="13852525" h="11308715">
                <a:moveTo>
                  <a:pt x="8619486" y="11168856"/>
                </a:moveTo>
                <a:lnTo>
                  <a:pt x="8658631" y="11308556"/>
                </a:lnTo>
                <a:lnTo>
                  <a:pt x="9042097" y="11308556"/>
                </a:lnTo>
                <a:lnTo>
                  <a:pt x="8619486" y="11168856"/>
                </a:lnTo>
                <a:close/>
              </a:path>
              <a:path w="13852525" h="11308715">
                <a:moveTo>
                  <a:pt x="9587425" y="10952956"/>
                </a:moveTo>
                <a:lnTo>
                  <a:pt x="9799117" y="11308556"/>
                </a:lnTo>
                <a:lnTo>
                  <a:pt x="10926641" y="11308556"/>
                </a:lnTo>
                <a:lnTo>
                  <a:pt x="10757923" y="11029156"/>
                </a:lnTo>
                <a:lnTo>
                  <a:pt x="9587425" y="10952956"/>
                </a:lnTo>
                <a:close/>
              </a:path>
              <a:path w="13852525" h="11308715">
                <a:moveTo>
                  <a:pt x="12527880" y="11029156"/>
                </a:moveTo>
                <a:lnTo>
                  <a:pt x="11234160" y="11219656"/>
                </a:lnTo>
                <a:lnTo>
                  <a:pt x="11329752" y="11308556"/>
                </a:lnTo>
                <a:lnTo>
                  <a:pt x="12829487" y="11308556"/>
                </a:lnTo>
                <a:lnTo>
                  <a:pt x="12527880" y="11029156"/>
                </a:lnTo>
                <a:close/>
              </a:path>
              <a:path w="13852525" h="11308715">
                <a:moveTo>
                  <a:pt x="7638137" y="10546556"/>
                </a:moveTo>
                <a:lnTo>
                  <a:pt x="6890020" y="10546556"/>
                </a:lnTo>
                <a:lnTo>
                  <a:pt x="6887821" y="10559256"/>
                </a:lnTo>
                <a:lnTo>
                  <a:pt x="7563947" y="11270456"/>
                </a:lnTo>
                <a:lnTo>
                  <a:pt x="7686195" y="10813256"/>
                </a:lnTo>
                <a:lnTo>
                  <a:pt x="9478281" y="10813256"/>
                </a:lnTo>
                <a:lnTo>
                  <a:pt x="9437147" y="10660856"/>
                </a:lnTo>
                <a:lnTo>
                  <a:pt x="10524376" y="10660856"/>
                </a:lnTo>
                <a:lnTo>
                  <a:pt x="10516980" y="10648156"/>
                </a:lnTo>
                <a:lnTo>
                  <a:pt x="8499343" y="10648156"/>
                </a:lnTo>
                <a:lnTo>
                  <a:pt x="8414694" y="10597356"/>
                </a:lnTo>
                <a:lnTo>
                  <a:pt x="7686069" y="10597356"/>
                </a:lnTo>
                <a:lnTo>
                  <a:pt x="7638137" y="10546556"/>
                </a:lnTo>
                <a:close/>
              </a:path>
              <a:path w="13852525" h="11308715">
                <a:moveTo>
                  <a:pt x="3612099" y="9848056"/>
                </a:moveTo>
                <a:lnTo>
                  <a:pt x="3339678" y="10013156"/>
                </a:lnTo>
                <a:lnTo>
                  <a:pt x="3128616" y="11143456"/>
                </a:lnTo>
                <a:lnTo>
                  <a:pt x="3401069" y="10978356"/>
                </a:lnTo>
                <a:lnTo>
                  <a:pt x="3612099" y="9848056"/>
                </a:lnTo>
                <a:close/>
              </a:path>
              <a:path w="13852525" h="11308715">
                <a:moveTo>
                  <a:pt x="9488564" y="10851356"/>
                </a:moveTo>
                <a:lnTo>
                  <a:pt x="8556681" y="10851356"/>
                </a:lnTo>
                <a:lnTo>
                  <a:pt x="9567405" y="11143456"/>
                </a:lnTo>
                <a:lnTo>
                  <a:pt x="9488564" y="10851356"/>
                </a:lnTo>
                <a:close/>
              </a:path>
              <a:path w="13852525" h="11308715">
                <a:moveTo>
                  <a:pt x="5481518" y="9708356"/>
                </a:moveTo>
                <a:lnTo>
                  <a:pt x="5121885" y="10089356"/>
                </a:lnTo>
                <a:lnTo>
                  <a:pt x="5288310" y="11092656"/>
                </a:lnTo>
                <a:lnTo>
                  <a:pt x="5647953" y="10711656"/>
                </a:lnTo>
                <a:lnTo>
                  <a:pt x="5481518" y="9708356"/>
                </a:lnTo>
                <a:close/>
              </a:path>
              <a:path w="13852525" h="11308715">
                <a:moveTo>
                  <a:pt x="13851902" y="10571956"/>
                </a:moveTo>
                <a:lnTo>
                  <a:pt x="13158437" y="10838656"/>
                </a:lnTo>
                <a:lnTo>
                  <a:pt x="13506593" y="11029156"/>
                </a:lnTo>
                <a:lnTo>
                  <a:pt x="13851902" y="10889456"/>
                </a:lnTo>
                <a:lnTo>
                  <a:pt x="13851902" y="10571956"/>
                </a:lnTo>
                <a:close/>
              </a:path>
              <a:path w="13852525" h="11308715">
                <a:moveTo>
                  <a:pt x="6806761" y="10102056"/>
                </a:moveTo>
                <a:lnTo>
                  <a:pt x="6214962" y="10102056"/>
                </a:lnTo>
                <a:lnTo>
                  <a:pt x="6210816" y="10114756"/>
                </a:lnTo>
                <a:lnTo>
                  <a:pt x="6660446" y="10965656"/>
                </a:lnTo>
                <a:lnTo>
                  <a:pt x="6890020" y="10546556"/>
                </a:lnTo>
                <a:lnTo>
                  <a:pt x="7638137" y="10546556"/>
                </a:lnTo>
                <a:lnTo>
                  <a:pt x="7458393" y="10356056"/>
                </a:lnTo>
                <a:lnTo>
                  <a:pt x="6941610" y="10356056"/>
                </a:lnTo>
                <a:lnTo>
                  <a:pt x="6806761" y="10102056"/>
                </a:lnTo>
                <a:close/>
              </a:path>
              <a:path w="13852525" h="11308715">
                <a:moveTo>
                  <a:pt x="11697937" y="10241756"/>
                </a:moveTo>
                <a:lnTo>
                  <a:pt x="10502769" y="10483056"/>
                </a:lnTo>
                <a:lnTo>
                  <a:pt x="10933949" y="10902156"/>
                </a:lnTo>
                <a:lnTo>
                  <a:pt x="12129107" y="10660856"/>
                </a:lnTo>
                <a:lnTo>
                  <a:pt x="11697937" y="10241756"/>
                </a:lnTo>
                <a:close/>
              </a:path>
              <a:path w="13852525" h="11308715">
                <a:moveTo>
                  <a:pt x="4363898" y="9390856"/>
                </a:moveTo>
                <a:lnTo>
                  <a:pt x="4013595" y="9619456"/>
                </a:lnTo>
                <a:lnTo>
                  <a:pt x="3860447" y="10673556"/>
                </a:lnTo>
                <a:lnTo>
                  <a:pt x="4210719" y="10457656"/>
                </a:lnTo>
                <a:lnTo>
                  <a:pt x="4363898" y="9390856"/>
                </a:lnTo>
                <a:close/>
              </a:path>
              <a:path w="13852525" h="11308715">
                <a:moveTo>
                  <a:pt x="10524376" y="10660856"/>
                </a:moveTo>
                <a:lnTo>
                  <a:pt x="9441827" y="10660856"/>
                </a:lnTo>
                <a:lnTo>
                  <a:pt x="10531773" y="10673556"/>
                </a:lnTo>
                <a:lnTo>
                  <a:pt x="10524376" y="10660856"/>
                </a:lnTo>
                <a:close/>
              </a:path>
              <a:path w="13852525" h="11308715">
                <a:moveTo>
                  <a:pt x="9253203" y="10025856"/>
                </a:moveTo>
                <a:lnTo>
                  <a:pt x="7875927" y="10025856"/>
                </a:lnTo>
                <a:lnTo>
                  <a:pt x="8408372" y="10305256"/>
                </a:lnTo>
                <a:lnTo>
                  <a:pt x="8499343" y="10648156"/>
                </a:lnTo>
                <a:lnTo>
                  <a:pt x="10516980" y="10648156"/>
                </a:lnTo>
                <a:lnTo>
                  <a:pt x="10413427" y="10470356"/>
                </a:lnTo>
                <a:lnTo>
                  <a:pt x="9327893" y="10470356"/>
                </a:lnTo>
                <a:lnTo>
                  <a:pt x="8539708" y="10241756"/>
                </a:lnTo>
                <a:lnTo>
                  <a:pt x="8539834" y="10038556"/>
                </a:lnTo>
                <a:lnTo>
                  <a:pt x="9256753" y="10038556"/>
                </a:lnTo>
                <a:lnTo>
                  <a:pt x="9253203" y="10025856"/>
                </a:lnTo>
                <a:close/>
              </a:path>
              <a:path w="13852525" h="11308715">
                <a:moveTo>
                  <a:pt x="9207049" y="9860756"/>
                </a:moveTo>
                <a:lnTo>
                  <a:pt x="7259580" y="9860756"/>
                </a:lnTo>
                <a:lnTo>
                  <a:pt x="7685860" y="10254456"/>
                </a:lnTo>
                <a:lnTo>
                  <a:pt x="7686069" y="10597356"/>
                </a:lnTo>
                <a:lnTo>
                  <a:pt x="8414694" y="10597356"/>
                </a:lnTo>
                <a:lnTo>
                  <a:pt x="7822149" y="10241756"/>
                </a:lnTo>
                <a:lnTo>
                  <a:pt x="7875927" y="10025856"/>
                </a:lnTo>
                <a:lnTo>
                  <a:pt x="9253203" y="10025856"/>
                </a:lnTo>
                <a:lnTo>
                  <a:pt x="9207049" y="9860756"/>
                </a:lnTo>
                <a:close/>
              </a:path>
              <a:path w="13852525" h="11308715">
                <a:moveTo>
                  <a:pt x="13475066" y="9759156"/>
                </a:moveTo>
                <a:lnTo>
                  <a:pt x="12227920" y="10305256"/>
                </a:lnTo>
                <a:lnTo>
                  <a:pt x="12673708" y="10546556"/>
                </a:lnTo>
                <a:lnTo>
                  <a:pt x="13851902" y="10025856"/>
                </a:lnTo>
                <a:lnTo>
                  <a:pt x="13851902" y="9962356"/>
                </a:lnTo>
                <a:lnTo>
                  <a:pt x="13475066" y="9759156"/>
                </a:lnTo>
                <a:close/>
              </a:path>
              <a:path w="13852525" h="11308715">
                <a:moveTo>
                  <a:pt x="918223" y="9301956"/>
                </a:moveTo>
                <a:lnTo>
                  <a:pt x="874706" y="9314656"/>
                </a:lnTo>
                <a:lnTo>
                  <a:pt x="182915" y="10495756"/>
                </a:lnTo>
                <a:lnTo>
                  <a:pt x="226443" y="10470356"/>
                </a:lnTo>
                <a:lnTo>
                  <a:pt x="918223" y="9301956"/>
                </a:lnTo>
                <a:close/>
              </a:path>
              <a:path w="13852525" h="11308715">
                <a:moveTo>
                  <a:pt x="9256753" y="10038556"/>
                </a:moveTo>
                <a:lnTo>
                  <a:pt x="8539834" y="10038556"/>
                </a:lnTo>
                <a:lnTo>
                  <a:pt x="9147072" y="10152856"/>
                </a:lnTo>
                <a:lnTo>
                  <a:pt x="9327893" y="10470356"/>
                </a:lnTo>
                <a:lnTo>
                  <a:pt x="10413427" y="10470356"/>
                </a:lnTo>
                <a:lnTo>
                  <a:pt x="10272891" y="10229056"/>
                </a:lnTo>
                <a:lnTo>
                  <a:pt x="10279707" y="10229056"/>
                </a:lnTo>
                <a:lnTo>
                  <a:pt x="10877850" y="10076656"/>
                </a:lnTo>
                <a:lnTo>
                  <a:pt x="10113807" y="10076656"/>
                </a:lnTo>
                <a:lnTo>
                  <a:pt x="9263854" y="10063956"/>
                </a:lnTo>
                <a:lnTo>
                  <a:pt x="9256753" y="10038556"/>
                </a:lnTo>
                <a:close/>
              </a:path>
              <a:path w="13852525" h="11308715">
                <a:moveTo>
                  <a:pt x="6217188" y="9505156"/>
                </a:moveTo>
                <a:lnTo>
                  <a:pt x="5699250" y="9505156"/>
                </a:lnTo>
                <a:lnTo>
                  <a:pt x="5693554" y="9517856"/>
                </a:lnTo>
                <a:lnTo>
                  <a:pt x="5899569" y="10432256"/>
                </a:lnTo>
                <a:lnTo>
                  <a:pt x="6214962" y="10102056"/>
                </a:lnTo>
                <a:lnTo>
                  <a:pt x="6806761" y="10102056"/>
                </a:lnTo>
                <a:lnTo>
                  <a:pt x="6712367" y="9924256"/>
                </a:lnTo>
                <a:lnTo>
                  <a:pt x="6311860" y="9924256"/>
                </a:lnTo>
                <a:lnTo>
                  <a:pt x="6217188" y="9505156"/>
                </a:lnTo>
                <a:close/>
              </a:path>
              <a:path w="13852525" h="11308715">
                <a:moveTo>
                  <a:pt x="9853036" y="9543256"/>
                </a:moveTo>
                <a:lnTo>
                  <a:pt x="6729292" y="9543256"/>
                </a:lnTo>
                <a:lnTo>
                  <a:pt x="7027000" y="10025856"/>
                </a:lnTo>
                <a:lnTo>
                  <a:pt x="6941610" y="10356056"/>
                </a:lnTo>
                <a:lnTo>
                  <a:pt x="7458393" y="10356056"/>
                </a:lnTo>
                <a:lnTo>
                  <a:pt x="7158818" y="10038556"/>
                </a:lnTo>
                <a:lnTo>
                  <a:pt x="7259580" y="9860756"/>
                </a:lnTo>
                <a:lnTo>
                  <a:pt x="9207049" y="9860756"/>
                </a:lnTo>
                <a:lnTo>
                  <a:pt x="9850537" y="9809956"/>
                </a:lnTo>
                <a:lnTo>
                  <a:pt x="11233329" y="9809956"/>
                </a:lnTo>
                <a:lnTo>
                  <a:pt x="11116350" y="9695656"/>
                </a:lnTo>
                <a:lnTo>
                  <a:pt x="9943571" y="9695656"/>
                </a:lnTo>
                <a:lnTo>
                  <a:pt x="9853036" y="9543256"/>
                </a:lnTo>
                <a:close/>
              </a:path>
              <a:path w="13852525" h="11308715">
                <a:moveTo>
                  <a:pt x="1727580" y="9060656"/>
                </a:moveTo>
                <a:lnTo>
                  <a:pt x="1599951" y="9111456"/>
                </a:lnTo>
                <a:lnTo>
                  <a:pt x="979394" y="10229056"/>
                </a:lnTo>
                <a:lnTo>
                  <a:pt x="1107013" y="10190956"/>
                </a:lnTo>
                <a:lnTo>
                  <a:pt x="1727580" y="9060656"/>
                </a:lnTo>
                <a:close/>
              </a:path>
              <a:path w="13852525" h="11308715">
                <a:moveTo>
                  <a:pt x="5115655" y="8946356"/>
                </a:moveTo>
                <a:lnTo>
                  <a:pt x="4687553" y="9213056"/>
                </a:lnTo>
                <a:lnTo>
                  <a:pt x="4592258" y="10203656"/>
                </a:lnTo>
                <a:lnTo>
                  <a:pt x="5020360" y="9936956"/>
                </a:lnTo>
                <a:lnTo>
                  <a:pt x="5115655" y="8946356"/>
                </a:lnTo>
                <a:close/>
              </a:path>
              <a:path w="13852525" h="11308715">
                <a:moveTo>
                  <a:pt x="11233329" y="9809956"/>
                </a:moveTo>
                <a:lnTo>
                  <a:pt x="9850537" y="9809956"/>
                </a:lnTo>
                <a:lnTo>
                  <a:pt x="10113807" y="10076656"/>
                </a:lnTo>
                <a:lnTo>
                  <a:pt x="10877850" y="10076656"/>
                </a:lnTo>
                <a:lnTo>
                  <a:pt x="11376302" y="9949656"/>
                </a:lnTo>
                <a:lnTo>
                  <a:pt x="11233329" y="9809956"/>
                </a:lnTo>
                <a:close/>
              </a:path>
              <a:path w="13852525" h="11308715">
                <a:moveTo>
                  <a:pt x="12433862" y="9213056"/>
                </a:moveTo>
                <a:lnTo>
                  <a:pt x="11297383" y="9771856"/>
                </a:lnTo>
                <a:lnTo>
                  <a:pt x="11840833" y="10063956"/>
                </a:lnTo>
                <a:lnTo>
                  <a:pt x="12977322" y="9505156"/>
                </a:lnTo>
                <a:lnTo>
                  <a:pt x="12433862" y="9213056"/>
                </a:lnTo>
                <a:close/>
              </a:path>
              <a:path w="13852525" h="11308715">
                <a:moveTo>
                  <a:pt x="2536927" y="8832056"/>
                </a:moveTo>
                <a:lnTo>
                  <a:pt x="2325217" y="8908256"/>
                </a:lnTo>
                <a:lnTo>
                  <a:pt x="1775893" y="9975056"/>
                </a:lnTo>
                <a:lnTo>
                  <a:pt x="1987583" y="9911556"/>
                </a:lnTo>
                <a:lnTo>
                  <a:pt x="2536927" y="8832056"/>
                </a:lnTo>
                <a:close/>
              </a:path>
              <a:path w="13852525" h="11308715">
                <a:moveTo>
                  <a:pt x="10489852" y="9111456"/>
                </a:moveTo>
                <a:lnTo>
                  <a:pt x="6315661" y="9111456"/>
                </a:lnTo>
                <a:lnTo>
                  <a:pt x="6472200" y="9644856"/>
                </a:lnTo>
                <a:lnTo>
                  <a:pt x="6311860" y="9924256"/>
                </a:lnTo>
                <a:lnTo>
                  <a:pt x="6712367" y="9924256"/>
                </a:lnTo>
                <a:lnTo>
                  <a:pt x="6591003" y="9695656"/>
                </a:lnTo>
                <a:lnTo>
                  <a:pt x="6729292" y="9543256"/>
                </a:lnTo>
                <a:lnTo>
                  <a:pt x="9853036" y="9543256"/>
                </a:lnTo>
                <a:lnTo>
                  <a:pt x="9830402" y="9505156"/>
                </a:lnTo>
                <a:lnTo>
                  <a:pt x="10466644" y="9289256"/>
                </a:lnTo>
                <a:lnTo>
                  <a:pt x="11532261" y="9289256"/>
                </a:lnTo>
                <a:lnTo>
                  <a:pt x="11783015" y="9149556"/>
                </a:lnTo>
                <a:lnTo>
                  <a:pt x="10527909" y="9149556"/>
                </a:lnTo>
                <a:lnTo>
                  <a:pt x="10489852" y="9111456"/>
                </a:lnTo>
                <a:close/>
              </a:path>
              <a:path w="13852525" h="11308715">
                <a:moveTo>
                  <a:pt x="5854782" y="8819356"/>
                </a:moveTo>
                <a:lnTo>
                  <a:pt x="5368265" y="8819356"/>
                </a:lnTo>
                <a:lnTo>
                  <a:pt x="5361413" y="8821283"/>
                </a:lnTo>
                <a:lnTo>
                  <a:pt x="5324057" y="9746456"/>
                </a:lnTo>
                <a:lnTo>
                  <a:pt x="5699250" y="9505156"/>
                </a:lnTo>
                <a:lnTo>
                  <a:pt x="6217188" y="9505156"/>
                </a:lnTo>
                <a:lnTo>
                  <a:pt x="6185631" y="9365456"/>
                </a:lnTo>
                <a:lnTo>
                  <a:pt x="5832366" y="9365456"/>
                </a:lnTo>
                <a:lnTo>
                  <a:pt x="5854782" y="8819356"/>
                </a:lnTo>
                <a:close/>
              </a:path>
              <a:path w="13852525" h="11308715">
                <a:moveTo>
                  <a:pt x="3346275" y="8603456"/>
                </a:moveTo>
                <a:lnTo>
                  <a:pt x="3050472" y="8692356"/>
                </a:lnTo>
                <a:lnTo>
                  <a:pt x="2572382" y="9721056"/>
                </a:lnTo>
                <a:lnTo>
                  <a:pt x="2868174" y="9619456"/>
                </a:lnTo>
                <a:lnTo>
                  <a:pt x="3346275" y="8603456"/>
                </a:lnTo>
                <a:close/>
              </a:path>
              <a:path w="13852525" h="11308715">
                <a:moveTo>
                  <a:pt x="11532261" y="9289256"/>
                </a:moveTo>
                <a:lnTo>
                  <a:pt x="10466644" y="9289256"/>
                </a:lnTo>
                <a:lnTo>
                  <a:pt x="10798718" y="9467056"/>
                </a:lnTo>
                <a:lnTo>
                  <a:pt x="9943571" y="9695656"/>
                </a:lnTo>
                <a:lnTo>
                  <a:pt x="11116350" y="9695656"/>
                </a:lnTo>
                <a:lnTo>
                  <a:pt x="10999371" y="9581356"/>
                </a:lnTo>
                <a:lnTo>
                  <a:pt x="11007958" y="9581356"/>
                </a:lnTo>
                <a:lnTo>
                  <a:pt x="11532261" y="9289256"/>
                </a:lnTo>
                <a:close/>
              </a:path>
              <a:path w="13852525" h="11308715">
                <a:moveTo>
                  <a:pt x="4155632" y="8374856"/>
                </a:moveTo>
                <a:lnTo>
                  <a:pt x="3775727" y="8489156"/>
                </a:lnTo>
                <a:lnTo>
                  <a:pt x="3368860" y="9454356"/>
                </a:lnTo>
                <a:lnTo>
                  <a:pt x="3748765" y="9340056"/>
                </a:lnTo>
                <a:lnTo>
                  <a:pt x="4155632" y="8374856"/>
                </a:lnTo>
                <a:close/>
              </a:path>
              <a:path w="13852525" h="11308715">
                <a:moveTo>
                  <a:pt x="11727822" y="8590756"/>
                </a:moveTo>
                <a:lnTo>
                  <a:pt x="6039638" y="8590756"/>
                </a:lnTo>
                <a:lnTo>
                  <a:pt x="6052663" y="9136856"/>
                </a:lnTo>
                <a:lnTo>
                  <a:pt x="5832366" y="9365456"/>
                </a:lnTo>
                <a:lnTo>
                  <a:pt x="6185631" y="9365456"/>
                </a:lnTo>
                <a:lnTo>
                  <a:pt x="6151205" y="9213056"/>
                </a:lnTo>
                <a:lnTo>
                  <a:pt x="6315661" y="9111456"/>
                </a:lnTo>
                <a:lnTo>
                  <a:pt x="10489852" y="9111456"/>
                </a:lnTo>
                <a:lnTo>
                  <a:pt x="10362993" y="8984456"/>
                </a:lnTo>
                <a:lnTo>
                  <a:pt x="10946389" y="8603456"/>
                </a:lnTo>
                <a:lnTo>
                  <a:pt x="11714521" y="8603456"/>
                </a:lnTo>
                <a:lnTo>
                  <a:pt x="11727822" y="8590756"/>
                </a:lnTo>
                <a:close/>
              </a:path>
              <a:path w="13852525" h="11308715">
                <a:moveTo>
                  <a:pt x="13851902" y="8451056"/>
                </a:moveTo>
                <a:lnTo>
                  <a:pt x="12983206" y="9124156"/>
                </a:lnTo>
                <a:lnTo>
                  <a:pt x="13494719" y="9251156"/>
                </a:lnTo>
                <a:lnTo>
                  <a:pt x="13851902" y="8959056"/>
                </a:lnTo>
                <a:lnTo>
                  <a:pt x="13851902" y="8451056"/>
                </a:lnTo>
                <a:close/>
              </a:path>
              <a:path w="13852525" h="11308715">
                <a:moveTo>
                  <a:pt x="4964979" y="8133556"/>
                </a:moveTo>
                <a:lnTo>
                  <a:pt x="4500993" y="8285956"/>
                </a:lnTo>
                <a:lnTo>
                  <a:pt x="4165328" y="9200356"/>
                </a:lnTo>
                <a:lnTo>
                  <a:pt x="4629345" y="9047956"/>
                </a:lnTo>
                <a:lnTo>
                  <a:pt x="4964979" y="8133556"/>
                </a:lnTo>
                <a:close/>
              </a:path>
              <a:path w="13852525" h="11308715">
                <a:moveTo>
                  <a:pt x="11714521" y="8603456"/>
                </a:moveTo>
                <a:lnTo>
                  <a:pt x="10946389" y="8603456"/>
                </a:lnTo>
                <a:lnTo>
                  <a:pt x="11327843" y="8692356"/>
                </a:lnTo>
                <a:lnTo>
                  <a:pt x="10527909" y="9149556"/>
                </a:lnTo>
                <a:lnTo>
                  <a:pt x="11783015" y="9149556"/>
                </a:lnTo>
                <a:lnTo>
                  <a:pt x="12033769" y="9009856"/>
                </a:lnTo>
                <a:lnTo>
                  <a:pt x="11558349" y="8743156"/>
                </a:lnTo>
                <a:lnTo>
                  <a:pt x="11568202" y="8743156"/>
                </a:lnTo>
                <a:lnTo>
                  <a:pt x="11714521" y="8603456"/>
                </a:lnTo>
                <a:close/>
              </a:path>
              <a:path w="13852525" h="11308715">
                <a:moveTo>
                  <a:pt x="12901020" y="7993856"/>
                </a:moveTo>
                <a:lnTo>
                  <a:pt x="11907469" y="8857456"/>
                </a:lnTo>
                <a:lnTo>
                  <a:pt x="12531471" y="8997156"/>
                </a:lnTo>
                <a:lnTo>
                  <a:pt x="13525022" y="8133556"/>
                </a:lnTo>
                <a:lnTo>
                  <a:pt x="12901020" y="7993856"/>
                </a:lnTo>
                <a:close/>
              </a:path>
              <a:path w="13852525" h="11308715">
                <a:moveTo>
                  <a:pt x="5725039" y="8070056"/>
                </a:moveTo>
                <a:lnTo>
                  <a:pt x="5233589" y="8070056"/>
                </a:lnTo>
                <a:lnTo>
                  <a:pt x="5226178" y="8070286"/>
                </a:lnTo>
                <a:lnTo>
                  <a:pt x="4961838" y="8933656"/>
                </a:lnTo>
                <a:lnTo>
                  <a:pt x="5361413" y="8821283"/>
                </a:lnTo>
                <a:lnTo>
                  <a:pt x="5361491" y="8819356"/>
                </a:lnTo>
                <a:lnTo>
                  <a:pt x="5854782" y="8819356"/>
                </a:lnTo>
                <a:lnTo>
                  <a:pt x="5858953" y="8717756"/>
                </a:lnTo>
                <a:lnTo>
                  <a:pt x="5526627" y="8717756"/>
                </a:lnTo>
                <a:lnTo>
                  <a:pt x="5725039" y="8070056"/>
                </a:lnTo>
                <a:close/>
              </a:path>
              <a:path w="13852525" h="11308715">
                <a:moveTo>
                  <a:pt x="5368265" y="8819356"/>
                </a:moveTo>
                <a:lnTo>
                  <a:pt x="5361491" y="8819356"/>
                </a:lnTo>
                <a:lnTo>
                  <a:pt x="5361413" y="8821283"/>
                </a:lnTo>
                <a:lnTo>
                  <a:pt x="5368265" y="8819356"/>
                </a:lnTo>
                <a:close/>
              </a:path>
              <a:path w="13852525" h="11308715">
                <a:moveTo>
                  <a:pt x="11034068" y="8031956"/>
                </a:moveTo>
                <a:lnTo>
                  <a:pt x="5911840" y="8031956"/>
                </a:lnTo>
                <a:lnTo>
                  <a:pt x="5788671" y="8552656"/>
                </a:lnTo>
                <a:lnTo>
                  <a:pt x="5526627" y="8717756"/>
                </a:lnTo>
                <a:lnTo>
                  <a:pt x="5858953" y="8717756"/>
                </a:lnTo>
                <a:lnTo>
                  <a:pt x="5861559" y="8654256"/>
                </a:lnTo>
                <a:lnTo>
                  <a:pt x="6039638" y="8590756"/>
                </a:lnTo>
                <a:lnTo>
                  <a:pt x="11727822" y="8590756"/>
                </a:lnTo>
                <a:lnTo>
                  <a:pt x="11887442" y="8438356"/>
                </a:lnTo>
                <a:lnTo>
                  <a:pt x="10969582" y="8438356"/>
                </a:lnTo>
                <a:lnTo>
                  <a:pt x="10761483" y="8324056"/>
                </a:lnTo>
                <a:lnTo>
                  <a:pt x="11034068" y="8031956"/>
                </a:lnTo>
                <a:close/>
              </a:path>
              <a:path w="13852525" h="11308715">
                <a:moveTo>
                  <a:pt x="11954577" y="7790656"/>
                </a:moveTo>
                <a:lnTo>
                  <a:pt x="11654158" y="7790656"/>
                </a:lnTo>
                <a:lnTo>
                  <a:pt x="10969582" y="8438356"/>
                </a:lnTo>
                <a:lnTo>
                  <a:pt x="11887442" y="8438356"/>
                </a:lnTo>
                <a:lnTo>
                  <a:pt x="12446113" y="7904956"/>
                </a:lnTo>
                <a:lnTo>
                  <a:pt x="11954577" y="7790656"/>
                </a:lnTo>
                <a:close/>
              </a:path>
              <a:path w="13852525" h="11308715">
                <a:moveTo>
                  <a:pt x="979970" y="7396956"/>
                </a:moveTo>
                <a:lnTo>
                  <a:pt x="935060" y="7409656"/>
                </a:lnTo>
                <a:lnTo>
                  <a:pt x="0" y="8349456"/>
                </a:lnTo>
                <a:lnTo>
                  <a:pt x="44899" y="8336756"/>
                </a:lnTo>
                <a:lnTo>
                  <a:pt x="979970" y="7396956"/>
                </a:lnTo>
                <a:close/>
              </a:path>
              <a:path w="13852525" h="11308715">
                <a:moveTo>
                  <a:pt x="1789442" y="7384256"/>
                </a:moveTo>
                <a:lnTo>
                  <a:pt x="1660137" y="7396956"/>
                </a:lnTo>
                <a:lnTo>
                  <a:pt x="804153" y="8298656"/>
                </a:lnTo>
                <a:lnTo>
                  <a:pt x="933427" y="8298656"/>
                </a:lnTo>
                <a:lnTo>
                  <a:pt x="1789442" y="7384256"/>
                </a:lnTo>
                <a:close/>
              </a:path>
              <a:path w="13852525" h="11308715">
                <a:moveTo>
                  <a:pt x="2598884" y="7371556"/>
                </a:moveTo>
                <a:lnTo>
                  <a:pt x="2385225" y="7384256"/>
                </a:lnTo>
                <a:lnTo>
                  <a:pt x="1608296" y="8260556"/>
                </a:lnTo>
                <a:lnTo>
                  <a:pt x="1821944" y="8247856"/>
                </a:lnTo>
                <a:lnTo>
                  <a:pt x="2598884" y="7371556"/>
                </a:lnTo>
                <a:close/>
              </a:path>
              <a:path w="13852525" h="11308715">
                <a:moveTo>
                  <a:pt x="3408325" y="7358856"/>
                </a:moveTo>
                <a:lnTo>
                  <a:pt x="3110324" y="7371556"/>
                </a:lnTo>
                <a:lnTo>
                  <a:pt x="2412450" y="8222456"/>
                </a:lnTo>
                <a:lnTo>
                  <a:pt x="2710472" y="8197056"/>
                </a:lnTo>
                <a:lnTo>
                  <a:pt x="3408325" y="7358856"/>
                </a:lnTo>
                <a:close/>
              </a:path>
              <a:path w="13852525" h="11308715">
                <a:moveTo>
                  <a:pt x="4217798" y="7346156"/>
                </a:moveTo>
                <a:lnTo>
                  <a:pt x="3835401" y="7358856"/>
                </a:lnTo>
                <a:lnTo>
                  <a:pt x="3216593" y="8171656"/>
                </a:lnTo>
                <a:lnTo>
                  <a:pt x="3598979" y="8158956"/>
                </a:lnTo>
                <a:lnTo>
                  <a:pt x="4217798" y="7346156"/>
                </a:lnTo>
                <a:close/>
              </a:path>
              <a:path w="13852525" h="11308715">
                <a:moveTo>
                  <a:pt x="5027260" y="7333456"/>
                </a:moveTo>
                <a:lnTo>
                  <a:pt x="4560478" y="7346156"/>
                </a:lnTo>
                <a:lnTo>
                  <a:pt x="4020736" y="8133556"/>
                </a:lnTo>
                <a:lnTo>
                  <a:pt x="4487507" y="8108156"/>
                </a:lnTo>
                <a:lnTo>
                  <a:pt x="5027260" y="7333456"/>
                </a:lnTo>
                <a:close/>
              </a:path>
              <a:path w="13852525" h="11308715">
                <a:moveTo>
                  <a:pt x="11539800" y="6863556"/>
                </a:moveTo>
                <a:lnTo>
                  <a:pt x="5944960" y="6863556"/>
                </a:lnTo>
                <a:lnTo>
                  <a:pt x="6091165" y="6939756"/>
                </a:lnTo>
                <a:lnTo>
                  <a:pt x="5750913" y="7320756"/>
                </a:lnTo>
                <a:lnTo>
                  <a:pt x="5465456" y="7333456"/>
                </a:lnTo>
                <a:lnTo>
                  <a:pt x="5285566" y="7333456"/>
                </a:lnTo>
                <a:lnTo>
                  <a:pt x="4824879" y="8082756"/>
                </a:lnTo>
                <a:lnTo>
                  <a:pt x="5226178" y="8070286"/>
                </a:lnTo>
                <a:lnTo>
                  <a:pt x="5226249" y="8070056"/>
                </a:lnTo>
                <a:lnTo>
                  <a:pt x="5725039" y="8070056"/>
                </a:lnTo>
                <a:lnTo>
                  <a:pt x="5732820" y="8044656"/>
                </a:lnTo>
                <a:lnTo>
                  <a:pt x="5911840" y="8031956"/>
                </a:lnTo>
                <a:lnTo>
                  <a:pt x="11034068" y="8031956"/>
                </a:lnTo>
                <a:lnTo>
                  <a:pt x="11045920" y="8019256"/>
                </a:lnTo>
                <a:lnTo>
                  <a:pt x="5405133" y="8019256"/>
                </a:lnTo>
                <a:lnTo>
                  <a:pt x="5764379" y="7435056"/>
                </a:lnTo>
                <a:lnTo>
                  <a:pt x="11064475" y="7435056"/>
                </a:lnTo>
                <a:lnTo>
                  <a:pt x="11337424" y="6927056"/>
                </a:lnTo>
                <a:lnTo>
                  <a:pt x="11539800" y="6863556"/>
                </a:lnTo>
                <a:close/>
              </a:path>
              <a:path w="13852525" h="11308715">
                <a:moveTo>
                  <a:pt x="5233589" y="8070056"/>
                </a:moveTo>
                <a:lnTo>
                  <a:pt x="5226249" y="8070056"/>
                </a:lnTo>
                <a:lnTo>
                  <a:pt x="5226178" y="8070286"/>
                </a:lnTo>
                <a:lnTo>
                  <a:pt x="5233589" y="8070056"/>
                </a:lnTo>
                <a:close/>
              </a:path>
              <a:path w="13852525" h="11308715">
                <a:moveTo>
                  <a:pt x="11064475" y="7435056"/>
                </a:moveTo>
                <a:lnTo>
                  <a:pt x="5764379" y="7435056"/>
                </a:lnTo>
                <a:lnTo>
                  <a:pt x="5932290" y="7473156"/>
                </a:lnTo>
                <a:lnTo>
                  <a:pt x="5689010" y="7930356"/>
                </a:lnTo>
                <a:lnTo>
                  <a:pt x="5405133" y="8019256"/>
                </a:lnTo>
                <a:lnTo>
                  <a:pt x="11045920" y="8019256"/>
                </a:lnTo>
                <a:lnTo>
                  <a:pt x="11247395" y="7803356"/>
                </a:lnTo>
                <a:lnTo>
                  <a:pt x="11654158" y="7790656"/>
                </a:lnTo>
                <a:lnTo>
                  <a:pt x="11954577" y="7790656"/>
                </a:lnTo>
                <a:lnTo>
                  <a:pt x="11899962" y="7777956"/>
                </a:lnTo>
                <a:lnTo>
                  <a:pt x="11910475" y="7777956"/>
                </a:lnTo>
                <a:lnTo>
                  <a:pt x="11996729" y="7638256"/>
                </a:lnTo>
                <a:lnTo>
                  <a:pt x="11228548" y="7638256"/>
                </a:lnTo>
                <a:lnTo>
                  <a:pt x="10989414" y="7574756"/>
                </a:lnTo>
                <a:lnTo>
                  <a:pt x="11064475" y="7435056"/>
                </a:lnTo>
                <a:close/>
              </a:path>
              <a:path w="13852525" h="11308715">
                <a:moveTo>
                  <a:pt x="13715058" y="6647656"/>
                </a:moveTo>
                <a:lnTo>
                  <a:pt x="13049916" y="6673056"/>
                </a:lnTo>
                <a:lnTo>
                  <a:pt x="12278526" y="7790656"/>
                </a:lnTo>
                <a:lnTo>
                  <a:pt x="12943658" y="7765256"/>
                </a:lnTo>
                <a:lnTo>
                  <a:pt x="13715058" y="6647656"/>
                </a:lnTo>
                <a:close/>
              </a:path>
              <a:path w="13852525" h="11308715">
                <a:moveTo>
                  <a:pt x="13851902" y="7219156"/>
                </a:moveTo>
                <a:lnTo>
                  <a:pt x="13431926" y="7765256"/>
                </a:lnTo>
                <a:lnTo>
                  <a:pt x="13851902" y="7752556"/>
                </a:lnTo>
                <a:lnTo>
                  <a:pt x="13851902" y="7219156"/>
                </a:lnTo>
                <a:close/>
              </a:path>
              <a:path w="13852525" h="11308715">
                <a:moveTo>
                  <a:pt x="12514256" y="6800056"/>
                </a:moveTo>
                <a:lnTo>
                  <a:pt x="11742176" y="6800056"/>
                </a:lnTo>
                <a:lnTo>
                  <a:pt x="11228548" y="7638256"/>
                </a:lnTo>
                <a:lnTo>
                  <a:pt x="11996729" y="7638256"/>
                </a:lnTo>
                <a:lnTo>
                  <a:pt x="12514256" y="6800056"/>
                </a:lnTo>
                <a:close/>
              </a:path>
              <a:path w="13852525" h="11308715">
                <a:moveTo>
                  <a:pt x="5518683" y="6653162"/>
                </a:moveTo>
                <a:lnTo>
                  <a:pt x="4909473" y="7244556"/>
                </a:lnTo>
                <a:lnTo>
                  <a:pt x="5292969" y="7333456"/>
                </a:lnTo>
                <a:lnTo>
                  <a:pt x="5465456" y="7333456"/>
                </a:lnTo>
                <a:lnTo>
                  <a:pt x="5944960" y="6863556"/>
                </a:lnTo>
                <a:lnTo>
                  <a:pt x="11539800" y="6863556"/>
                </a:lnTo>
                <a:lnTo>
                  <a:pt x="11742176" y="6800056"/>
                </a:lnTo>
                <a:lnTo>
                  <a:pt x="12514256" y="6800056"/>
                </a:lnTo>
                <a:lnTo>
                  <a:pt x="12529939" y="6774656"/>
                </a:lnTo>
                <a:lnTo>
                  <a:pt x="11020240" y="6774656"/>
                </a:lnTo>
                <a:lnTo>
                  <a:pt x="11026344" y="6749256"/>
                </a:lnTo>
                <a:lnTo>
                  <a:pt x="5960991" y="6749256"/>
                </a:lnTo>
                <a:lnTo>
                  <a:pt x="5693135" y="6685756"/>
                </a:lnTo>
                <a:lnTo>
                  <a:pt x="5737997" y="6660356"/>
                </a:lnTo>
                <a:lnTo>
                  <a:pt x="5531297" y="6660356"/>
                </a:lnTo>
                <a:lnTo>
                  <a:pt x="5518683" y="6653162"/>
                </a:lnTo>
                <a:close/>
              </a:path>
              <a:path w="13852525" h="11308715">
                <a:moveTo>
                  <a:pt x="4847957" y="6482556"/>
                </a:moveTo>
                <a:lnTo>
                  <a:pt x="4151925" y="7079456"/>
                </a:lnTo>
                <a:lnTo>
                  <a:pt x="4590069" y="7181056"/>
                </a:lnTo>
                <a:lnTo>
                  <a:pt x="5286111" y="6584156"/>
                </a:lnTo>
                <a:lnTo>
                  <a:pt x="4847957" y="6482556"/>
                </a:lnTo>
                <a:close/>
              </a:path>
              <a:path w="13852525" h="11308715">
                <a:moveTo>
                  <a:pt x="4171558" y="6304756"/>
                </a:moveTo>
                <a:lnTo>
                  <a:pt x="3394367" y="6914356"/>
                </a:lnTo>
                <a:lnTo>
                  <a:pt x="3753519" y="7003256"/>
                </a:lnTo>
                <a:lnTo>
                  <a:pt x="4530731" y="6393656"/>
                </a:lnTo>
                <a:lnTo>
                  <a:pt x="4171558" y="6304756"/>
                </a:lnTo>
                <a:close/>
              </a:path>
              <a:path w="13852525" h="11308715">
                <a:moveTo>
                  <a:pt x="3495139" y="6139656"/>
                </a:moveTo>
                <a:lnTo>
                  <a:pt x="2636809" y="6761956"/>
                </a:lnTo>
                <a:lnTo>
                  <a:pt x="2916968" y="6825456"/>
                </a:lnTo>
                <a:lnTo>
                  <a:pt x="3775330" y="6203156"/>
                </a:lnTo>
                <a:lnTo>
                  <a:pt x="3495139" y="6139656"/>
                </a:lnTo>
                <a:close/>
              </a:path>
              <a:path w="13852525" h="11308715">
                <a:moveTo>
                  <a:pt x="12278779" y="5809456"/>
                </a:moveTo>
                <a:lnTo>
                  <a:pt x="11571134" y="5809456"/>
                </a:lnTo>
                <a:lnTo>
                  <a:pt x="11275332" y="6774656"/>
                </a:lnTo>
                <a:lnTo>
                  <a:pt x="12529939" y="6774656"/>
                </a:lnTo>
                <a:lnTo>
                  <a:pt x="12561304" y="6723856"/>
                </a:lnTo>
                <a:lnTo>
                  <a:pt x="11986744" y="6723856"/>
                </a:lnTo>
                <a:lnTo>
                  <a:pt x="11997286" y="6723626"/>
                </a:lnTo>
                <a:lnTo>
                  <a:pt x="12278779" y="5809456"/>
                </a:lnTo>
                <a:close/>
              </a:path>
              <a:path w="13852525" h="11308715">
                <a:moveTo>
                  <a:pt x="11117907" y="6368256"/>
                </a:moveTo>
                <a:lnTo>
                  <a:pt x="6253903" y="6368256"/>
                </a:lnTo>
                <a:lnTo>
                  <a:pt x="6369868" y="6482556"/>
                </a:lnTo>
                <a:lnTo>
                  <a:pt x="5960991" y="6749256"/>
                </a:lnTo>
                <a:lnTo>
                  <a:pt x="11026344" y="6749256"/>
                </a:lnTo>
                <a:lnTo>
                  <a:pt x="11117907" y="6368256"/>
                </a:lnTo>
                <a:close/>
              </a:path>
              <a:path w="13852525" h="11308715">
                <a:moveTo>
                  <a:pt x="11997286" y="6723626"/>
                </a:moveTo>
                <a:lnTo>
                  <a:pt x="11986744" y="6723856"/>
                </a:lnTo>
                <a:lnTo>
                  <a:pt x="11997215" y="6723856"/>
                </a:lnTo>
                <a:lnTo>
                  <a:pt x="11997286" y="6723626"/>
                </a:lnTo>
                <a:close/>
              </a:path>
              <a:path w="13852525" h="11308715">
                <a:moveTo>
                  <a:pt x="12569146" y="6711156"/>
                </a:moveTo>
                <a:lnTo>
                  <a:pt x="11997286" y="6723626"/>
                </a:lnTo>
                <a:lnTo>
                  <a:pt x="11997215" y="6723856"/>
                </a:lnTo>
                <a:lnTo>
                  <a:pt x="12561304" y="6723856"/>
                </a:lnTo>
                <a:lnTo>
                  <a:pt x="12569146" y="6711156"/>
                </a:lnTo>
                <a:close/>
              </a:path>
              <a:path w="13852525" h="11308715">
                <a:moveTo>
                  <a:pt x="5524355" y="6647656"/>
                </a:moveTo>
                <a:lnTo>
                  <a:pt x="5518683" y="6653162"/>
                </a:lnTo>
                <a:lnTo>
                  <a:pt x="5531297" y="6660356"/>
                </a:lnTo>
                <a:lnTo>
                  <a:pt x="5524355" y="6647656"/>
                </a:lnTo>
                <a:close/>
              </a:path>
              <a:path w="13852525" h="11308715">
                <a:moveTo>
                  <a:pt x="5760427" y="6647656"/>
                </a:moveTo>
                <a:lnTo>
                  <a:pt x="5524355" y="6647656"/>
                </a:lnTo>
                <a:lnTo>
                  <a:pt x="5531297" y="6660356"/>
                </a:lnTo>
                <a:lnTo>
                  <a:pt x="5737997" y="6660356"/>
                </a:lnTo>
                <a:lnTo>
                  <a:pt x="5760427" y="6647656"/>
                </a:lnTo>
                <a:close/>
              </a:path>
              <a:path w="13852525" h="11308715">
                <a:moveTo>
                  <a:pt x="6424317" y="5606831"/>
                </a:moveTo>
                <a:lnTo>
                  <a:pt x="5657293" y="5809456"/>
                </a:lnTo>
                <a:lnTo>
                  <a:pt x="5922374" y="6063456"/>
                </a:lnTo>
                <a:lnTo>
                  <a:pt x="5916343" y="6063456"/>
                </a:lnTo>
                <a:lnTo>
                  <a:pt x="5197244" y="6469856"/>
                </a:lnTo>
                <a:lnTo>
                  <a:pt x="5518683" y="6653162"/>
                </a:lnTo>
                <a:lnTo>
                  <a:pt x="5524355" y="6647656"/>
                </a:lnTo>
                <a:lnTo>
                  <a:pt x="5760427" y="6647656"/>
                </a:lnTo>
                <a:lnTo>
                  <a:pt x="6253903" y="6368256"/>
                </a:lnTo>
                <a:lnTo>
                  <a:pt x="11117907" y="6368256"/>
                </a:lnTo>
                <a:lnTo>
                  <a:pt x="11142323" y="6266656"/>
                </a:lnTo>
                <a:lnTo>
                  <a:pt x="6296677" y="6266656"/>
                </a:lnTo>
                <a:lnTo>
                  <a:pt x="6063354" y="6139656"/>
                </a:lnTo>
                <a:lnTo>
                  <a:pt x="6663200" y="5987256"/>
                </a:lnTo>
                <a:lnTo>
                  <a:pt x="10839816" y="5987256"/>
                </a:lnTo>
                <a:lnTo>
                  <a:pt x="10837873" y="5898356"/>
                </a:lnTo>
                <a:lnTo>
                  <a:pt x="6728318" y="5898356"/>
                </a:lnTo>
                <a:lnTo>
                  <a:pt x="6543162" y="5720556"/>
                </a:lnTo>
                <a:lnTo>
                  <a:pt x="7526064" y="5720556"/>
                </a:lnTo>
                <a:lnTo>
                  <a:pt x="7221518" y="5657056"/>
                </a:lnTo>
                <a:lnTo>
                  <a:pt x="7199043" y="5618956"/>
                </a:lnTo>
                <a:lnTo>
                  <a:pt x="6431280" y="5618956"/>
                </a:lnTo>
                <a:lnTo>
                  <a:pt x="6424317" y="5606831"/>
                </a:lnTo>
                <a:close/>
              </a:path>
              <a:path w="13852525" h="11308715">
                <a:moveTo>
                  <a:pt x="2818762" y="5961856"/>
                </a:moveTo>
                <a:lnTo>
                  <a:pt x="1879251" y="6596856"/>
                </a:lnTo>
                <a:lnTo>
                  <a:pt x="2080439" y="6634956"/>
                </a:lnTo>
                <a:lnTo>
                  <a:pt x="3019960" y="5999956"/>
                </a:lnTo>
                <a:lnTo>
                  <a:pt x="2818762" y="5961856"/>
                </a:lnTo>
                <a:close/>
              </a:path>
              <a:path w="13852525" h="11308715">
                <a:moveTo>
                  <a:pt x="13512185" y="5123656"/>
                </a:moveTo>
                <a:lnTo>
                  <a:pt x="12850645" y="5326856"/>
                </a:lnTo>
                <a:lnTo>
                  <a:pt x="12369675" y="6634956"/>
                </a:lnTo>
                <a:lnTo>
                  <a:pt x="13031205" y="6431756"/>
                </a:lnTo>
                <a:lnTo>
                  <a:pt x="13512185" y="5123656"/>
                </a:lnTo>
                <a:close/>
              </a:path>
              <a:path w="13852525" h="11308715">
                <a:moveTo>
                  <a:pt x="2142343" y="5784056"/>
                </a:moveTo>
                <a:lnTo>
                  <a:pt x="1121683" y="6431756"/>
                </a:lnTo>
                <a:lnTo>
                  <a:pt x="1243888" y="6457156"/>
                </a:lnTo>
                <a:lnTo>
                  <a:pt x="2264569" y="5809456"/>
                </a:lnTo>
                <a:lnTo>
                  <a:pt x="2142343" y="5784056"/>
                </a:lnTo>
                <a:close/>
              </a:path>
              <a:path w="13852525" h="11308715">
                <a:moveTo>
                  <a:pt x="5331094" y="5733256"/>
                </a:moveTo>
                <a:lnTo>
                  <a:pt x="4534301" y="6126956"/>
                </a:lnTo>
                <a:lnTo>
                  <a:pt x="4916153" y="6330156"/>
                </a:lnTo>
                <a:lnTo>
                  <a:pt x="5712935" y="5936456"/>
                </a:lnTo>
                <a:lnTo>
                  <a:pt x="5331094" y="5733256"/>
                </a:lnTo>
                <a:close/>
              </a:path>
              <a:path w="13852525" h="11308715">
                <a:moveTo>
                  <a:pt x="13851902" y="5530056"/>
                </a:moveTo>
                <a:lnTo>
                  <a:pt x="13523546" y="6304756"/>
                </a:lnTo>
                <a:lnTo>
                  <a:pt x="13851902" y="6203156"/>
                </a:lnTo>
                <a:lnTo>
                  <a:pt x="13851902" y="5530056"/>
                </a:lnTo>
                <a:close/>
              </a:path>
              <a:path w="13852525" h="11308715">
                <a:moveTo>
                  <a:pt x="1509179" y="5618956"/>
                </a:moveTo>
                <a:lnTo>
                  <a:pt x="1465955" y="5618956"/>
                </a:lnTo>
                <a:lnTo>
                  <a:pt x="364135" y="6266656"/>
                </a:lnTo>
                <a:lnTo>
                  <a:pt x="407359" y="6266656"/>
                </a:lnTo>
                <a:lnTo>
                  <a:pt x="1509179" y="5618956"/>
                </a:lnTo>
                <a:close/>
              </a:path>
              <a:path w="13852525" h="11308715">
                <a:moveTo>
                  <a:pt x="11840169" y="4882356"/>
                </a:moveTo>
                <a:lnTo>
                  <a:pt x="11137440" y="4882356"/>
                </a:lnTo>
                <a:lnTo>
                  <a:pt x="11093704" y="5898356"/>
                </a:lnTo>
                <a:lnTo>
                  <a:pt x="10839816" y="5987256"/>
                </a:lnTo>
                <a:lnTo>
                  <a:pt x="6663200" y="5987256"/>
                </a:lnTo>
                <a:lnTo>
                  <a:pt x="6742904" y="6126956"/>
                </a:lnTo>
                <a:lnTo>
                  <a:pt x="6296677" y="6266656"/>
                </a:lnTo>
                <a:lnTo>
                  <a:pt x="11142323" y="6266656"/>
                </a:lnTo>
                <a:lnTo>
                  <a:pt x="11197261" y="6038056"/>
                </a:lnTo>
                <a:lnTo>
                  <a:pt x="11571134" y="5809456"/>
                </a:lnTo>
                <a:lnTo>
                  <a:pt x="12278779" y="5809456"/>
                </a:lnTo>
                <a:lnTo>
                  <a:pt x="12321796" y="5669756"/>
                </a:lnTo>
                <a:lnTo>
                  <a:pt x="11797054" y="5669756"/>
                </a:lnTo>
                <a:lnTo>
                  <a:pt x="11806857" y="5666748"/>
                </a:lnTo>
                <a:lnTo>
                  <a:pt x="11840169" y="4882356"/>
                </a:lnTo>
                <a:close/>
              </a:path>
              <a:path w="13852525" h="11308715">
                <a:moveTo>
                  <a:pt x="4745855" y="5390356"/>
                </a:moveTo>
                <a:lnTo>
                  <a:pt x="3871369" y="5784056"/>
                </a:lnTo>
                <a:lnTo>
                  <a:pt x="4184595" y="5949156"/>
                </a:lnTo>
                <a:lnTo>
                  <a:pt x="5059081" y="5568156"/>
                </a:lnTo>
                <a:lnTo>
                  <a:pt x="4745855" y="5390356"/>
                </a:lnTo>
                <a:close/>
              </a:path>
              <a:path w="13852525" h="11308715">
                <a:moveTo>
                  <a:pt x="7526064" y="5720556"/>
                </a:moveTo>
                <a:lnTo>
                  <a:pt x="7139688" y="5720556"/>
                </a:lnTo>
                <a:lnTo>
                  <a:pt x="7179875" y="5872956"/>
                </a:lnTo>
                <a:lnTo>
                  <a:pt x="6728318" y="5898356"/>
                </a:lnTo>
                <a:lnTo>
                  <a:pt x="10837873" y="5898356"/>
                </a:lnTo>
                <a:lnTo>
                  <a:pt x="10834542" y="5745956"/>
                </a:lnTo>
                <a:lnTo>
                  <a:pt x="7647882" y="5745956"/>
                </a:lnTo>
                <a:lnTo>
                  <a:pt x="7526064" y="5720556"/>
                </a:lnTo>
                <a:close/>
              </a:path>
              <a:path w="13852525" h="11308715">
                <a:moveTo>
                  <a:pt x="7709259" y="5441156"/>
                </a:moveTo>
                <a:lnTo>
                  <a:pt x="7094160" y="5441156"/>
                </a:lnTo>
                <a:lnTo>
                  <a:pt x="7647651" y="5593556"/>
                </a:lnTo>
                <a:lnTo>
                  <a:pt x="7647882" y="5745956"/>
                </a:lnTo>
                <a:lnTo>
                  <a:pt x="10834542" y="5745956"/>
                </a:lnTo>
                <a:lnTo>
                  <a:pt x="10831212" y="5593556"/>
                </a:lnTo>
                <a:lnTo>
                  <a:pt x="7807228" y="5593556"/>
                </a:lnTo>
                <a:lnTo>
                  <a:pt x="7739743" y="5555456"/>
                </a:lnTo>
                <a:lnTo>
                  <a:pt x="7709259" y="5441156"/>
                </a:lnTo>
                <a:close/>
              </a:path>
              <a:path w="13852525" h="11308715">
                <a:moveTo>
                  <a:pt x="11806857" y="5666748"/>
                </a:moveTo>
                <a:lnTo>
                  <a:pt x="11797054" y="5669756"/>
                </a:lnTo>
                <a:lnTo>
                  <a:pt x="11806729" y="5669756"/>
                </a:lnTo>
                <a:lnTo>
                  <a:pt x="11806857" y="5666748"/>
                </a:lnTo>
                <a:close/>
              </a:path>
              <a:path w="13852525" h="11308715">
                <a:moveTo>
                  <a:pt x="12376544" y="5491956"/>
                </a:moveTo>
                <a:lnTo>
                  <a:pt x="11806857" y="5666748"/>
                </a:lnTo>
                <a:lnTo>
                  <a:pt x="11806729" y="5669756"/>
                </a:lnTo>
                <a:lnTo>
                  <a:pt x="12321796" y="5669756"/>
                </a:lnTo>
                <a:lnTo>
                  <a:pt x="12376544" y="5491956"/>
                </a:lnTo>
                <a:close/>
              </a:path>
              <a:path w="13852525" h="11308715">
                <a:moveTo>
                  <a:pt x="6426495" y="5606256"/>
                </a:moveTo>
                <a:lnTo>
                  <a:pt x="6424317" y="5606831"/>
                </a:lnTo>
                <a:lnTo>
                  <a:pt x="6431280" y="5618956"/>
                </a:lnTo>
                <a:lnTo>
                  <a:pt x="6426495" y="5606256"/>
                </a:lnTo>
                <a:close/>
              </a:path>
              <a:path w="13852525" h="11308715">
                <a:moveTo>
                  <a:pt x="7191551" y="5606256"/>
                </a:moveTo>
                <a:lnTo>
                  <a:pt x="6426495" y="5606256"/>
                </a:lnTo>
                <a:lnTo>
                  <a:pt x="6431280" y="5618956"/>
                </a:lnTo>
                <a:lnTo>
                  <a:pt x="7199043" y="5618956"/>
                </a:lnTo>
                <a:lnTo>
                  <a:pt x="7191551" y="5606256"/>
                </a:lnTo>
                <a:close/>
              </a:path>
              <a:path w="13852525" h="11308715">
                <a:moveTo>
                  <a:pt x="7013797" y="5301456"/>
                </a:moveTo>
                <a:lnTo>
                  <a:pt x="6248940" y="5301456"/>
                </a:lnTo>
                <a:lnTo>
                  <a:pt x="6424317" y="5606831"/>
                </a:lnTo>
                <a:lnTo>
                  <a:pt x="6426495" y="5606256"/>
                </a:lnTo>
                <a:lnTo>
                  <a:pt x="7191551" y="5606256"/>
                </a:lnTo>
                <a:lnTo>
                  <a:pt x="7094160" y="5441156"/>
                </a:lnTo>
                <a:lnTo>
                  <a:pt x="7709259" y="5441156"/>
                </a:lnTo>
                <a:lnTo>
                  <a:pt x="7675389" y="5314156"/>
                </a:lnTo>
                <a:lnTo>
                  <a:pt x="7017210" y="5314156"/>
                </a:lnTo>
                <a:lnTo>
                  <a:pt x="7013797" y="5301456"/>
                </a:lnTo>
                <a:close/>
              </a:path>
              <a:path w="13852525" h="11308715">
                <a:moveTo>
                  <a:pt x="5966362" y="5149056"/>
                </a:moveTo>
                <a:lnTo>
                  <a:pt x="5127917" y="5314156"/>
                </a:lnTo>
                <a:lnTo>
                  <a:pt x="5431122" y="5606256"/>
                </a:lnTo>
                <a:lnTo>
                  <a:pt x="6269568" y="5441156"/>
                </a:lnTo>
                <a:lnTo>
                  <a:pt x="5966362" y="5149056"/>
                </a:lnTo>
                <a:close/>
              </a:path>
              <a:path w="13852525" h="11308715">
                <a:moveTo>
                  <a:pt x="10824828" y="5301456"/>
                </a:moveTo>
                <a:lnTo>
                  <a:pt x="7013912" y="5301456"/>
                </a:lnTo>
                <a:lnTo>
                  <a:pt x="7017210" y="5314156"/>
                </a:lnTo>
                <a:lnTo>
                  <a:pt x="7675389" y="5314156"/>
                </a:lnTo>
                <a:lnTo>
                  <a:pt x="7851561" y="5428456"/>
                </a:lnTo>
                <a:lnTo>
                  <a:pt x="7807228" y="5593556"/>
                </a:lnTo>
                <a:lnTo>
                  <a:pt x="10831212" y="5593556"/>
                </a:lnTo>
                <a:lnTo>
                  <a:pt x="10824828" y="5301456"/>
                </a:lnTo>
                <a:close/>
              </a:path>
              <a:path w="13852525" h="11308715">
                <a:moveTo>
                  <a:pt x="4160606" y="5060156"/>
                </a:moveTo>
                <a:lnTo>
                  <a:pt x="3208425" y="5428456"/>
                </a:lnTo>
                <a:lnTo>
                  <a:pt x="3453025" y="5568156"/>
                </a:lnTo>
                <a:lnTo>
                  <a:pt x="4405227" y="5187156"/>
                </a:lnTo>
                <a:lnTo>
                  <a:pt x="4160606" y="5060156"/>
                </a:lnTo>
                <a:close/>
              </a:path>
              <a:path w="13852525" h="11308715">
                <a:moveTo>
                  <a:pt x="12906926" y="3688556"/>
                </a:moveTo>
                <a:lnTo>
                  <a:pt x="12296149" y="4056856"/>
                </a:lnTo>
                <a:lnTo>
                  <a:pt x="12157399" y="5479256"/>
                </a:lnTo>
                <a:lnTo>
                  <a:pt x="12768176" y="5098256"/>
                </a:lnTo>
                <a:lnTo>
                  <a:pt x="12906926" y="3688556"/>
                </a:lnTo>
                <a:close/>
              </a:path>
              <a:path w="13852525" h="11308715">
                <a:moveTo>
                  <a:pt x="6925066" y="4971256"/>
                </a:moveTo>
                <a:lnTo>
                  <a:pt x="7017210" y="5314156"/>
                </a:lnTo>
                <a:lnTo>
                  <a:pt x="7013912" y="5301456"/>
                </a:lnTo>
                <a:lnTo>
                  <a:pt x="10824828" y="5301456"/>
                </a:lnTo>
                <a:lnTo>
                  <a:pt x="10823717" y="5250656"/>
                </a:lnTo>
                <a:lnTo>
                  <a:pt x="10448079" y="5250656"/>
                </a:lnTo>
                <a:lnTo>
                  <a:pt x="10425930" y="5174456"/>
                </a:lnTo>
                <a:lnTo>
                  <a:pt x="7634846" y="5174456"/>
                </a:lnTo>
                <a:lnTo>
                  <a:pt x="6925066" y="4971256"/>
                </a:lnTo>
                <a:close/>
              </a:path>
              <a:path w="13852525" h="11308715">
                <a:moveTo>
                  <a:pt x="11205803" y="4082256"/>
                </a:moveTo>
                <a:lnTo>
                  <a:pt x="10455922" y="4082256"/>
                </a:lnTo>
                <a:lnTo>
                  <a:pt x="10682669" y="5098256"/>
                </a:lnTo>
                <a:lnTo>
                  <a:pt x="10448079" y="5250656"/>
                </a:lnTo>
                <a:lnTo>
                  <a:pt x="10823717" y="5250656"/>
                </a:lnTo>
                <a:lnTo>
                  <a:pt x="10822885" y="5212556"/>
                </a:lnTo>
                <a:lnTo>
                  <a:pt x="11137440" y="4882356"/>
                </a:lnTo>
                <a:lnTo>
                  <a:pt x="11840169" y="4882356"/>
                </a:lnTo>
                <a:lnTo>
                  <a:pt x="11848798" y="4679156"/>
                </a:lnTo>
                <a:lnTo>
                  <a:pt x="11327529" y="4679156"/>
                </a:lnTo>
                <a:lnTo>
                  <a:pt x="11335665" y="4666456"/>
                </a:lnTo>
                <a:lnTo>
                  <a:pt x="11205803" y="4082256"/>
                </a:lnTo>
                <a:close/>
              </a:path>
              <a:path w="13852525" h="11308715">
                <a:moveTo>
                  <a:pt x="3575367" y="4729956"/>
                </a:moveTo>
                <a:lnTo>
                  <a:pt x="2545503" y="5085556"/>
                </a:lnTo>
                <a:lnTo>
                  <a:pt x="2721508" y="5174456"/>
                </a:lnTo>
                <a:lnTo>
                  <a:pt x="3751372" y="4818856"/>
                </a:lnTo>
                <a:lnTo>
                  <a:pt x="3575367" y="4729956"/>
                </a:lnTo>
                <a:close/>
              </a:path>
              <a:path w="13852525" h="11308715">
                <a:moveTo>
                  <a:pt x="7635599" y="4831556"/>
                </a:moveTo>
                <a:lnTo>
                  <a:pt x="7636510" y="5174456"/>
                </a:lnTo>
                <a:lnTo>
                  <a:pt x="10425930" y="5174456"/>
                </a:lnTo>
                <a:lnTo>
                  <a:pt x="10381632" y="5022056"/>
                </a:lnTo>
                <a:lnTo>
                  <a:pt x="7958396" y="5022056"/>
                </a:lnTo>
                <a:lnTo>
                  <a:pt x="7635599" y="4831556"/>
                </a:lnTo>
                <a:close/>
              </a:path>
              <a:path w="13852525" h="11308715">
                <a:moveTo>
                  <a:pt x="5880899" y="4704556"/>
                </a:moveTo>
                <a:lnTo>
                  <a:pt x="6089699" y="5047456"/>
                </a:lnTo>
                <a:lnTo>
                  <a:pt x="6911307" y="5098256"/>
                </a:lnTo>
                <a:lnTo>
                  <a:pt x="6702487" y="4742656"/>
                </a:lnTo>
                <a:lnTo>
                  <a:pt x="5880899" y="4704556"/>
                </a:lnTo>
                <a:close/>
              </a:path>
              <a:path w="13852525" h="11308715">
                <a:moveTo>
                  <a:pt x="5506209" y="4679156"/>
                </a:moveTo>
                <a:lnTo>
                  <a:pt x="4598540" y="4818856"/>
                </a:lnTo>
                <a:lnTo>
                  <a:pt x="4847496" y="5060156"/>
                </a:lnTo>
                <a:lnTo>
                  <a:pt x="5755175" y="4920456"/>
                </a:lnTo>
                <a:lnTo>
                  <a:pt x="5506209" y="4679156"/>
                </a:lnTo>
                <a:close/>
              </a:path>
              <a:path w="13852525" h="11308715">
                <a:moveTo>
                  <a:pt x="7623663" y="4145756"/>
                </a:moveTo>
                <a:lnTo>
                  <a:pt x="7625328" y="4539456"/>
                </a:lnTo>
                <a:lnTo>
                  <a:pt x="8015075" y="4806156"/>
                </a:lnTo>
                <a:lnTo>
                  <a:pt x="7958396" y="5022056"/>
                </a:lnTo>
                <a:lnTo>
                  <a:pt x="10381632" y="5022056"/>
                </a:lnTo>
                <a:lnTo>
                  <a:pt x="10267195" y="4628356"/>
                </a:lnTo>
                <a:lnTo>
                  <a:pt x="9859992" y="4628356"/>
                </a:lnTo>
                <a:lnTo>
                  <a:pt x="9760072" y="4463256"/>
                </a:lnTo>
                <a:lnTo>
                  <a:pt x="8084937" y="4463256"/>
                </a:lnTo>
                <a:lnTo>
                  <a:pt x="7623663" y="4145756"/>
                </a:lnTo>
                <a:close/>
              </a:path>
              <a:path w="13852525" h="11308715">
                <a:moveTo>
                  <a:pt x="6733763" y="4310856"/>
                </a:moveTo>
                <a:lnTo>
                  <a:pt x="6839582" y="4691856"/>
                </a:lnTo>
                <a:lnTo>
                  <a:pt x="7590302" y="4945856"/>
                </a:lnTo>
                <a:lnTo>
                  <a:pt x="7484484" y="4564856"/>
                </a:lnTo>
                <a:lnTo>
                  <a:pt x="6733763" y="4310856"/>
                </a:lnTo>
                <a:close/>
              </a:path>
              <a:path w="13852525" h="11308715">
                <a:moveTo>
                  <a:pt x="13851902" y="3078956"/>
                </a:moveTo>
                <a:lnTo>
                  <a:pt x="13451318" y="3332956"/>
                </a:lnTo>
                <a:lnTo>
                  <a:pt x="13229900" y="4844256"/>
                </a:lnTo>
                <a:lnTo>
                  <a:pt x="13729634" y="4526756"/>
                </a:lnTo>
                <a:lnTo>
                  <a:pt x="13851902" y="3688556"/>
                </a:lnTo>
                <a:lnTo>
                  <a:pt x="13851902" y="3078956"/>
                </a:lnTo>
                <a:close/>
              </a:path>
              <a:path w="13852525" h="11308715">
                <a:moveTo>
                  <a:pt x="2990128" y="4387056"/>
                </a:moveTo>
                <a:lnTo>
                  <a:pt x="1882560" y="4742656"/>
                </a:lnTo>
                <a:lnTo>
                  <a:pt x="1989928" y="4793456"/>
                </a:lnTo>
                <a:lnTo>
                  <a:pt x="3097518" y="4437856"/>
                </a:lnTo>
                <a:lnTo>
                  <a:pt x="2990128" y="4387056"/>
                </a:lnTo>
                <a:close/>
              </a:path>
              <a:path w="13852525" h="11308715">
                <a:moveTo>
                  <a:pt x="11862822" y="4348956"/>
                </a:moveTo>
                <a:lnTo>
                  <a:pt x="11327529" y="4679156"/>
                </a:lnTo>
                <a:lnTo>
                  <a:pt x="11848798" y="4679156"/>
                </a:lnTo>
                <a:lnTo>
                  <a:pt x="11862822" y="4348956"/>
                </a:lnTo>
                <a:close/>
              </a:path>
              <a:path w="13852525" h="11308715">
                <a:moveTo>
                  <a:pt x="10419085" y="3472656"/>
                </a:moveTo>
                <a:lnTo>
                  <a:pt x="9559876" y="3472656"/>
                </a:lnTo>
                <a:lnTo>
                  <a:pt x="10057473" y="4412456"/>
                </a:lnTo>
                <a:lnTo>
                  <a:pt x="9859992" y="4628356"/>
                </a:lnTo>
                <a:lnTo>
                  <a:pt x="10267195" y="4628356"/>
                </a:lnTo>
                <a:lnTo>
                  <a:pt x="10226589" y="4488656"/>
                </a:lnTo>
                <a:lnTo>
                  <a:pt x="10455922" y="4082256"/>
                </a:lnTo>
                <a:lnTo>
                  <a:pt x="11205803" y="4082256"/>
                </a:lnTo>
                <a:lnTo>
                  <a:pt x="11149342" y="3828256"/>
                </a:lnTo>
                <a:lnTo>
                  <a:pt x="10594494" y="3828256"/>
                </a:lnTo>
                <a:lnTo>
                  <a:pt x="10600441" y="3815556"/>
                </a:lnTo>
                <a:lnTo>
                  <a:pt x="10419085" y="3472656"/>
                </a:lnTo>
                <a:close/>
              </a:path>
              <a:path w="13852525" h="11308715">
                <a:moveTo>
                  <a:pt x="5046076" y="4209256"/>
                </a:moveTo>
                <a:lnTo>
                  <a:pt x="4069174" y="4323556"/>
                </a:lnTo>
                <a:lnTo>
                  <a:pt x="4263849" y="4501356"/>
                </a:lnTo>
                <a:lnTo>
                  <a:pt x="5240793" y="4399756"/>
                </a:lnTo>
                <a:lnTo>
                  <a:pt x="5046076" y="4209256"/>
                </a:lnTo>
                <a:close/>
              </a:path>
              <a:path w="13852525" h="11308715">
                <a:moveTo>
                  <a:pt x="5512868" y="4094956"/>
                </a:moveTo>
                <a:lnTo>
                  <a:pt x="5684591" y="4387056"/>
                </a:lnTo>
                <a:lnTo>
                  <a:pt x="6562805" y="4475956"/>
                </a:lnTo>
                <a:lnTo>
                  <a:pt x="6391082" y="4196556"/>
                </a:lnTo>
                <a:lnTo>
                  <a:pt x="5512868" y="4094956"/>
                </a:lnTo>
                <a:close/>
              </a:path>
              <a:path w="13852525" h="11308715">
                <a:moveTo>
                  <a:pt x="7611736" y="3472656"/>
                </a:moveTo>
                <a:lnTo>
                  <a:pt x="7613820" y="3790156"/>
                </a:lnTo>
                <a:lnTo>
                  <a:pt x="8154243" y="4209256"/>
                </a:lnTo>
                <a:lnTo>
                  <a:pt x="8084937" y="4463256"/>
                </a:lnTo>
                <a:lnTo>
                  <a:pt x="9760072" y="4463256"/>
                </a:lnTo>
                <a:lnTo>
                  <a:pt x="9583289" y="4171156"/>
                </a:lnTo>
                <a:lnTo>
                  <a:pt x="9105377" y="4171156"/>
                </a:lnTo>
                <a:lnTo>
                  <a:pt x="8844315" y="3929856"/>
                </a:lnTo>
                <a:lnTo>
                  <a:pt x="8225341" y="3929856"/>
                </a:lnTo>
                <a:lnTo>
                  <a:pt x="7611736" y="3472656"/>
                </a:lnTo>
                <a:close/>
              </a:path>
              <a:path w="13852525" h="11308715">
                <a:moveTo>
                  <a:pt x="2404879" y="4056856"/>
                </a:moveTo>
                <a:lnTo>
                  <a:pt x="1219606" y="4387056"/>
                </a:lnTo>
                <a:lnTo>
                  <a:pt x="1258380" y="4412456"/>
                </a:lnTo>
                <a:lnTo>
                  <a:pt x="2443632" y="4069556"/>
                </a:lnTo>
                <a:lnTo>
                  <a:pt x="2404879" y="4056856"/>
                </a:lnTo>
                <a:close/>
              </a:path>
              <a:path w="13852525" h="11308715">
                <a:moveTo>
                  <a:pt x="11917783" y="2418556"/>
                </a:moveTo>
                <a:lnTo>
                  <a:pt x="11404218" y="2964656"/>
                </a:lnTo>
                <a:lnTo>
                  <a:pt x="11638347" y="4387056"/>
                </a:lnTo>
                <a:lnTo>
                  <a:pt x="12151912" y="3853656"/>
                </a:lnTo>
                <a:lnTo>
                  <a:pt x="11917783" y="2418556"/>
                </a:lnTo>
                <a:close/>
              </a:path>
              <a:path w="13852525" h="11308715">
                <a:moveTo>
                  <a:pt x="6542429" y="3637756"/>
                </a:moveTo>
                <a:lnTo>
                  <a:pt x="6629840" y="3955256"/>
                </a:lnTo>
                <a:lnTo>
                  <a:pt x="7421512" y="4272756"/>
                </a:lnTo>
                <a:lnTo>
                  <a:pt x="7334111" y="3955256"/>
                </a:lnTo>
                <a:lnTo>
                  <a:pt x="6542429" y="3637756"/>
                </a:lnTo>
                <a:close/>
              </a:path>
              <a:path w="13852525" h="11308715">
                <a:moveTo>
                  <a:pt x="8675913" y="2151856"/>
                </a:moveTo>
                <a:lnTo>
                  <a:pt x="8439135" y="3053556"/>
                </a:lnTo>
                <a:lnTo>
                  <a:pt x="9249467" y="3917156"/>
                </a:lnTo>
                <a:lnTo>
                  <a:pt x="9105377" y="4171156"/>
                </a:lnTo>
                <a:lnTo>
                  <a:pt x="9583289" y="4171156"/>
                </a:lnTo>
                <a:lnTo>
                  <a:pt x="9437251" y="3929856"/>
                </a:lnTo>
                <a:lnTo>
                  <a:pt x="9559876" y="3472656"/>
                </a:lnTo>
                <a:lnTo>
                  <a:pt x="10419085" y="3472656"/>
                </a:lnTo>
                <a:lnTo>
                  <a:pt x="10271313" y="3193256"/>
                </a:lnTo>
                <a:lnTo>
                  <a:pt x="9633989" y="3193256"/>
                </a:lnTo>
                <a:lnTo>
                  <a:pt x="9637151" y="3180556"/>
                </a:lnTo>
                <a:lnTo>
                  <a:pt x="8675913" y="2151856"/>
                </a:lnTo>
                <a:close/>
              </a:path>
              <a:path w="13852525" h="11308715">
                <a:moveTo>
                  <a:pt x="4585933" y="3739356"/>
                </a:moveTo>
                <a:lnTo>
                  <a:pt x="3539797" y="3828256"/>
                </a:lnTo>
                <a:lnTo>
                  <a:pt x="3680254" y="3955256"/>
                </a:lnTo>
                <a:lnTo>
                  <a:pt x="4726390" y="3879056"/>
                </a:lnTo>
                <a:lnTo>
                  <a:pt x="4585933" y="3739356"/>
                </a:lnTo>
                <a:close/>
              </a:path>
              <a:path w="13852525" h="11308715">
                <a:moveTo>
                  <a:pt x="8349672" y="3472656"/>
                </a:moveTo>
                <a:lnTo>
                  <a:pt x="8225341" y="3929856"/>
                </a:lnTo>
                <a:lnTo>
                  <a:pt x="8844315" y="3929856"/>
                </a:lnTo>
                <a:lnTo>
                  <a:pt x="8349672" y="3472656"/>
                </a:lnTo>
                <a:close/>
              </a:path>
              <a:path w="13852525" h="11308715">
                <a:moveTo>
                  <a:pt x="5144827" y="3485356"/>
                </a:moveTo>
                <a:lnTo>
                  <a:pt x="5279462" y="3713956"/>
                </a:lnTo>
                <a:lnTo>
                  <a:pt x="6214302" y="3853656"/>
                </a:lnTo>
                <a:lnTo>
                  <a:pt x="6079668" y="3637756"/>
                </a:lnTo>
                <a:lnTo>
                  <a:pt x="5144827" y="3485356"/>
                </a:lnTo>
                <a:close/>
              </a:path>
              <a:path w="13852525" h="11308715">
                <a:moveTo>
                  <a:pt x="11044888" y="3358356"/>
                </a:moveTo>
                <a:lnTo>
                  <a:pt x="10594494" y="3828256"/>
                </a:lnTo>
                <a:lnTo>
                  <a:pt x="11149342" y="3828256"/>
                </a:lnTo>
                <a:lnTo>
                  <a:pt x="11044888" y="3358356"/>
                </a:lnTo>
                <a:close/>
              </a:path>
              <a:path w="13852525" h="11308715">
                <a:moveTo>
                  <a:pt x="7599810" y="2786856"/>
                </a:moveTo>
                <a:lnTo>
                  <a:pt x="7602313" y="3040856"/>
                </a:lnTo>
                <a:lnTo>
                  <a:pt x="8282857" y="3612356"/>
                </a:lnTo>
                <a:lnTo>
                  <a:pt x="8280355" y="3358356"/>
                </a:lnTo>
                <a:lnTo>
                  <a:pt x="7599810" y="2786856"/>
                </a:lnTo>
                <a:close/>
              </a:path>
              <a:path w="13852525" h="11308715">
                <a:moveTo>
                  <a:pt x="6351115" y="2977356"/>
                </a:moveTo>
                <a:lnTo>
                  <a:pt x="6420118" y="3218656"/>
                </a:lnTo>
                <a:lnTo>
                  <a:pt x="7252732" y="3599656"/>
                </a:lnTo>
                <a:lnTo>
                  <a:pt x="7183739" y="3345656"/>
                </a:lnTo>
                <a:lnTo>
                  <a:pt x="6351115" y="2977356"/>
                </a:lnTo>
                <a:close/>
              </a:path>
              <a:path w="13852525" h="11308715">
                <a:moveTo>
                  <a:pt x="12790678" y="1491456"/>
                </a:moveTo>
                <a:lnTo>
                  <a:pt x="12370890" y="1923256"/>
                </a:lnTo>
                <a:lnTo>
                  <a:pt x="12548382" y="3472656"/>
                </a:lnTo>
                <a:lnTo>
                  <a:pt x="12968181" y="3040856"/>
                </a:lnTo>
                <a:lnTo>
                  <a:pt x="12790678" y="1491456"/>
                </a:lnTo>
                <a:close/>
              </a:path>
              <a:path w="13852525" h="11308715">
                <a:moveTo>
                  <a:pt x="10591646" y="1453356"/>
                </a:moveTo>
                <a:lnTo>
                  <a:pt x="10217657" y="2113756"/>
                </a:lnTo>
                <a:lnTo>
                  <a:pt x="10830727" y="3459956"/>
                </a:lnTo>
                <a:lnTo>
                  <a:pt x="11204716" y="2799556"/>
                </a:lnTo>
                <a:lnTo>
                  <a:pt x="10591646" y="1453356"/>
                </a:lnTo>
                <a:close/>
              </a:path>
              <a:path w="13852525" h="11308715">
                <a:moveTo>
                  <a:pt x="4125801" y="3282156"/>
                </a:moveTo>
                <a:lnTo>
                  <a:pt x="3010421" y="3332956"/>
                </a:lnTo>
                <a:lnTo>
                  <a:pt x="3096628" y="3409156"/>
                </a:lnTo>
                <a:lnTo>
                  <a:pt x="4212018" y="3358356"/>
                </a:lnTo>
                <a:lnTo>
                  <a:pt x="4125801" y="3282156"/>
                </a:lnTo>
                <a:close/>
              </a:path>
              <a:path w="13852525" h="11308715">
                <a:moveTo>
                  <a:pt x="4776796" y="2888456"/>
                </a:moveTo>
                <a:lnTo>
                  <a:pt x="4874343" y="3040856"/>
                </a:lnTo>
                <a:lnTo>
                  <a:pt x="5865810" y="3231356"/>
                </a:lnTo>
                <a:lnTo>
                  <a:pt x="5768264" y="3078956"/>
                </a:lnTo>
                <a:lnTo>
                  <a:pt x="4776796" y="2888456"/>
                </a:lnTo>
                <a:close/>
              </a:path>
              <a:path w="13852525" h="11308715">
                <a:moveTo>
                  <a:pt x="9962335" y="2609056"/>
                </a:moveTo>
                <a:lnTo>
                  <a:pt x="9633989" y="3193256"/>
                </a:lnTo>
                <a:lnTo>
                  <a:pt x="10271313" y="3193256"/>
                </a:lnTo>
                <a:lnTo>
                  <a:pt x="9962335" y="2609056"/>
                </a:lnTo>
                <a:close/>
              </a:path>
              <a:path w="13852525" h="11308715">
                <a:moveTo>
                  <a:pt x="7587884" y="2113756"/>
                </a:moveTo>
                <a:lnTo>
                  <a:pt x="7590805" y="2291556"/>
                </a:lnTo>
                <a:lnTo>
                  <a:pt x="8294784" y="2926556"/>
                </a:lnTo>
                <a:lnTo>
                  <a:pt x="8291862" y="2736056"/>
                </a:lnTo>
                <a:lnTo>
                  <a:pt x="7587884" y="2113756"/>
                </a:lnTo>
                <a:close/>
              </a:path>
              <a:path w="13852525" h="11308715">
                <a:moveTo>
                  <a:pt x="6159801" y="2304256"/>
                </a:moveTo>
                <a:lnTo>
                  <a:pt x="6210376" y="2482056"/>
                </a:lnTo>
                <a:lnTo>
                  <a:pt x="7083951" y="2913856"/>
                </a:lnTo>
                <a:lnTo>
                  <a:pt x="7033366" y="2736056"/>
                </a:lnTo>
                <a:lnTo>
                  <a:pt x="6159801" y="2304256"/>
                </a:lnTo>
                <a:close/>
              </a:path>
              <a:path w="13852525" h="11308715">
                <a:moveTo>
                  <a:pt x="3665658" y="2812256"/>
                </a:moveTo>
                <a:lnTo>
                  <a:pt x="2481055" y="2837656"/>
                </a:lnTo>
                <a:lnTo>
                  <a:pt x="2512981" y="2863056"/>
                </a:lnTo>
                <a:lnTo>
                  <a:pt x="3697615" y="2837656"/>
                </a:lnTo>
                <a:lnTo>
                  <a:pt x="3665658" y="2812256"/>
                </a:lnTo>
                <a:close/>
              </a:path>
              <a:path w="13852525" h="11308715">
                <a:moveTo>
                  <a:pt x="9002134" y="843756"/>
                </a:moveTo>
                <a:lnTo>
                  <a:pt x="8802779" y="1605756"/>
                </a:lnTo>
                <a:lnTo>
                  <a:pt x="9774309" y="2761456"/>
                </a:lnTo>
                <a:lnTo>
                  <a:pt x="9973675" y="2012156"/>
                </a:lnTo>
                <a:lnTo>
                  <a:pt x="9002134" y="843756"/>
                </a:lnTo>
                <a:close/>
              </a:path>
              <a:path w="13852525" h="11308715">
                <a:moveTo>
                  <a:pt x="4408755" y="2278856"/>
                </a:moveTo>
                <a:lnTo>
                  <a:pt x="4469235" y="2380456"/>
                </a:lnTo>
                <a:lnTo>
                  <a:pt x="5517318" y="2609056"/>
                </a:lnTo>
                <a:lnTo>
                  <a:pt x="5456849" y="2520156"/>
                </a:lnTo>
                <a:lnTo>
                  <a:pt x="4408755" y="2278856"/>
                </a:lnTo>
                <a:close/>
              </a:path>
              <a:path w="13852525" h="11308715">
                <a:moveTo>
                  <a:pt x="11220946" y="284956"/>
                </a:moveTo>
                <a:lnTo>
                  <a:pt x="10915740" y="843756"/>
                </a:lnTo>
                <a:lnTo>
                  <a:pt x="11503785" y="2316956"/>
                </a:lnTo>
                <a:lnTo>
                  <a:pt x="11808991" y="1770856"/>
                </a:lnTo>
                <a:lnTo>
                  <a:pt x="11220946" y="284956"/>
                </a:lnTo>
                <a:close/>
              </a:path>
              <a:path w="13852525" h="11308715">
                <a:moveTo>
                  <a:pt x="5968477" y="1643856"/>
                </a:moveTo>
                <a:lnTo>
                  <a:pt x="6000644" y="1745456"/>
                </a:lnTo>
                <a:lnTo>
                  <a:pt x="6915171" y="2240756"/>
                </a:lnTo>
                <a:lnTo>
                  <a:pt x="6883015" y="2126456"/>
                </a:lnTo>
                <a:lnTo>
                  <a:pt x="5968477" y="1643856"/>
                </a:lnTo>
                <a:close/>
              </a:path>
              <a:path w="13852525" h="11308715">
                <a:moveTo>
                  <a:pt x="7575968" y="1427956"/>
                </a:moveTo>
                <a:lnTo>
                  <a:pt x="7579298" y="1542256"/>
                </a:lnTo>
                <a:lnTo>
                  <a:pt x="8306699" y="2240756"/>
                </a:lnTo>
                <a:lnTo>
                  <a:pt x="8303370" y="2126456"/>
                </a:lnTo>
                <a:lnTo>
                  <a:pt x="7575968" y="1427956"/>
                </a:lnTo>
                <a:close/>
              </a:path>
              <a:path w="13852525" h="11308715">
                <a:moveTo>
                  <a:pt x="4040735" y="1669256"/>
                </a:moveTo>
                <a:lnTo>
                  <a:pt x="4064096" y="1707356"/>
                </a:lnTo>
                <a:lnTo>
                  <a:pt x="5168826" y="1986756"/>
                </a:lnTo>
                <a:lnTo>
                  <a:pt x="5145445" y="1961356"/>
                </a:lnTo>
                <a:lnTo>
                  <a:pt x="4040735" y="1669256"/>
                </a:lnTo>
                <a:close/>
              </a:path>
              <a:path w="13852525" h="11308715">
                <a:moveTo>
                  <a:pt x="5777164" y="970756"/>
                </a:moveTo>
                <a:lnTo>
                  <a:pt x="5790923" y="1008856"/>
                </a:lnTo>
                <a:lnTo>
                  <a:pt x="6746391" y="1554956"/>
                </a:lnTo>
                <a:lnTo>
                  <a:pt x="6732643" y="1529556"/>
                </a:lnTo>
                <a:lnTo>
                  <a:pt x="5777164" y="970756"/>
                </a:lnTo>
                <a:close/>
              </a:path>
              <a:path w="13852525" h="11308715">
                <a:moveTo>
                  <a:pt x="7564041" y="754856"/>
                </a:moveTo>
                <a:lnTo>
                  <a:pt x="7567790" y="792956"/>
                </a:lnTo>
                <a:lnTo>
                  <a:pt x="8318636" y="1554956"/>
                </a:lnTo>
                <a:lnTo>
                  <a:pt x="8314888" y="1516856"/>
                </a:lnTo>
                <a:lnTo>
                  <a:pt x="7564041" y="754856"/>
                </a:lnTo>
                <a:close/>
              </a:path>
              <a:path w="13852525" h="11308715">
                <a:moveTo>
                  <a:pt x="9684684" y="5556"/>
                </a:moveTo>
                <a:lnTo>
                  <a:pt x="9205378" y="5556"/>
                </a:lnTo>
                <a:lnTo>
                  <a:pt x="9166401" y="157956"/>
                </a:lnTo>
                <a:lnTo>
                  <a:pt x="10148214" y="1453356"/>
                </a:lnTo>
                <a:lnTo>
                  <a:pt x="10310167" y="831056"/>
                </a:lnTo>
                <a:lnTo>
                  <a:pt x="9684684" y="5556"/>
                </a:lnTo>
                <a:close/>
              </a:path>
              <a:path w="13852525" h="11308715">
                <a:moveTo>
                  <a:pt x="12155392" y="5556"/>
                </a:moveTo>
                <a:lnTo>
                  <a:pt x="11769899" y="5556"/>
                </a:lnTo>
                <a:lnTo>
                  <a:pt x="12176843" y="1173956"/>
                </a:lnTo>
                <a:lnTo>
                  <a:pt x="12413266" y="742156"/>
                </a:lnTo>
                <a:lnTo>
                  <a:pt x="12155392" y="5556"/>
                </a:lnTo>
                <a:close/>
              </a:path>
              <a:path w="13852525" h="11308715">
                <a:moveTo>
                  <a:pt x="10558529" y="5556"/>
                </a:moveTo>
                <a:lnTo>
                  <a:pt x="10424416" y="5556"/>
                </a:lnTo>
                <a:lnTo>
                  <a:pt x="10522108" y="145256"/>
                </a:lnTo>
                <a:lnTo>
                  <a:pt x="10558529" y="5556"/>
                </a:lnTo>
                <a:close/>
              </a:path>
            </a:pathLst>
          </a:custGeom>
          <a:solidFill>
            <a:srgbClr val="1A0F5C">
              <a:alpha val="5000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FDD0999-C447-FB95-885F-11AEB8E0577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3908" y="1714110"/>
            <a:ext cx="1840546" cy="610478"/>
          </a:xfrm>
          <a:prstGeom prst="rect">
            <a:avLst/>
          </a:prstGeom>
        </p:spPr>
      </p:pic>
      <p:pic>
        <p:nvPicPr>
          <p:cNvPr id="12" name="Picture 11" descr="Text&#10;&#10;Description automatically generated">
            <a:extLst>
              <a:ext uri="{FF2B5EF4-FFF2-40B4-BE49-F238E27FC236}">
                <a16:creationId xmlns:a16="http://schemas.microsoft.com/office/drawing/2014/main" id="{052BB045-3673-73C6-366C-5299FAB80CB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411629" y="5850238"/>
            <a:ext cx="2396464" cy="632869"/>
          </a:xfrm>
          <a:prstGeom prst="rect">
            <a:avLst/>
          </a:prstGeo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88DEC64-D764-8A4C-D43B-2AB8EB9B34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4176" y="5534568"/>
            <a:ext cx="7238755" cy="632870"/>
          </a:xfrm>
        </p:spPr>
        <p:txBody>
          <a:bodyPr>
            <a:norm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  <a:lvl2pPr marL="457200" indent="0">
              <a:buNone/>
              <a:defRPr sz="800">
                <a:solidFill>
                  <a:schemeClr val="bg1"/>
                </a:solidFill>
              </a:defRPr>
            </a:lvl2pPr>
            <a:lvl3pPr marL="914400" indent="0">
              <a:buNone/>
              <a:defRPr sz="800">
                <a:solidFill>
                  <a:schemeClr val="bg1"/>
                </a:solidFill>
              </a:defRPr>
            </a:lvl3pPr>
            <a:lvl4pPr marL="1371600" indent="0">
              <a:buNone/>
              <a:defRPr sz="800">
                <a:solidFill>
                  <a:schemeClr val="bg1"/>
                </a:solidFill>
              </a:defRPr>
            </a:lvl4pPr>
            <a:lvl5pPr marL="1828800" indent="0">
              <a:buNone/>
              <a:defRPr sz="800">
                <a:solidFill>
                  <a:schemeClr val="bg1"/>
                </a:solidFill>
              </a:defRPr>
            </a:lvl5pPr>
          </a:lstStyle>
          <a:p>
            <a:r>
              <a:rPr lang="en-GB">
                <a:effectLst/>
                <a:latin typeface="Arial" panose="020B0604020202020204" pitchFamily="34" charset="0"/>
              </a:rPr>
              <a:t>Lorem ipsum </a:t>
            </a:r>
            <a:r>
              <a:rPr lang="en-GB" err="1">
                <a:effectLst/>
                <a:latin typeface="Arial" panose="020B0604020202020204" pitchFamily="34" charset="0"/>
              </a:rPr>
              <a:t>dolor</a:t>
            </a:r>
            <a:r>
              <a:rPr lang="en-GB">
                <a:effectLst/>
                <a:latin typeface="Arial" panose="020B0604020202020204" pitchFamily="34" charset="0"/>
              </a:rPr>
              <a:t> sit </a:t>
            </a:r>
            <a:r>
              <a:rPr lang="en-GB" err="1">
                <a:effectLst/>
                <a:latin typeface="Arial" panose="020B0604020202020204" pitchFamily="34" charset="0"/>
              </a:rPr>
              <a:t>amet</a:t>
            </a:r>
            <a:r>
              <a:rPr lang="en-GB">
                <a:effectLst/>
                <a:latin typeface="Arial" panose="020B0604020202020204" pitchFamily="34" charset="0"/>
              </a:rPr>
              <a:t>, </a:t>
            </a:r>
            <a:r>
              <a:rPr lang="en-GB" err="1">
                <a:effectLst/>
                <a:latin typeface="Arial" panose="020B0604020202020204" pitchFamily="34" charset="0"/>
              </a:rPr>
              <a:t>consectetur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adipiscing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elit</a:t>
            </a:r>
            <a:r>
              <a:rPr lang="en-GB">
                <a:effectLst/>
                <a:latin typeface="Arial" panose="020B0604020202020204" pitchFamily="34" charset="0"/>
              </a:rPr>
              <a:t>. Ut convallis </a:t>
            </a:r>
            <a:r>
              <a:rPr lang="en-GB" err="1">
                <a:effectLst/>
                <a:latin typeface="Arial" panose="020B0604020202020204" pitchFamily="34" charset="0"/>
              </a:rPr>
              <a:t>aliquam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volutpat</a:t>
            </a:r>
            <a:r>
              <a:rPr lang="en-GB">
                <a:effectLst/>
                <a:latin typeface="Arial" panose="020B0604020202020204" pitchFamily="34" charset="0"/>
              </a:rPr>
              <a:t>. </a:t>
            </a:r>
            <a:r>
              <a:rPr lang="en-GB" err="1">
                <a:effectLst/>
                <a:latin typeface="Arial" panose="020B0604020202020204" pitchFamily="34" charset="0"/>
              </a:rPr>
              <a:t>Suspendisse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volutpat</a:t>
            </a:r>
            <a:r>
              <a:rPr lang="en-GB">
                <a:effectLst/>
                <a:latin typeface="Arial" panose="020B0604020202020204" pitchFamily="34" charset="0"/>
              </a:rPr>
              <a:t> id eros a </a:t>
            </a:r>
            <a:r>
              <a:rPr lang="en-GB" err="1">
                <a:effectLst/>
                <a:latin typeface="Arial" panose="020B0604020202020204" pitchFamily="34" charset="0"/>
              </a:rPr>
              <a:t>ultricies</a:t>
            </a:r>
            <a:r>
              <a:rPr lang="en-GB">
                <a:effectLst/>
                <a:latin typeface="Arial" panose="020B0604020202020204" pitchFamily="34" charset="0"/>
              </a:rPr>
              <a:t>. Vestibulum </a:t>
            </a:r>
            <a:r>
              <a:rPr lang="en-GB" err="1">
                <a:effectLst/>
                <a:latin typeface="Arial" panose="020B0604020202020204" pitchFamily="34" charset="0"/>
              </a:rPr>
              <a:t>iaculis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luctus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velit</a:t>
            </a:r>
            <a:r>
              <a:rPr lang="en-GB">
                <a:effectLst/>
                <a:latin typeface="Arial" panose="020B0604020202020204" pitchFamily="34" charset="0"/>
              </a:rPr>
              <a:t>, vitae fermentum </a:t>
            </a:r>
            <a:r>
              <a:rPr lang="en-GB" err="1">
                <a:effectLst/>
                <a:latin typeface="Arial" panose="020B0604020202020204" pitchFamily="34" charset="0"/>
              </a:rPr>
              <a:t>felis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sollicitudin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quis</a:t>
            </a:r>
            <a:r>
              <a:rPr lang="en-GB">
                <a:effectLst/>
                <a:latin typeface="Arial" panose="020B0604020202020204" pitchFamily="34" charset="0"/>
              </a:rPr>
              <a:t>. </a:t>
            </a:r>
            <a:r>
              <a:rPr lang="en-GB" err="1">
                <a:effectLst/>
                <a:latin typeface="Arial" panose="020B0604020202020204" pitchFamily="34" charset="0"/>
              </a:rPr>
              <a:t>Pellentesque</a:t>
            </a:r>
            <a:r>
              <a:rPr lang="en-GB">
                <a:effectLst/>
                <a:latin typeface="Arial" panose="020B0604020202020204" pitchFamily="34" charset="0"/>
              </a:rPr>
              <a:t> tempus libero </a:t>
            </a:r>
            <a:r>
              <a:rPr lang="en-GB" err="1">
                <a:effectLst/>
                <a:latin typeface="Arial" panose="020B0604020202020204" pitchFamily="34" charset="0"/>
              </a:rPr>
              <a:t>nibh</a:t>
            </a:r>
            <a:r>
              <a:rPr lang="en-GB">
                <a:effectLst/>
                <a:latin typeface="Arial" panose="020B0604020202020204" pitchFamily="34" charset="0"/>
              </a:rPr>
              <a:t>, </a:t>
            </a:r>
            <a:r>
              <a:rPr lang="en-GB" err="1">
                <a:effectLst/>
                <a:latin typeface="Arial" panose="020B0604020202020204" pitchFamily="34" charset="0"/>
              </a:rPr>
              <a:t>nec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interdum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urna</a:t>
            </a:r>
            <a:r>
              <a:rPr lang="en-GB">
                <a:effectLst/>
                <a:latin typeface="Arial" panose="020B0604020202020204" pitchFamily="34" charset="0"/>
              </a:rPr>
              <a:t> fermentum vel. Nunc </a:t>
            </a:r>
            <a:r>
              <a:rPr lang="en-GB" err="1">
                <a:effectLst/>
                <a:latin typeface="Arial" panose="020B0604020202020204" pitchFamily="34" charset="0"/>
              </a:rPr>
              <a:t>dignissim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lacus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velit</a:t>
            </a:r>
            <a:r>
              <a:rPr lang="en-GB">
                <a:effectLst/>
                <a:latin typeface="Arial" panose="020B0604020202020204" pitchFamily="34" charset="0"/>
              </a:rPr>
              <a:t>, </a:t>
            </a:r>
            <a:r>
              <a:rPr lang="en-GB" err="1">
                <a:effectLst/>
                <a:latin typeface="Arial" panose="020B0604020202020204" pitchFamily="34" charset="0"/>
              </a:rPr>
              <a:t>eu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hendrerit</a:t>
            </a:r>
            <a:r>
              <a:rPr lang="en-GB">
                <a:effectLst/>
                <a:latin typeface="Arial" panose="020B0604020202020204" pitchFamily="34" charset="0"/>
              </a:rPr>
              <a:t> magna </a:t>
            </a:r>
            <a:r>
              <a:rPr lang="en-GB" err="1">
                <a:effectLst/>
                <a:latin typeface="Arial" panose="020B0604020202020204" pitchFamily="34" charset="0"/>
              </a:rPr>
              <a:t>commodo</a:t>
            </a:r>
            <a:r>
              <a:rPr lang="en-GB">
                <a:effectLst/>
                <a:latin typeface="Arial" panose="020B0604020202020204" pitchFamily="34" charset="0"/>
              </a:rPr>
              <a:t> et. </a:t>
            </a:r>
            <a:r>
              <a:rPr lang="en-GB" err="1">
                <a:effectLst/>
                <a:latin typeface="Arial" panose="020B0604020202020204" pitchFamily="34" charset="0"/>
              </a:rPr>
              <a:t>Aliquam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suscipit</a:t>
            </a:r>
            <a:r>
              <a:rPr lang="en-GB">
                <a:effectLst/>
                <a:latin typeface="Arial" panose="020B0604020202020204" pitchFamily="34" charset="0"/>
              </a:rPr>
              <a:t>, </a:t>
            </a:r>
            <a:r>
              <a:rPr lang="en-GB" err="1">
                <a:effectLst/>
                <a:latin typeface="Arial" panose="020B0604020202020204" pitchFamily="34" charset="0"/>
              </a:rPr>
              <a:t>tellus</a:t>
            </a:r>
            <a:r>
              <a:rPr lang="en-GB">
                <a:effectLst/>
                <a:latin typeface="Arial" panose="020B0604020202020204" pitchFamily="34" charset="0"/>
              </a:rPr>
              <a:t> ac auctor </a:t>
            </a:r>
            <a:r>
              <a:rPr lang="en-GB" err="1">
                <a:effectLst/>
                <a:latin typeface="Arial" panose="020B0604020202020204" pitchFamily="34" charset="0"/>
              </a:rPr>
              <a:t>egestas</a:t>
            </a:r>
            <a:r>
              <a:rPr lang="en-GB">
                <a:effectLst/>
                <a:latin typeface="Arial" panose="020B0604020202020204" pitchFamily="34" charset="0"/>
              </a:rPr>
              <a:t>, </a:t>
            </a:r>
            <a:r>
              <a:rPr lang="en-GB" err="1">
                <a:effectLst/>
                <a:latin typeface="Arial" panose="020B0604020202020204" pitchFamily="34" charset="0"/>
              </a:rPr>
              <a:t>arcu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leo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molestie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augue</a:t>
            </a:r>
            <a:r>
              <a:rPr lang="en-GB">
                <a:effectLst/>
                <a:latin typeface="Arial" panose="020B0604020202020204" pitchFamily="34" charset="0"/>
              </a:rPr>
              <a:t>, at porta </a:t>
            </a:r>
            <a:r>
              <a:rPr lang="en-GB" err="1">
                <a:effectLst/>
                <a:latin typeface="Arial" panose="020B0604020202020204" pitchFamily="34" charset="0"/>
              </a:rPr>
              <a:t>dolor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odio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quis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lectus</a:t>
            </a:r>
            <a:r>
              <a:rPr lang="en-GB">
                <a:effectLst/>
                <a:latin typeface="Arial" panose="020B0604020202020204" pitchFamily="34" charset="0"/>
              </a:rPr>
              <a:t>. Integer </a:t>
            </a:r>
            <a:r>
              <a:rPr lang="en-GB" err="1">
                <a:effectLst/>
                <a:latin typeface="Arial" panose="020B0604020202020204" pitchFamily="34" charset="0"/>
              </a:rPr>
              <a:t>justo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orci</a:t>
            </a:r>
            <a:r>
              <a:rPr lang="en-GB">
                <a:effectLst/>
                <a:latin typeface="Arial" panose="020B0604020202020204" pitchFamily="34" charset="0"/>
              </a:rPr>
              <a:t>, </a:t>
            </a:r>
            <a:r>
              <a:rPr lang="en-GB" err="1">
                <a:effectLst/>
                <a:latin typeface="Arial" panose="020B0604020202020204" pitchFamily="34" charset="0"/>
              </a:rPr>
              <a:t>vulputate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ut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laoreet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ut</a:t>
            </a:r>
            <a:r>
              <a:rPr lang="en-GB">
                <a:effectLst/>
                <a:latin typeface="Arial" panose="020B0604020202020204" pitchFamily="34" charset="0"/>
              </a:rPr>
              <a:t>, </a:t>
            </a:r>
            <a:r>
              <a:rPr lang="en-GB" err="1">
                <a:effectLst/>
                <a:latin typeface="Arial" panose="020B0604020202020204" pitchFamily="34" charset="0"/>
              </a:rPr>
              <a:t>imperdiet</a:t>
            </a:r>
            <a:r>
              <a:rPr lang="en-GB">
                <a:effectLst/>
                <a:latin typeface="Arial" panose="020B0604020202020204" pitchFamily="34" charset="0"/>
              </a:rPr>
              <a:t> id </a:t>
            </a:r>
            <a:r>
              <a:rPr lang="en-GB" err="1">
                <a:effectLst/>
                <a:latin typeface="Arial" panose="020B0604020202020204" pitchFamily="34" charset="0"/>
              </a:rPr>
              <a:t>neque</a:t>
            </a:r>
            <a:r>
              <a:rPr lang="en-GB">
                <a:effectLst/>
                <a:latin typeface="Arial" panose="020B0604020202020204" pitchFamily="34" charset="0"/>
              </a:rPr>
              <a:t>. Vestibulum ante ipsum </a:t>
            </a:r>
            <a:r>
              <a:rPr lang="en-GB" err="1">
                <a:effectLst/>
                <a:latin typeface="Arial" panose="020B0604020202020204" pitchFamily="34" charset="0"/>
              </a:rPr>
              <a:t>primis</a:t>
            </a:r>
            <a:r>
              <a:rPr lang="en-GB">
                <a:effectLst/>
                <a:latin typeface="Arial" panose="020B0604020202020204" pitchFamily="34" charset="0"/>
              </a:rPr>
              <a:t> in </a:t>
            </a:r>
            <a:r>
              <a:rPr lang="en-GB" err="1">
                <a:effectLst/>
                <a:latin typeface="Arial" panose="020B0604020202020204" pitchFamily="34" charset="0"/>
              </a:rPr>
              <a:t>faucibus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orci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luctus</a:t>
            </a:r>
            <a:r>
              <a:rPr lang="en-GB">
                <a:effectLst/>
                <a:latin typeface="Arial" panose="020B0604020202020204" pitchFamily="34" charset="0"/>
              </a:rPr>
              <a:t> et </a:t>
            </a:r>
            <a:r>
              <a:rPr lang="en-GB" err="1">
                <a:effectLst/>
                <a:latin typeface="Arial" panose="020B0604020202020204" pitchFamily="34" charset="0"/>
              </a:rPr>
              <a:t>ultrices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posuere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cubilia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curae</a:t>
            </a:r>
            <a:r>
              <a:rPr lang="en-GB">
                <a:effectLst/>
                <a:latin typeface="Arial" panose="020B0604020202020204" pitchFamily="34" charset="0"/>
              </a:rPr>
              <a:t>; Nam gravida </a:t>
            </a:r>
            <a:r>
              <a:rPr lang="en-GB" err="1">
                <a:effectLst/>
                <a:latin typeface="Arial" panose="020B0604020202020204" pitchFamily="34" charset="0"/>
              </a:rPr>
              <a:t>odio</a:t>
            </a:r>
            <a:r>
              <a:rPr lang="en-GB">
                <a:effectLst/>
                <a:latin typeface="Arial" panose="020B0604020202020204" pitchFamily="34" charset="0"/>
              </a:rPr>
              <a:t> id </a:t>
            </a:r>
            <a:r>
              <a:rPr lang="en-GB" err="1">
                <a:effectLst/>
                <a:latin typeface="Arial" panose="020B0604020202020204" pitchFamily="34" charset="0"/>
              </a:rPr>
              <a:t>bibendum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posuere</a:t>
            </a:r>
            <a:r>
              <a:rPr lang="en-GB">
                <a:effectLst/>
                <a:latin typeface="Arial" panose="020B0604020202020204" pitchFamily="34" charset="0"/>
              </a:rPr>
              <a:t>. Nunc </a:t>
            </a:r>
            <a:r>
              <a:rPr lang="en-GB" err="1">
                <a:effectLst/>
                <a:latin typeface="Arial" panose="020B0604020202020204" pitchFamily="34" charset="0"/>
              </a:rPr>
              <a:t>massa</a:t>
            </a:r>
            <a:r>
              <a:rPr lang="en-GB">
                <a:effectLst/>
                <a:latin typeface="Arial" panose="020B0604020202020204" pitchFamily="34" charset="0"/>
              </a:rPr>
              <a:t> ante, </a:t>
            </a:r>
            <a:r>
              <a:rPr lang="en-GB" err="1">
                <a:effectLst/>
                <a:latin typeface="Arial" panose="020B0604020202020204" pitchFamily="34" charset="0"/>
              </a:rPr>
              <a:t>elementum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quis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massa</a:t>
            </a:r>
            <a:r>
              <a:rPr lang="en-GB">
                <a:effectLst/>
                <a:latin typeface="Arial" panose="020B0604020202020204" pitchFamily="34" charset="0"/>
              </a:rPr>
              <a:t> vitae, maximus porta </a:t>
            </a:r>
            <a:r>
              <a:rPr lang="en-GB" err="1">
                <a:effectLst/>
                <a:latin typeface="Arial" panose="020B0604020202020204" pitchFamily="34" charset="0"/>
              </a:rPr>
              <a:t>nunc</a:t>
            </a:r>
            <a:r>
              <a:rPr lang="en-GB">
                <a:effectLst/>
                <a:latin typeface="Arial" panose="020B0604020202020204" pitchFamily="34" charset="0"/>
              </a:rPr>
              <a:t>. </a:t>
            </a:r>
            <a:r>
              <a:rPr lang="en-GB" err="1">
                <a:effectLst/>
                <a:latin typeface="Arial" panose="020B0604020202020204" pitchFamily="34" charset="0"/>
              </a:rPr>
              <a:t>Quisque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ut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aliquam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odio</a:t>
            </a:r>
            <a:r>
              <a:rPr lang="en-GB">
                <a:effectLst/>
                <a:latin typeface="Arial" panose="020B0604020202020204" pitchFamily="34" charset="0"/>
              </a:rPr>
              <a:t>, in </a:t>
            </a:r>
            <a:r>
              <a:rPr lang="en-GB" err="1">
                <a:effectLst/>
                <a:latin typeface="Arial" panose="020B0604020202020204" pitchFamily="34" charset="0"/>
              </a:rPr>
              <a:t>tempor</a:t>
            </a:r>
            <a:r>
              <a:rPr lang="en-GB">
                <a:effectLst/>
                <a:latin typeface="Arial" panose="020B0604020202020204" pitchFamily="34" charset="0"/>
              </a:rPr>
              <a:t> ligula.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A4464583-1239-FB82-9175-7322CF8AE61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3907" y="4832854"/>
            <a:ext cx="7239024" cy="323850"/>
          </a:xfrm>
        </p:spPr>
        <p:txBody>
          <a:bodyPr anchor="ctr">
            <a:no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GB" err="1"/>
              <a:t>contact@jmangroup.com</a:t>
            </a:r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A24E46-427A-7DEC-DE9C-066068F7BE7A}"/>
              </a:ext>
            </a:extLst>
          </p:cNvPr>
          <p:cNvSpPr txBox="1"/>
          <p:nvPr userDrawn="1"/>
        </p:nvSpPr>
        <p:spPr>
          <a:xfrm>
            <a:off x="383907" y="4460488"/>
            <a:ext cx="7239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Contact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0E9EBB-6A53-3F7B-9800-BBA831116867}"/>
              </a:ext>
            </a:extLst>
          </p:cNvPr>
          <p:cNvSpPr txBox="1"/>
          <p:nvPr userDrawn="1"/>
        </p:nvSpPr>
        <p:spPr>
          <a:xfrm>
            <a:off x="1" y="-825190"/>
            <a:ext cx="2389352" cy="646331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/>
              <a:t>Change background to match front cover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A26425-6CAA-69B2-B0CC-EA6F39B1F0F3}"/>
              </a:ext>
            </a:extLst>
          </p:cNvPr>
          <p:cNvSpPr txBox="1"/>
          <p:nvPr userDrawn="1"/>
        </p:nvSpPr>
        <p:spPr>
          <a:xfrm>
            <a:off x="383907" y="6267664"/>
            <a:ext cx="20054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jmangroup.com</a:t>
            </a:r>
            <a:endParaRPr lang="en-GB" sz="800" spc="55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3253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1">
    <p:bg>
      <p:bgPr>
        <a:gradFill>
          <a:gsLst>
            <a:gs pos="100000">
              <a:schemeClr val="bg2"/>
            </a:gs>
            <a:gs pos="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C2140F33-259D-7446-718A-78A220058B3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72032" y="1"/>
            <a:ext cx="7519969" cy="6857603"/>
          </a:xfrm>
          <a:custGeom>
            <a:avLst/>
            <a:gdLst>
              <a:gd name="connsiteX0" fmla="*/ 3362094 w 7519969"/>
              <a:gd name="connsiteY0" fmla="*/ 5329533 h 6857603"/>
              <a:gd name="connsiteX1" fmla="*/ 3220954 w 7519969"/>
              <a:gd name="connsiteY1" fmla="*/ 6178219 h 6857603"/>
              <a:gd name="connsiteX2" fmla="*/ 3134643 w 7519969"/>
              <a:gd name="connsiteY2" fmla="*/ 6697363 h 6857603"/>
              <a:gd name="connsiteX3" fmla="*/ 2522397 w 7519969"/>
              <a:gd name="connsiteY3" fmla="*/ 6857603 h 6857603"/>
              <a:gd name="connsiteX4" fmla="*/ 2522400 w 7519969"/>
              <a:gd name="connsiteY4" fmla="*/ 6857585 h 6857603"/>
              <a:gd name="connsiteX5" fmla="*/ 2749848 w 7519969"/>
              <a:gd name="connsiteY5" fmla="*/ 5489773 h 6857603"/>
              <a:gd name="connsiteX6" fmla="*/ 3362014 w 7519969"/>
              <a:gd name="connsiteY6" fmla="*/ 5329554 h 6857603"/>
              <a:gd name="connsiteX7" fmla="*/ 3747484 w 7519969"/>
              <a:gd name="connsiteY7" fmla="*/ 4865609 h 6857603"/>
              <a:gd name="connsiteX8" fmla="*/ 4207524 w 7519969"/>
              <a:gd name="connsiteY8" fmla="*/ 5486240 h 6857603"/>
              <a:gd name="connsiteX9" fmla="*/ 4207545 w 7519969"/>
              <a:gd name="connsiteY9" fmla="*/ 5486268 h 6857603"/>
              <a:gd name="connsiteX10" fmla="*/ 4117530 w 7519969"/>
              <a:gd name="connsiteY10" fmla="*/ 5646310 h 6857603"/>
              <a:gd name="connsiteX11" fmla="*/ 4034725 w 7519969"/>
              <a:gd name="connsiteY11" fmla="*/ 5793588 h 6857603"/>
              <a:gd name="connsiteX12" fmla="*/ 3574664 w 7519969"/>
              <a:gd name="connsiteY12" fmla="*/ 5172996 h 6857603"/>
              <a:gd name="connsiteX13" fmla="*/ 3574685 w 7519969"/>
              <a:gd name="connsiteY13" fmla="*/ 5172959 h 6857603"/>
              <a:gd name="connsiteX14" fmla="*/ 3247344 w 7519969"/>
              <a:gd name="connsiteY14" fmla="*/ 3999001 h 6857603"/>
              <a:gd name="connsiteX15" fmla="*/ 7519969 w 7519969"/>
              <a:gd name="connsiteY15" fmla="*/ 6163668 h 6857603"/>
              <a:gd name="connsiteX16" fmla="*/ 7519969 w 7519969"/>
              <a:gd name="connsiteY16" fmla="*/ 6163700 h 6857603"/>
              <a:gd name="connsiteX17" fmla="*/ 3247278 w 7519969"/>
              <a:gd name="connsiteY17" fmla="*/ 3998935 h 6857603"/>
              <a:gd name="connsiteX18" fmla="*/ 3247346 w 7519969"/>
              <a:gd name="connsiteY18" fmla="*/ 3998969 h 6857603"/>
              <a:gd name="connsiteX19" fmla="*/ 3247344 w 7519969"/>
              <a:gd name="connsiteY19" fmla="*/ 3999001 h 6857603"/>
              <a:gd name="connsiteX20" fmla="*/ 728187 w 7519969"/>
              <a:gd name="connsiteY20" fmla="*/ 1273128 h 6857603"/>
              <a:gd name="connsiteX21" fmla="*/ 1947520 w 7519969"/>
              <a:gd name="connsiteY21" fmla="*/ 3566557 h 6857603"/>
              <a:gd name="connsiteX22" fmla="*/ 1576151 w 7519969"/>
              <a:gd name="connsiteY22" fmla="*/ 4043641 h 6857603"/>
              <a:gd name="connsiteX23" fmla="*/ 1219333 w 7519969"/>
              <a:gd name="connsiteY23" fmla="*/ 4502009 h 6857603"/>
              <a:gd name="connsiteX24" fmla="*/ 93322 w 7519969"/>
              <a:gd name="connsiteY24" fmla="*/ 2384098 h 6857603"/>
              <a:gd name="connsiteX25" fmla="*/ 0 w 7519969"/>
              <a:gd name="connsiteY25" fmla="*/ 2208580 h 6857603"/>
              <a:gd name="connsiteX26" fmla="*/ 461450 w 7519969"/>
              <a:gd name="connsiteY26" fmla="*/ 1615763 h 6857603"/>
              <a:gd name="connsiteX27" fmla="*/ 461450 w 7519969"/>
              <a:gd name="connsiteY27" fmla="*/ 1615830 h 6857603"/>
              <a:gd name="connsiteX28" fmla="*/ 2373850 w 7519969"/>
              <a:gd name="connsiteY28" fmla="*/ 347000 h 6857603"/>
              <a:gd name="connsiteX29" fmla="*/ 2592372 w 7519969"/>
              <a:gd name="connsiteY29" fmla="*/ 567554 h 6857603"/>
              <a:gd name="connsiteX30" fmla="*/ 2761753 w 7519969"/>
              <a:gd name="connsiteY30" fmla="*/ 738508 h 6857603"/>
              <a:gd name="connsiteX31" fmla="*/ 2670945 w 7519969"/>
              <a:gd name="connsiteY31" fmla="*/ 973082 h 6857603"/>
              <a:gd name="connsiteX32" fmla="*/ 2283042 w 7519969"/>
              <a:gd name="connsiteY32" fmla="*/ 581574 h 6857603"/>
              <a:gd name="connsiteX33" fmla="*/ 2373832 w 7519969"/>
              <a:gd name="connsiteY33" fmla="*/ 347048 h 6857603"/>
              <a:gd name="connsiteX34" fmla="*/ 6876770 w 7519969"/>
              <a:gd name="connsiteY34" fmla="*/ 0 h 6857603"/>
              <a:gd name="connsiteX35" fmla="*/ 6208704 w 7519969"/>
              <a:gd name="connsiteY35" fmla="*/ 597975 h 6857603"/>
              <a:gd name="connsiteX36" fmla="*/ 6876837 w 7519969"/>
              <a:gd name="connsiteY36" fmla="*/ 0 h 6857603"/>
              <a:gd name="connsiteX37" fmla="*/ 7519969 w 7519969"/>
              <a:gd name="connsiteY37" fmla="*/ 0 h 6857603"/>
              <a:gd name="connsiteX38" fmla="*/ 7519969 w 7519969"/>
              <a:gd name="connsiteY38" fmla="*/ 6163668 h 6857603"/>
              <a:gd name="connsiteX39" fmla="*/ 3247346 w 7519969"/>
              <a:gd name="connsiteY39" fmla="*/ 3998969 h 6857603"/>
              <a:gd name="connsiteX40" fmla="*/ 3260968 w 7519969"/>
              <a:gd name="connsiteY40" fmla="*/ 3717010 h 6857603"/>
              <a:gd name="connsiteX41" fmla="*/ 3286299 w 7519969"/>
              <a:gd name="connsiteY41" fmla="*/ 3191979 h 6857603"/>
              <a:gd name="connsiteX42" fmla="*/ 2624912 w 7519969"/>
              <a:gd name="connsiteY42" fmla="*/ 3263204 h 6857603"/>
              <a:gd name="connsiteX43" fmla="*/ 3041388 w 7519969"/>
              <a:gd name="connsiteY43" fmla="*/ 1978569 h 6857603"/>
              <a:gd name="connsiteX44" fmla="*/ 3568447 w 7519969"/>
              <a:gd name="connsiteY44" fmla="*/ 352688 h 6857603"/>
              <a:gd name="connsiteX45" fmla="*/ 4956896 w 7519969"/>
              <a:gd name="connsiteY45" fmla="*/ 203227 h 6857603"/>
              <a:gd name="connsiteX46" fmla="*/ 4764169 w 7519969"/>
              <a:gd name="connsiteY46" fmla="*/ 797763 h 6857603"/>
              <a:gd name="connsiteX47" fmla="*/ 4398289 w 7519969"/>
              <a:gd name="connsiteY47" fmla="*/ 1926390 h 6857603"/>
              <a:gd name="connsiteX48" fmla="*/ 7065200 w 7519969"/>
              <a:gd name="connsiteY48" fmla="*/ 3277555 h 6857603"/>
              <a:gd name="connsiteX49" fmla="*/ 6867445 w 7519969"/>
              <a:gd name="connsiteY49" fmla="*/ 2658880 h 6857603"/>
              <a:gd name="connsiteX50" fmla="*/ 6867379 w 7519969"/>
              <a:gd name="connsiteY50" fmla="*/ 2658880 h 6857603"/>
              <a:gd name="connsiteX51" fmla="*/ 6208637 w 7519969"/>
              <a:gd name="connsiteY51" fmla="*/ 597975 h 68576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7519969" h="6857603">
                <a:moveTo>
                  <a:pt x="3362094" y="5329533"/>
                </a:moveTo>
                <a:lnTo>
                  <a:pt x="3220954" y="6178219"/>
                </a:lnTo>
                <a:lnTo>
                  <a:pt x="3134643" y="6697363"/>
                </a:lnTo>
                <a:lnTo>
                  <a:pt x="2522397" y="6857603"/>
                </a:lnTo>
                <a:lnTo>
                  <a:pt x="2522400" y="6857585"/>
                </a:lnTo>
                <a:lnTo>
                  <a:pt x="2749848" y="5489773"/>
                </a:lnTo>
                <a:lnTo>
                  <a:pt x="3362014" y="5329554"/>
                </a:lnTo>
                <a:close/>
                <a:moveTo>
                  <a:pt x="3747484" y="4865609"/>
                </a:moveTo>
                <a:lnTo>
                  <a:pt x="4207524" y="5486240"/>
                </a:lnTo>
                <a:lnTo>
                  <a:pt x="4207545" y="5486268"/>
                </a:lnTo>
                <a:lnTo>
                  <a:pt x="4117530" y="5646310"/>
                </a:lnTo>
                <a:lnTo>
                  <a:pt x="4034725" y="5793588"/>
                </a:lnTo>
                <a:lnTo>
                  <a:pt x="3574664" y="5172996"/>
                </a:lnTo>
                <a:lnTo>
                  <a:pt x="3574685" y="5172959"/>
                </a:lnTo>
                <a:close/>
                <a:moveTo>
                  <a:pt x="3247344" y="3999001"/>
                </a:moveTo>
                <a:lnTo>
                  <a:pt x="7519969" y="6163668"/>
                </a:lnTo>
                <a:lnTo>
                  <a:pt x="7519969" y="6163700"/>
                </a:lnTo>
                <a:close/>
                <a:moveTo>
                  <a:pt x="3247278" y="3998935"/>
                </a:moveTo>
                <a:lnTo>
                  <a:pt x="3247346" y="3998969"/>
                </a:lnTo>
                <a:lnTo>
                  <a:pt x="3247344" y="3999001"/>
                </a:lnTo>
                <a:close/>
                <a:moveTo>
                  <a:pt x="728187" y="1273128"/>
                </a:moveTo>
                <a:lnTo>
                  <a:pt x="1947520" y="3566557"/>
                </a:lnTo>
                <a:lnTo>
                  <a:pt x="1576151" y="4043641"/>
                </a:lnTo>
                <a:lnTo>
                  <a:pt x="1219333" y="4502009"/>
                </a:lnTo>
                <a:lnTo>
                  <a:pt x="93322" y="2384098"/>
                </a:lnTo>
                <a:lnTo>
                  <a:pt x="0" y="2208580"/>
                </a:lnTo>
                <a:lnTo>
                  <a:pt x="461450" y="1615763"/>
                </a:lnTo>
                <a:lnTo>
                  <a:pt x="461450" y="1615830"/>
                </a:lnTo>
                <a:close/>
                <a:moveTo>
                  <a:pt x="2373850" y="347000"/>
                </a:moveTo>
                <a:lnTo>
                  <a:pt x="2592372" y="567554"/>
                </a:lnTo>
                <a:lnTo>
                  <a:pt x="2761753" y="738508"/>
                </a:lnTo>
                <a:lnTo>
                  <a:pt x="2670945" y="973082"/>
                </a:lnTo>
                <a:lnTo>
                  <a:pt x="2283042" y="581574"/>
                </a:lnTo>
                <a:lnTo>
                  <a:pt x="2373832" y="347048"/>
                </a:lnTo>
                <a:close/>
                <a:moveTo>
                  <a:pt x="6876770" y="0"/>
                </a:moveTo>
                <a:lnTo>
                  <a:pt x="6208704" y="597975"/>
                </a:lnTo>
                <a:lnTo>
                  <a:pt x="6876837" y="0"/>
                </a:lnTo>
                <a:lnTo>
                  <a:pt x="7519969" y="0"/>
                </a:lnTo>
                <a:lnTo>
                  <a:pt x="7519969" y="6163668"/>
                </a:lnTo>
                <a:lnTo>
                  <a:pt x="3247346" y="3998969"/>
                </a:lnTo>
                <a:lnTo>
                  <a:pt x="3260968" y="3717010"/>
                </a:lnTo>
                <a:lnTo>
                  <a:pt x="3286299" y="3191979"/>
                </a:lnTo>
                <a:lnTo>
                  <a:pt x="2624912" y="3263204"/>
                </a:lnTo>
                <a:lnTo>
                  <a:pt x="3041388" y="1978569"/>
                </a:lnTo>
                <a:lnTo>
                  <a:pt x="3568447" y="352688"/>
                </a:lnTo>
                <a:lnTo>
                  <a:pt x="4956896" y="203227"/>
                </a:lnTo>
                <a:lnTo>
                  <a:pt x="4764169" y="797763"/>
                </a:lnTo>
                <a:lnTo>
                  <a:pt x="4398289" y="1926390"/>
                </a:lnTo>
                <a:lnTo>
                  <a:pt x="7065200" y="3277555"/>
                </a:lnTo>
                <a:lnTo>
                  <a:pt x="6867445" y="2658880"/>
                </a:lnTo>
                <a:lnTo>
                  <a:pt x="6867379" y="2658880"/>
                </a:lnTo>
                <a:lnTo>
                  <a:pt x="6208637" y="597975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489B4EE-AB58-1B67-920F-E0F53870E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330893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9FEAFE57-5891-68F2-F447-7AB66F14089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3907" y="3758116"/>
            <a:ext cx="7239024" cy="323850"/>
          </a:xfrm>
        </p:spPr>
        <p:txBody>
          <a:bodyPr anchor="ctr">
            <a:noAutofit/>
          </a:bodyPr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GB"/>
              <a:t>Secondary header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73362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2">
    <p:bg>
      <p:bgPr>
        <a:gradFill>
          <a:gsLst>
            <a:gs pos="100000">
              <a:schemeClr val="bg2"/>
            </a:gs>
            <a:gs pos="0">
              <a:schemeClr val="accent1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0E3788DA-DE75-41BB-6898-9B846EF6A7F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495185" y="1"/>
            <a:ext cx="7696608" cy="6860279"/>
          </a:xfrm>
          <a:custGeom>
            <a:avLst/>
            <a:gdLst>
              <a:gd name="connsiteX0" fmla="*/ 1349983 w 7696608"/>
              <a:gd name="connsiteY0" fmla="*/ 4887344 h 6860279"/>
              <a:gd name="connsiteX1" fmla="*/ 1411336 w 7696608"/>
              <a:gd name="connsiteY1" fmla="*/ 5538612 h 6860279"/>
              <a:gd name="connsiteX2" fmla="*/ 685528 w 7696608"/>
              <a:gd name="connsiteY2" fmla="*/ 5948849 h 6860279"/>
              <a:gd name="connsiteX3" fmla="*/ 163126 w 7696608"/>
              <a:gd name="connsiteY3" fmla="*/ 6244095 h 6860279"/>
              <a:gd name="connsiteX4" fmla="*/ 101772 w 7696608"/>
              <a:gd name="connsiteY4" fmla="*/ 5592827 h 6860279"/>
              <a:gd name="connsiteX5" fmla="*/ 874148 w 7696608"/>
              <a:gd name="connsiteY5" fmla="*/ 5156277 h 6860279"/>
              <a:gd name="connsiteX6" fmla="*/ 3185887 w 7696608"/>
              <a:gd name="connsiteY6" fmla="*/ 4216876 h 6860279"/>
              <a:gd name="connsiteX7" fmla="*/ 3202400 w 7696608"/>
              <a:gd name="connsiteY7" fmla="*/ 4246228 h 6860279"/>
              <a:gd name="connsiteX8" fmla="*/ 3366424 w 7696608"/>
              <a:gd name="connsiteY8" fmla="*/ 4537814 h 6860279"/>
              <a:gd name="connsiteX9" fmla="*/ 3065530 w 7696608"/>
              <a:gd name="connsiteY9" fmla="*/ 4943631 h 6860279"/>
              <a:gd name="connsiteX10" fmla="*/ 2885822 w 7696608"/>
              <a:gd name="connsiteY10" fmla="*/ 5186043 h 6860279"/>
              <a:gd name="connsiteX11" fmla="*/ 2812585 w 7696608"/>
              <a:gd name="connsiteY11" fmla="*/ 5055859 h 6860279"/>
              <a:gd name="connsiteX12" fmla="*/ 2812585 w 7696608"/>
              <a:gd name="connsiteY12" fmla="*/ 5055790 h 6860279"/>
              <a:gd name="connsiteX13" fmla="*/ 2705285 w 7696608"/>
              <a:gd name="connsiteY13" fmla="*/ 4865036 h 6860279"/>
              <a:gd name="connsiteX14" fmla="*/ 7696469 w 7696608"/>
              <a:gd name="connsiteY14" fmla="*/ 2592504 h 6860279"/>
              <a:gd name="connsiteX15" fmla="*/ 7696608 w 7696608"/>
              <a:gd name="connsiteY15" fmla="*/ 2592504 h 6860279"/>
              <a:gd name="connsiteX16" fmla="*/ 7696469 w 7696608"/>
              <a:gd name="connsiteY16" fmla="*/ 2592575 h 6860279"/>
              <a:gd name="connsiteX17" fmla="*/ 4751091 w 7696608"/>
              <a:gd name="connsiteY17" fmla="*/ 0 h 6860279"/>
              <a:gd name="connsiteX18" fmla="*/ 6253973 w 7696608"/>
              <a:gd name="connsiteY18" fmla="*/ 0 h 6860279"/>
              <a:gd name="connsiteX19" fmla="*/ 6951869 w 7696608"/>
              <a:gd name="connsiteY19" fmla="*/ 624541 h 6860279"/>
              <a:gd name="connsiteX20" fmla="*/ 6301923 w 7696608"/>
              <a:gd name="connsiteY20" fmla="*/ 2657285 h 6860279"/>
              <a:gd name="connsiteX21" fmla="*/ 6057131 w 7696608"/>
              <a:gd name="connsiteY21" fmla="*/ 3422853 h 6860279"/>
              <a:gd name="connsiteX22" fmla="*/ 7696469 w 7696608"/>
              <a:gd name="connsiteY22" fmla="*/ 2592575 h 6860279"/>
              <a:gd name="connsiteX23" fmla="*/ 7696469 w 7696608"/>
              <a:gd name="connsiteY23" fmla="*/ 5365815 h 6860279"/>
              <a:gd name="connsiteX24" fmla="*/ 4745909 w 7696608"/>
              <a:gd name="connsiteY24" fmla="*/ 6860279 h 6860279"/>
              <a:gd name="connsiteX25" fmla="*/ 4670806 w 7696608"/>
              <a:gd name="connsiteY25" fmla="*/ 5304832 h 6860279"/>
              <a:gd name="connsiteX26" fmla="*/ 3414235 w 7696608"/>
              <a:gd name="connsiteY26" fmla="*/ 4180618 h 6860279"/>
              <a:gd name="connsiteX27" fmla="*/ 3749607 w 7696608"/>
              <a:gd name="connsiteY27" fmla="*/ 3131820 h 6860279"/>
              <a:gd name="connsiteX28" fmla="*/ 3471927 w 7696608"/>
              <a:gd name="connsiteY28" fmla="*/ 3310211 h 6860279"/>
              <a:gd name="connsiteX29" fmla="*/ 3099523 w 7696608"/>
              <a:gd name="connsiteY29" fmla="*/ 3549447 h 6860279"/>
              <a:gd name="connsiteX30" fmla="*/ 2990012 w 7696608"/>
              <a:gd name="connsiteY30" fmla="*/ 2827112 h 6860279"/>
              <a:gd name="connsiteX31" fmla="*/ 3720381 w 7696608"/>
              <a:gd name="connsiteY31" fmla="*/ 2357964 h 6860279"/>
              <a:gd name="connsiteX32" fmla="*/ 4068672 w 7696608"/>
              <a:gd name="connsiteY32" fmla="*/ 2134268 h 6860279"/>
              <a:gd name="connsiteX33" fmla="*/ 604829 w 7696608"/>
              <a:gd name="connsiteY33" fmla="*/ 0 h 6860279"/>
              <a:gd name="connsiteX34" fmla="*/ 2748882 w 7696608"/>
              <a:gd name="connsiteY34" fmla="*/ 0 h 6860279"/>
              <a:gd name="connsiteX35" fmla="*/ 1760249 w 7696608"/>
              <a:gd name="connsiteY35" fmla="*/ 953421 h 6860279"/>
              <a:gd name="connsiteX36" fmla="*/ 554185 w 7696608"/>
              <a:gd name="connsiteY36" fmla="*/ 2116449 h 6860279"/>
              <a:gd name="connsiteX37" fmla="*/ 0 w 7696608"/>
              <a:gd name="connsiteY37" fmla="*/ 583310 h 6860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7696608" h="6860279">
                <a:moveTo>
                  <a:pt x="1349983" y="4887344"/>
                </a:moveTo>
                <a:lnTo>
                  <a:pt x="1411336" y="5538612"/>
                </a:lnTo>
                <a:lnTo>
                  <a:pt x="685528" y="5948849"/>
                </a:lnTo>
                <a:lnTo>
                  <a:pt x="163126" y="6244095"/>
                </a:lnTo>
                <a:lnTo>
                  <a:pt x="101772" y="5592827"/>
                </a:lnTo>
                <a:lnTo>
                  <a:pt x="874148" y="5156277"/>
                </a:lnTo>
                <a:close/>
                <a:moveTo>
                  <a:pt x="3185887" y="4216876"/>
                </a:moveTo>
                <a:lnTo>
                  <a:pt x="3202400" y="4246228"/>
                </a:lnTo>
                <a:lnTo>
                  <a:pt x="3366424" y="4537814"/>
                </a:lnTo>
                <a:lnTo>
                  <a:pt x="3065530" y="4943631"/>
                </a:lnTo>
                <a:lnTo>
                  <a:pt x="2885822" y="5186043"/>
                </a:lnTo>
                <a:lnTo>
                  <a:pt x="2812585" y="5055859"/>
                </a:lnTo>
                <a:lnTo>
                  <a:pt x="2812585" y="5055790"/>
                </a:lnTo>
                <a:lnTo>
                  <a:pt x="2705285" y="4865036"/>
                </a:lnTo>
                <a:close/>
                <a:moveTo>
                  <a:pt x="7696469" y="2592504"/>
                </a:moveTo>
                <a:lnTo>
                  <a:pt x="7696608" y="2592504"/>
                </a:lnTo>
                <a:lnTo>
                  <a:pt x="7696469" y="2592575"/>
                </a:lnTo>
                <a:close/>
                <a:moveTo>
                  <a:pt x="4751091" y="0"/>
                </a:moveTo>
                <a:lnTo>
                  <a:pt x="6253973" y="0"/>
                </a:lnTo>
                <a:lnTo>
                  <a:pt x="6951869" y="624541"/>
                </a:lnTo>
                <a:lnTo>
                  <a:pt x="6301923" y="2657285"/>
                </a:lnTo>
                <a:lnTo>
                  <a:pt x="6057131" y="3422853"/>
                </a:lnTo>
                <a:lnTo>
                  <a:pt x="7696469" y="2592575"/>
                </a:lnTo>
                <a:lnTo>
                  <a:pt x="7696469" y="5365815"/>
                </a:lnTo>
                <a:lnTo>
                  <a:pt x="4745909" y="6860279"/>
                </a:lnTo>
                <a:lnTo>
                  <a:pt x="4670806" y="5304832"/>
                </a:lnTo>
                <a:lnTo>
                  <a:pt x="3414235" y="4180618"/>
                </a:lnTo>
                <a:lnTo>
                  <a:pt x="3749607" y="3131820"/>
                </a:lnTo>
                <a:lnTo>
                  <a:pt x="3471927" y="3310211"/>
                </a:lnTo>
                <a:lnTo>
                  <a:pt x="3099523" y="3549447"/>
                </a:lnTo>
                <a:lnTo>
                  <a:pt x="2990012" y="2827112"/>
                </a:lnTo>
                <a:lnTo>
                  <a:pt x="3720381" y="2357964"/>
                </a:lnTo>
                <a:lnTo>
                  <a:pt x="4068672" y="2134268"/>
                </a:lnTo>
                <a:close/>
                <a:moveTo>
                  <a:pt x="604829" y="0"/>
                </a:moveTo>
                <a:lnTo>
                  <a:pt x="2748882" y="0"/>
                </a:lnTo>
                <a:lnTo>
                  <a:pt x="1760249" y="953421"/>
                </a:lnTo>
                <a:lnTo>
                  <a:pt x="554185" y="2116449"/>
                </a:lnTo>
                <a:lnTo>
                  <a:pt x="0" y="58331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endParaRPr lang="en-U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B68BBD0-59EF-E044-3130-E0FB52C10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330893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DBE841F6-81B0-43AD-9FAA-09FCB34B689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3907" y="3758116"/>
            <a:ext cx="7239024" cy="323850"/>
          </a:xfrm>
        </p:spPr>
        <p:txBody>
          <a:bodyPr anchor="ctr">
            <a:noAutofit/>
          </a:bodyPr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GB"/>
              <a:t>Secondary header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03523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3">
    <p:bg>
      <p:bgPr>
        <a:gradFill>
          <a:gsLst>
            <a:gs pos="100000">
              <a:schemeClr val="bg2"/>
            </a:gs>
            <a:gs pos="0">
              <a:schemeClr val="accent4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icture Placeholder 27">
            <a:extLst>
              <a:ext uri="{FF2B5EF4-FFF2-40B4-BE49-F238E27FC236}">
                <a16:creationId xmlns:a16="http://schemas.microsoft.com/office/drawing/2014/main" id="{0D3EA405-9AA2-6DF3-26B5-065FD20DC8F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816599" y="0"/>
            <a:ext cx="6375402" cy="6858000"/>
          </a:xfrm>
          <a:custGeom>
            <a:avLst/>
            <a:gdLst>
              <a:gd name="connsiteX0" fmla="*/ 1515696 w 6375402"/>
              <a:gd name="connsiteY0" fmla="*/ 6276213 h 6858000"/>
              <a:gd name="connsiteX1" fmla="*/ 2088086 w 6375402"/>
              <a:gd name="connsiteY1" fmla="*/ 6619811 h 6858000"/>
              <a:gd name="connsiteX2" fmla="*/ 2059540 w 6375402"/>
              <a:gd name="connsiteY2" fmla="*/ 6858000 h 6858000"/>
              <a:gd name="connsiteX3" fmla="*/ 1944212 w 6375402"/>
              <a:gd name="connsiteY3" fmla="*/ 6858000 h 6858000"/>
              <a:gd name="connsiteX4" fmla="*/ 1593913 w 6375402"/>
              <a:gd name="connsiteY4" fmla="*/ 6647688 h 6858000"/>
              <a:gd name="connsiteX5" fmla="*/ 1479410 w 6375402"/>
              <a:gd name="connsiteY5" fmla="*/ 6578918 h 6858000"/>
              <a:gd name="connsiteX6" fmla="*/ 902135 w 6375402"/>
              <a:gd name="connsiteY6" fmla="*/ 3720719 h 6858000"/>
              <a:gd name="connsiteX7" fmla="*/ 983588 w 6375402"/>
              <a:gd name="connsiteY7" fmla="*/ 4099941 h 6858000"/>
              <a:gd name="connsiteX8" fmla="*/ 1066817 w 6375402"/>
              <a:gd name="connsiteY8" fmla="*/ 4487482 h 6858000"/>
              <a:gd name="connsiteX9" fmla="*/ 922625 w 6375402"/>
              <a:gd name="connsiteY9" fmla="*/ 4593336 h 6858000"/>
              <a:gd name="connsiteX10" fmla="*/ 778370 w 6375402"/>
              <a:gd name="connsiteY10" fmla="*/ 4699127 h 6858000"/>
              <a:gd name="connsiteX11" fmla="*/ 683341 w 6375402"/>
              <a:gd name="connsiteY11" fmla="*/ 4256596 h 6858000"/>
              <a:gd name="connsiteX12" fmla="*/ 613751 w 6375402"/>
              <a:gd name="connsiteY12" fmla="*/ 3932365 h 6858000"/>
              <a:gd name="connsiteX13" fmla="*/ 384300 w 6375402"/>
              <a:gd name="connsiteY13" fmla="*/ 1588897 h 6858000"/>
              <a:gd name="connsiteX14" fmla="*/ 1297664 w 6375402"/>
              <a:gd name="connsiteY14" fmla="*/ 2921445 h 6858000"/>
              <a:gd name="connsiteX15" fmla="*/ 1222935 w 6375402"/>
              <a:gd name="connsiteY15" fmla="*/ 3043745 h 6858000"/>
              <a:gd name="connsiteX16" fmla="*/ 913300 w 6375402"/>
              <a:gd name="connsiteY16" fmla="*/ 3550729 h 6858000"/>
              <a:gd name="connsiteX17" fmla="*/ 0 w 6375402"/>
              <a:gd name="connsiteY17" fmla="*/ 2218183 h 6858000"/>
              <a:gd name="connsiteX18" fmla="*/ 102641 w 6375402"/>
              <a:gd name="connsiteY18" fmla="*/ 2050098 h 6858000"/>
              <a:gd name="connsiteX19" fmla="*/ 1901455 w 6375402"/>
              <a:gd name="connsiteY19" fmla="*/ 1476439 h 6858000"/>
              <a:gd name="connsiteX20" fmla="*/ 2573060 w 6375402"/>
              <a:gd name="connsiteY20" fmla="*/ 2145729 h 6858000"/>
              <a:gd name="connsiteX21" fmla="*/ 2483551 w 6375402"/>
              <a:gd name="connsiteY21" fmla="*/ 2382075 h 6858000"/>
              <a:gd name="connsiteX22" fmla="*/ 2419734 w 6375402"/>
              <a:gd name="connsiteY22" fmla="*/ 2550604 h 6858000"/>
              <a:gd name="connsiteX23" fmla="*/ 1749587 w 6375402"/>
              <a:gd name="connsiteY23" fmla="*/ 1882712 h 6858000"/>
              <a:gd name="connsiteX24" fmla="*/ 1748128 w 6375402"/>
              <a:gd name="connsiteY24" fmla="*/ 1881252 h 6858000"/>
              <a:gd name="connsiteX25" fmla="*/ 6375402 w 6375402"/>
              <a:gd name="connsiteY25" fmla="*/ 983085 h 6858000"/>
              <a:gd name="connsiteX26" fmla="*/ 6375402 w 6375402"/>
              <a:gd name="connsiteY26" fmla="*/ 2876592 h 6858000"/>
              <a:gd name="connsiteX27" fmla="*/ 6273140 w 6375402"/>
              <a:gd name="connsiteY27" fmla="*/ 2903855 h 6858000"/>
              <a:gd name="connsiteX28" fmla="*/ 5935402 w 6375402"/>
              <a:gd name="connsiteY28" fmla="*/ 4240212 h 6858000"/>
              <a:gd name="connsiteX29" fmla="*/ 5597665 w 6375402"/>
              <a:gd name="connsiteY29" fmla="*/ 5576506 h 6858000"/>
              <a:gd name="connsiteX30" fmla="*/ 5246732 w 6375402"/>
              <a:gd name="connsiteY30" fmla="*/ 5637847 h 6858000"/>
              <a:gd name="connsiteX31" fmla="*/ 4895863 w 6375402"/>
              <a:gd name="connsiteY31" fmla="*/ 5699188 h 6858000"/>
              <a:gd name="connsiteX32" fmla="*/ 4632537 w 6375402"/>
              <a:gd name="connsiteY32" fmla="*/ 6821233 h 6858000"/>
              <a:gd name="connsiteX33" fmla="*/ 4441402 w 6375402"/>
              <a:gd name="connsiteY33" fmla="*/ 6858000 h 6858000"/>
              <a:gd name="connsiteX34" fmla="*/ 3552779 w 6375402"/>
              <a:gd name="connsiteY34" fmla="*/ 6858000 h 6858000"/>
              <a:gd name="connsiteX35" fmla="*/ 3660938 w 6375402"/>
              <a:gd name="connsiteY35" fmla="*/ 6397244 h 6858000"/>
              <a:gd name="connsiteX36" fmla="*/ 2670753 w 6375402"/>
              <a:gd name="connsiteY36" fmla="*/ 6858000 h 6858000"/>
              <a:gd name="connsiteX37" fmla="*/ 2264250 w 6375402"/>
              <a:gd name="connsiteY37" fmla="*/ 6858000 h 6858000"/>
              <a:gd name="connsiteX38" fmla="*/ 2233420 w 6375402"/>
              <a:gd name="connsiteY38" fmla="*/ 4713478 h 6858000"/>
              <a:gd name="connsiteX39" fmla="*/ 2207284 w 6375402"/>
              <a:gd name="connsiteY39" fmla="*/ 2895346 h 6858000"/>
              <a:gd name="connsiteX40" fmla="*/ 3395265 w 6375402"/>
              <a:gd name="connsiteY40" fmla="*/ 2342578 h 6858000"/>
              <a:gd name="connsiteX41" fmla="*/ 3923504 w 6375402"/>
              <a:gd name="connsiteY41" fmla="*/ 2096770 h 6858000"/>
              <a:gd name="connsiteX42" fmla="*/ 3966577 w 6375402"/>
              <a:gd name="connsiteY42" fmla="*/ 5094859 h 6858000"/>
              <a:gd name="connsiteX43" fmla="*/ 3966640 w 6375402"/>
              <a:gd name="connsiteY43" fmla="*/ 5094795 h 6858000"/>
              <a:gd name="connsiteX44" fmla="*/ 3966640 w 6375402"/>
              <a:gd name="connsiteY44" fmla="*/ 5094859 h 6858000"/>
              <a:gd name="connsiteX45" fmla="*/ 4083174 w 6375402"/>
              <a:gd name="connsiteY45" fmla="*/ 4598098 h 6858000"/>
              <a:gd name="connsiteX46" fmla="*/ 4426494 w 6375402"/>
              <a:gd name="connsiteY46" fmla="*/ 4531995 h 6858000"/>
              <a:gd name="connsiteX47" fmla="*/ 4915275 w 6375402"/>
              <a:gd name="connsiteY47" fmla="*/ 2598102 h 6858000"/>
              <a:gd name="connsiteX48" fmla="*/ 5313912 w 6375402"/>
              <a:gd name="connsiteY48" fmla="*/ 2528379 h 6858000"/>
              <a:gd name="connsiteX49" fmla="*/ 5912882 w 6375402"/>
              <a:gd name="connsiteY49" fmla="*/ 2423668 h 6858000"/>
              <a:gd name="connsiteX50" fmla="*/ 6037282 w 6375402"/>
              <a:gd name="connsiteY50" fmla="*/ 1652460 h 6858000"/>
              <a:gd name="connsiteX51" fmla="*/ 6134911 w 6375402"/>
              <a:gd name="connsiteY51" fmla="*/ 1047305 h 6858000"/>
              <a:gd name="connsiteX52" fmla="*/ 4754779 w 6375402"/>
              <a:gd name="connsiteY52" fmla="*/ 1 h 6858000"/>
              <a:gd name="connsiteX53" fmla="*/ 5687998 w 6375402"/>
              <a:gd name="connsiteY53" fmla="*/ 1 h 6858000"/>
              <a:gd name="connsiteX54" fmla="*/ 5335099 w 6375402"/>
              <a:gd name="connsiteY54" fmla="*/ 1864171 h 6858000"/>
              <a:gd name="connsiteX55" fmla="*/ 4357855 w 6375402"/>
              <a:gd name="connsiteY55" fmla="*/ 2096771 h 6858000"/>
              <a:gd name="connsiteX56" fmla="*/ 107588 w 6375402"/>
              <a:gd name="connsiteY56" fmla="*/ 0 h 6858000"/>
              <a:gd name="connsiteX57" fmla="*/ 2582956 w 6375402"/>
              <a:gd name="connsiteY57" fmla="*/ 0 h 6858000"/>
              <a:gd name="connsiteX58" fmla="*/ 2898745 w 6375402"/>
              <a:gd name="connsiteY58" fmla="*/ 258953 h 6858000"/>
              <a:gd name="connsiteX59" fmla="*/ 2792742 w 6375402"/>
              <a:gd name="connsiteY59" fmla="*/ 649034 h 6858000"/>
              <a:gd name="connsiteX60" fmla="*/ 2447772 w 6375402"/>
              <a:gd name="connsiteY60" fmla="*/ 1918781 h 6858000"/>
              <a:gd name="connsiteX61" fmla="*/ 2105594 w 6375402"/>
              <a:gd name="connsiteY61" fmla="*/ 163823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</a:cxnLst>
            <a:rect l="l" t="t" r="r" b="b"/>
            <a:pathLst>
              <a:path w="6375402" h="6858000">
                <a:moveTo>
                  <a:pt x="1515696" y="6276213"/>
                </a:moveTo>
                <a:lnTo>
                  <a:pt x="2088086" y="6619811"/>
                </a:lnTo>
                <a:lnTo>
                  <a:pt x="2059540" y="6858000"/>
                </a:lnTo>
                <a:lnTo>
                  <a:pt x="1944212" y="6858000"/>
                </a:lnTo>
                <a:lnTo>
                  <a:pt x="1593913" y="6647688"/>
                </a:lnTo>
                <a:lnTo>
                  <a:pt x="1479410" y="6578918"/>
                </a:lnTo>
                <a:close/>
                <a:moveTo>
                  <a:pt x="902135" y="3720719"/>
                </a:moveTo>
                <a:lnTo>
                  <a:pt x="983588" y="4099941"/>
                </a:lnTo>
                <a:lnTo>
                  <a:pt x="1066817" y="4487482"/>
                </a:lnTo>
                <a:lnTo>
                  <a:pt x="922625" y="4593336"/>
                </a:lnTo>
                <a:lnTo>
                  <a:pt x="778370" y="4699127"/>
                </a:lnTo>
                <a:lnTo>
                  <a:pt x="683341" y="4256596"/>
                </a:lnTo>
                <a:lnTo>
                  <a:pt x="613751" y="3932365"/>
                </a:lnTo>
                <a:close/>
                <a:moveTo>
                  <a:pt x="384300" y="1588897"/>
                </a:moveTo>
                <a:lnTo>
                  <a:pt x="1297664" y="2921445"/>
                </a:lnTo>
                <a:lnTo>
                  <a:pt x="1222935" y="3043745"/>
                </a:lnTo>
                <a:lnTo>
                  <a:pt x="913300" y="3550729"/>
                </a:lnTo>
                <a:lnTo>
                  <a:pt x="0" y="2218183"/>
                </a:lnTo>
                <a:lnTo>
                  <a:pt x="102641" y="2050098"/>
                </a:lnTo>
                <a:close/>
                <a:moveTo>
                  <a:pt x="1901455" y="1476439"/>
                </a:moveTo>
                <a:lnTo>
                  <a:pt x="2573060" y="2145729"/>
                </a:lnTo>
                <a:lnTo>
                  <a:pt x="2483551" y="2382075"/>
                </a:lnTo>
                <a:lnTo>
                  <a:pt x="2419734" y="2550604"/>
                </a:lnTo>
                <a:lnTo>
                  <a:pt x="1749587" y="1882712"/>
                </a:lnTo>
                <a:lnTo>
                  <a:pt x="1748128" y="1881252"/>
                </a:lnTo>
                <a:close/>
                <a:moveTo>
                  <a:pt x="6375402" y="983085"/>
                </a:moveTo>
                <a:lnTo>
                  <a:pt x="6375402" y="2876592"/>
                </a:lnTo>
                <a:lnTo>
                  <a:pt x="6273140" y="2903855"/>
                </a:lnTo>
                <a:lnTo>
                  <a:pt x="5935402" y="4240212"/>
                </a:lnTo>
                <a:lnTo>
                  <a:pt x="5597665" y="5576506"/>
                </a:lnTo>
                <a:lnTo>
                  <a:pt x="5246732" y="5637847"/>
                </a:lnTo>
                <a:lnTo>
                  <a:pt x="4895863" y="5699188"/>
                </a:lnTo>
                <a:lnTo>
                  <a:pt x="4632537" y="6821233"/>
                </a:lnTo>
                <a:lnTo>
                  <a:pt x="4441402" y="6858000"/>
                </a:lnTo>
                <a:lnTo>
                  <a:pt x="3552779" y="6858000"/>
                </a:lnTo>
                <a:lnTo>
                  <a:pt x="3660938" y="6397244"/>
                </a:lnTo>
                <a:lnTo>
                  <a:pt x="2670753" y="6858000"/>
                </a:lnTo>
                <a:lnTo>
                  <a:pt x="2264250" y="6858000"/>
                </a:lnTo>
                <a:lnTo>
                  <a:pt x="2233420" y="4713478"/>
                </a:lnTo>
                <a:lnTo>
                  <a:pt x="2207284" y="2895346"/>
                </a:lnTo>
                <a:lnTo>
                  <a:pt x="3395265" y="2342578"/>
                </a:lnTo>
                <a:lnTo>
                  <a:pt x="3923504" y="2096770"/>
                </a:lnTo>
                <a:lnTo>
                  <a:pt x="3966577" y="5094859"/>
                </a:lnTo>
                <a:lnTo>
                  <a:pt x="3966640" y="5094795"/>
                </a:lnTo>
                <a:lnTo>
                  <a:pt x="3966640" y="5094859"/>
                </a:lnTo>
                <a:lnTo>
                  <a:pt x="4083174" y="4598098"/>
                </a:lnTo>
                <a:lnTo>
                  <a:pt x="4426494" y="4531995"/>
                </a:lnTo>
                <a:lnTo>
                  <a:pt x="4915275" y="2598102"/>
                </a:lnTo>
                <a:lnTo>
                  <a:pt x="5313912" y="2528379"/>
                </a:lnTo>
                <a:lnTo>
                  <a:pt x="5912882" y="2423668"/>
                </a:lnTo>
                <a:lnTo>
                  <a:pt x="6037282" y="1652460"/>
                </a:lnTo>
                <a:lnTo>
                  <a:pt x="6134911" y="1047305"/>
                </a:lnTo>
                <a:close/>
                <a:moveTo>
                  <a:pt x="4754779" y="1"/>
                </a:moveTo>
                <a:lnTo>
                  <a:pt x="5687998" y="1"/>
                </a:lnTo>
                <a:lnTo>
                  <a:pt x="5335099" y="1864171"/>
                </a:lnTo>
                <a:lnTo>
                  <a:pt x="4357855" y="2096771"/>
                </a:lnTo>
                <a:close/>
                <a:moveTo>
                  <a:pt x="107588" y="0"/>
                </a:moveTo>
                <a:lnTo>
                  <a:pt x="2582956" y="0"/>
                </a:lnTo>
                <a:lnTo>
                  <a:pt x="2898745" y="258953"/>
                </a:lnTo>
                <a:lnTo>
                  <a:pt x="2792742" y="649034"/>
                </a:lnTo>
                <a:lnTo>
                  <a:pt x="2447772" y="1918781"/>
                </a:lnTo>
                <a:lnTo>
                  <a:pt x="2105594" y="163823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endParaRPr lang="en-U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11F5DD3E-9084-57CA-934F-DACFD96A68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330893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4E7D8B52-3B12-98D4-87C7-1483DE307E3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3907" y="3758116"/>
            <a:ext cx="7239024" cy="323850"/>
          </a:xfrm>
        </p:spPr>
        <p:txBody>
          <a:bodyPr anchor="ctr">
            <a:noAutofit/>
          </a:bodyPr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GB"/>
              <a:t>Secondary header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52867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4">
    <p:bg>
      <p:bgPr>
        <a:gradFill>
          <a:gsLst>
            <a:gs pos="100000">
              <a:schemeClr val="accent1"/>
            </a:gs>
            <a:gs pos="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446C7FB5-39AD-8C0E-E87A-EE4C44161CA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72032" y="1"/>
            <a:ext cx="7519969" cy="6857603"/>
          </a:xfrm>
          <a:custGeom>
            <a:avLst/>
            <a:gdLst>
              <a:gd name="connsiteX0" fmla="*/ 3362094 w 7519969"/>
              <a:gd name="connsiteY0" fmla="*/ 5329533 h 6857603"/>
              <a:gd name="connsiteX1" fmla="*/ 3220954 w 7519969"/>
              <a:gd name="connsiteY1" fmla="*/ 6178219 h 6857603"/>
              <a:gd name="connsiteX2" fmla="*/ 3134643 w 7519969"/>
              <a:gd name="connsiteY2" fmla="*/ 6697363 h 6857603"/>
              <a:gd name="connsiteX3" fmla="*/ 2522397 w 7519969"/>
              <a:gd name="connsiteY3" fmla="*/ 6857603 h 6857603"/>
              <a:gd name="connsiteX4" fmla="*/ 2522400 w 7519969"/>
              <a:gd name="connsiteY4" fmla="*/ 6857585 h 6857603"/>
              <a:gd name="connsiteX5" fmla="*/ 2749848 w 7519969"/>
              <a:gd name="connsiteY5" fmla="*/ 5489773 h 6857603"/>
              <a:gd name="connsiteX6" fmla="*/ 3362014 w 7519969"/>
              <a:gd name="connsiteY6" fmla="*/ 5329554 h 6857603"/>
              <a:gd name="connsiteX7" fmla="*/ 3747484 w 7519969"/>
              <a:gd name="connsiteY7" fmla="*/ 4865609 h 6857603"/>
              <a:gd name="connsiteX8" fmla="*/ 4207524 w 7519969"/>
              <a:gd name="connsiteY8" fmla="*/ 5486240 h 6857603"/>
              <a:gd name="connsiteX9" fmla="*/ 4207545 w 7519969"/>
              <a:gd name="connsiteY9" fmla="*/ 5486268 h 6857603"/>
              <a:gd name="connsiteX10" fmla="*/ 4117530 w 7519969"/>
              <a:gd name="connsiteY10" fmla="*/ 5646310 h 6857603"/>
              <a:gd name="connsiteX11" fmla="*/ 4034725 w 7519969"/>
              <a:gd name="connsiteY11" fmla="*/ 5793588 h 6857603"/>
              <a:gd name="connsiteX12" fmla="*/ 3574664 w 7519969"/>
              <a:gd name="connsiteY12" fmla="*/ 5172996 h 6857603"/>
              <a:gd name="connsiteX13" fmla="*/ 3574685 w 7519969"/>
              <a:gd name="connsiteY13" fmla="*/ 5172959 h 6857603"/>
              <a:gd name="connsiteX14" fmla="*/ 3247344 w 7519969"/>
              <a:gd name="connsiteY14" fmla="*/ 3999001 h 6857603"/>
              <a:gd name="connsiteX15" fmla="*/ 7519969 w 7519969"/>
              <a:gd name="connsiteY15" fmla="*/ 6163668 h 6857603"/>
              <a:gd name="connsiteX16" fmla="*/ 7519969 w 7519969"/>
              <a:gd name="connsiteY16" fmla="*/ 6163700 h 6857603"/>
              <a:gd name="connsiteX17" fmla="*/ 3247278 w 7519969"/>
              <a:gd name="connsiteY17" fmla="*/ 3998935 h 6857603"/>
              <a:gd name="connsiteX18" fmla="*/ 3247346 w 7519969"/>
              <a:gd name="connsiteY18" fmla="*/ 3998969 h 6857603"/>
              <a:gd name="connsiteX19" fmla="*/ 3247344 w 7519969"/>
              <a:gd name="connsiteY19" fmla="*/ 3999001 h 6857603"/>
              <a:gd name="connsiteX20" fmla="*/ 728187 w 7519969"/>
              <a:gd name="connsiteY20" fmla="*/ 1273128 h 6857603"/>
              <a:gd name="connsiteX21" fmla="*/ 1947520 w 7519969"/>
              <a:gd name="connsiteY21" fmla="*/ 3566557 h 6857603"/>
              <a:gd name="connsiteX22" fmla="*/ 1576151 w 7519969"/>
              <a:gd name="connsiteY22" fmla="*/ 4043641 h 6857603"/>
              <a:gd name="connsiteX23" fmla="*/ 1219333 w 7519969"/>
              <a:gd name="connsiteY23" fmla="*/ 4502009 h 6857603"/>
              <a:gd name="connsiteX24" fmla="*/ 93322 w 7519969"/>
              <a:gd name="connsiteY24" fmla="*/ 2384098 h 6857603"/>
              <a:gd name="connsiteX25" fmla="*/ 0 w 7519969"/>
              <a:gd name="connsiteY25" fmla="*/ 2208580 h 6857603"/>
              <a:gd name="connsiteX26" fmla="*/ 461450 w 7519969"/>
              <a:gd name="connsiteY26" fmla="*/ 1615763 h 6857603"/>
              <a:gd name="connsiteX27" fmla="*/ 461450 w 7519969"/>
              <a:gd name="connsiteY27" fmla="*/ 1615830 h 6857603"/>
              <a:gd name="connsiteX28" fmla="*/ 2373850 w 7519969"/>
              <a:gd name="connsiteY28" fmla="*/ 347000 h 6857603"/>
              <a:gd name="connsiteX29" fmla="*/ 2592372 w 7519969"/>
              <a:gd name="connsiteY29" fmla="*/ 567554 h 6857603"/>
              <a:gd name="connsiteX30" fmla="*/ 2761753 w 7519969"/>
              <a:gd name="connsiteY30" fmla="*/ 738508 h 6857603"/>
              <a:gd name="connsiteX31" fmla="*/ 2670945 w 7519969"/>
              <a:gd name="connsiteY31" fmla="*/ 973082 h 6857603"/>
              <a:gd name="connsiteX32" fmla="*/ 2283042 w 7519969"/>
              <a:gd name="connsiteY32" fmla="*/ 581574 h 6857603"/>
              <a:gd name="connsiteX33" fmla="*/ 2373832 w 7519969"/>
              <a:gd name="connsiteY33" fmla="*/ 347048 h 6857603"/>
              <a:gd name="connsiteX34" fmla="*/ 6876770 w 7519969"/>
              <a:gd name="connsiteY34" fmla="*/ 0 h 6857603"/>
              <a:gd name="connsiteX35" fmla="*/ 6208704 w 7519969"/>
              <a:gd name="connsiteY35" fmla="*/ 597975 h 6857603"/>
              <a:gd name="connsiteX36" fmla="*/ 6876837 w 7519969"/>
              <a:gd name="connsiteY36" fmla="*/ 0 h 6857603"/>
              <a:gd name="connsiteX37" fmla="*/ 7519969 w 7519969"/>
              <a:gd name="connsiteY37" fmla="*/ 0 h 6857603"/>
              <a:gd name="connsiteX38" fmla="*/ 7519969 w 7519969"/>
              <a:gd name="connsiteY38" fmla="*/ 6163668 h 6857603"/>
              <a:gd name="connsiteX39" fmla="*/ 3247346 w 7519969"/>
              <a:gd name="connsiteY39" fmla="*/ 3998969 h 6857603"/>
              <a:gd name="connsiteX40" fmla="*/ 3260968 w 7519969"/>
              <a:gd name="connsiteY40" fmla="*/ 3717010 h 6857603"/>
              <a:gd name="connsiteX41" fmla="*/ 3286299 w 7519969"/>
              <a:gd name="connsiteY41" fmla="*/ 3191979 h 6857603"/>
              <a:gd name="connsiteX42" fmla="*/ 2624912 w 7519969"/>
              <a:gd name="connsiteY42" fmla="*/ 3263204 h 6857603"/>
              <a:gd name="connsiteX43" fmla="*/ 3041388 w 7519969"/>
              <a:gd name="connsiteY43" fmla="*/ 1978569 h 6857603"/>
              <a:gd name="connsiteX44" fmla="*/ 3568447 w 7519969"/>
              <a:gd name="connsiteY44" fmla="*/ 352688 h 6857603"/>
              <a:gd name="connsiteX45" fmla="*/ 4956896 w 7519969"/>
              <a:gd name="connsiteY45" fmla="*/ 203227 h 6857603"/>
              <a:gd name="connsiteX46" fmla="*/ 4764169 w 7519969"/>
              <a:gd name="connsiteY46" fmla="*/ 797763 h 6857603"/>
              <a:gd name="connsiteX47" fmla="*/ 4398289 w 7519969"/>
              <a:gd name="connsiteY47" fmla="*/ 1926390 h 6857603"/>
              <a:gd name="connsiteX48" fmla="*/ 7065200 w 7519969"/>
              <a:gd name="connsiteY48" fmla="*/ 3277555 h 6857603"/>
              <a:gd name="connsiteX49" fmla="*/ 6867445 w 7519969"/>
              <a:gd name="connsiteY49" fmla="*/ 2658880 h 6857603"/>
              <a:gd name="connsiteX50" fmla="*/ 6867379 w 7519969"/>
              <a:gd name="connsiteY50" fmla="*/ 2658880 h 6857603"/>
              <a:gd name="connsiteX51" fmla="*/ 6208637 w 7519969"/>
              <a:gd name="connsiteY51" fmla="*/ 597975 h 68576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7519969" h="6857603">
                <a:moveTo>
                  <a:pt x="3362094" y="5329533"/>
                </a:moveTo>
                <a:lnTo>
                  <a:pt x="3220954" y="6178219"/>
                </a:lnTo>
                <a:lnTo>
                  <a:pt x="3134643" y="6697363"/>
                </a:lnTo>
                <a:lnTo>
                  <a:pt x="2522397" y="6857603"/>
                </a:lnTo>
                <a:lnTo>
                  <a:pt x="2522400" y="6857585"/>
                </a:lnTo>
                <a:lnTo>
                  <a:pt x="2749848" y="5489773"/>
                </a:lnTo>
                <a:lnTo>
                  <a:pt x="3362014" y="5329554"/>
                </a:lnTo>
                <a:close/>
                <a:moveTo>
                  <a:pt x="3747484" y="4865609"/>
                </a:moveTo>
                <a:lnTo>
                  <a:pt x="4207524" y="5486240"/>
                </a:lnTo>
                <a:lnTo>
                  <a:pt x="4207545" y="5486268"/>
                </a:lnTo>
                <a:lnTo>
                  <a:pt x="4117530" y="5646310"/>
                </a:lnTo>
                <a:lnTo>
                  <a:pt x="4034725" y="5793588"/>
                </a:lnTo>
                <a:lnTo>
                  <a:pt x="3574664" y="5172996"/>
                </a:lnTo>
                <a:lnTo>
                  <a:pt x="3574685" y="5172959"/>
                </a:lnTo>
                <a:close/>
                <a:moveTo>
                  <a:pt x="3247344" y="3999001"/>
                </a:moveTo>
                <a:lnTo>
                  <a:pt x="7519969" y="6163668"/>
                </a:lnTo>
                <a:lnTo>
                  <a:pt x="7519969" y="6163700"/>
                </a:lnTo>
                <a:close/>
                <a:moveTo>
                  <a:pt x="3247278" y="3998935"/>
                </a:moveTo>
                <a:lnTo>
                  <a:pt x="3247346" y="3998969"/>
                </a:lnTo>
                <a:lnTo>
                  <a:pt x="3247344" y="3999001"/>
                </a:lnTo>
                <a:close/>
                <a:moveTo>
                  <a:pt x="728187" y="1273128"/>
                </a:moveTo>
                <a:lnTo>
                  <a:pt x="1947520" y="3566557"/>
                </a:lnTo>
                <a:lnTo>
                  <a:pt x="1576151" y="4043641"/>
                </a:lnTo>
                <a:lnTo>
                  <a:pt x="1219333" y="4502009"/>
                </a:lnTo>
                <a:lnTo>
                  <a:pt x="93322" y="2384098"/>
                </a:lnTo>
                <a:lnTo>
                  <a:pt x="0" y="2208580"/>
                </a:lnTo>
                <a:lnTo>
                  <a:pt x="461450" y="1615763"/>
                </a:lnTo>
                <a:lnTo>
                  <a:pt x="461450" y="1615830"/>
                </a:lnTo>
                <a:close/>
                <a:moveTo>
                  <a:pt x="2373850" y="347000"/>
                </a:moveTo>
                <a:lnTo>
                  <a:pt x="2592372" y="567554"/>
                </a:lnTo>
                <a:lnTo>
                  <a:pt x="2761753" y="738508"/>
                </a:lnTo>
                <a:lnTo>
                  <a:pt x="2670945" y="973082"/>
                </a:lnTo>
                <a:lnTo>
                  <a:pt x="2283042" y="581574"/>
                </a:lnTo>
                <a:lnTo>
                  <a:pt x="2373832" y="347048"/>
                </a:lnTo>
                <a:close/>
                <a:moveTo>
                  <a:pt x="6876770" y="0"/>
                </a:moveTo>
                <a:lnTo>
                  <a:pt x="6208704" y="597975"/>
                </a:lnTo>
                <a:lnTo>
                  <a:pt x="6876837" y="0"/>
                </a:lnTo>
                <a:lnTo>
                  <a:pt x="7519969" y="0"/>
                </a:lnTo>
                <a:lnTo>
                  <a:pt x="7519969" y="6163668"/>
                </a:lnTo>
                <a:lnTo>
                  <a:pt x="3247346" y="3998969"/>
                </a:lnTo>
                <a:lnTo>
                  <a:pt x="3260968" y="3717010"/>
                </a:lnTo>
                <a:lnTo>
                  <a:pt x="3286299" y="3191979"/>
                </a:lnTo>
                <a:lnTo>
                  <a:pt x="2624912" y="3263204"/>
                </a:lnTo>
                <a:lnTo>
                  <a:pt x="3041388" y="1978569"/>
                </a:lnTo>
                <a:lnTo>
                  <a:pt x="3568447" y="352688"/>
                </a:lnTo>
                <a:lnTo>
                  <a:pt x="4956896" y="203227"/>
                </a:lnTo>
                <a:lnTo>
                  <a:pt x="4764169" y="797763"/>
                </a:lnTo>
                <a:lnTo>
                  <a:pt x="4398289" y="1926390"/>
                </a:lnTo>
                <a:lnTo>
                  <a:pt x="7065200" y="3277555"/>
                </a:lnTo>
                <a:lnTo>
                  <a:pt x="6867445" y="2658880"/>
                </a:lnTo>
                <a:lnTo>
                  <a:pt x="6867379" y="2658880"/>
                </a:lnTo>
                <a:lnTo>
                  <a:pt x="6208637" y="597975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endParaRPr lang="en-US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07F1C92F-FBB3-D752-4F65-06141650B5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330893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30E86F6E-0AEE-8488-A8BE-6A321E93074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3907" y="3758116"/>
            <a:ext cx="7239024" cy="323850"/>
          </a:xfrm>
        </p:spPr>
        <p:txBody>
          <a:bodyPr anchor="ctr">
            <a:noAutofit/>
          </a:bodyPr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GB"/>
              <a:t>Secondary header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066984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5">
    <p:bg>
      <p:bgPr>
        <a:gradFill>
          <a:gsLst>
            <a:gs pos="100000">
              <a:schemeClr val="tx2"/>
            </a:gs>
            <a:gs pos="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B4B47816-320C-698C-851B-8495FA7D6B3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495185" y="1"/>
            <a:ext cx="7696608" cy="6860279"/>
          </a:xfrm>
          <a:custGeom>
            <a:avLst/>
            <a:gdLst>
              <a:gd name="connsiteX0" fmla="*/ 1349983 w 7696608"/>
              <a:gd name="connsiteY0" fmla="*/ 4887344 h 6860279"/>
              <a:gd name="connsiteX1" fmla="*/ 1411336 w 7696608"/>
              <a:gd name="connsiteY1" fmla="*/ 5538612 h 6860279"/>
              <a:gd name="connsiteX2" fmla="*/ 685528 w 7696608"/>
              <a:gd name="connsiteY2" fmla="*/ 5948849 h 6860279"/>
              <a:gd name="connsiteX3" fmla="*/ 163126 w 7696608"/>
              <a:gd name="connsiteY3" fmla="*/ 6244095 h 6860279"/>
              <a:gd name="connsiteX4" fmla="*/ 101772 w 7696608"/>
              <a:gd name="connsiteY4" fmla="*/ 5592827 h 6860279"/>
              <a:gd name="connsiteX5" fmla="*/ 874148 w 7696608"/>
              <a:gd name="connsiteY5" fmla="*/ 5156277 h 6860279"/>
              <a:gd name="connsiteX6" fmla="*/ 3185887 w 7696608"/>
              <a:gd name="connsiteY6" fmla="*/ 4216876 h 6860279"/>
              <a:gd name="connsiteX7" fmla="*/ 3202400 w 7696608"/>
              <a:gd name="connsiteY7" fmla="*/ 4246228 h 6860279"/>
              <a:gd name="connsiteX8" fmla="*/ 3366424 w 7696608"/>
              <a:gd name="connsiteY8" fmla="*/ 4537814 h 6860279"/>
              <a:gd name="connsiteX9" fmla="*/ 3065530 w 7696608"/>
              <a:gd name="connsiteY9" fmla="*/ 4943631 h 6860279"/>
              <a:gd name="connsiteX10" fmla="*/ 2885822 w 7696608"/>
              <a:gd name="connsiteY10" fmla="*/ 5186043 h 6860279"/>
              <a:gd name="connsiteX11" fmla="*/ 2812585 w 7696608"/>
              <a:gd name="connsiteY11" fmla="*/ 5055859 h 6860279"/>
              <a:gd name="connsiteX12" fmla="*/ 2812585 w 7696608"/>
              <a:gd name="connsiteY12" fmla="*/ 5055790 h 6860279"/>
              <a:gd name="connsiteX13" fmla="*/ 2705285 w 7696608"/>
              <a:gd name="connsiteY13" fmla="*/ 4865036 h 6860279"/>
              <a:gd name="connsiteX14" fmla="*/ 7696469 w 7696608"/>
              <a:gd name="connsiteY14" fmla="*/ 2592504 h 6860279"/>
              <a:gd name="connsiteX15" fmla="*/ 7696608 w 7696608"/>
              <a:gd name="connsiteY15" fmla="*/ 2592504 h 6860279"/>
              <a:gd name="connsiteX16" fmla="*/ 7696469 w 7696608"/>
              <a:gd name="connsiteY16" fmla="*/ 2592575 h 6860279"/>
              <a:gd name="connsiteX17" fmla="*/ 4751091 w 7696608"/>
              <a:gd name="connsiteY17" fmla="*/ 0 h 6860279"/>
              <a:gd name="connsiteX18" fmla="*/ 6253973 w 7696608"/>
              <a:gd name="connsiteY18" fmla="*/ 0 h 6860279"/>
              <a:gd name="connsiteX19" fmla="*/ 6951869 w 7696608"/>
              <a:gd name="connsiteY19" fmla="*/ 624541 h 6860279"/>
              <a:gd name="connsiteX20" fmla="*/ 6301923 w 7696608"/>
              <a:gd name="connsiteY20" fmla="*/ 2657285 h 6860279"/>
              <a:gd name="connsiteX21" fmla="*/ 6057131 w 7696608"/>
              <a:gd name="connsiteY21" fmla="*/ 3422853 h 6860279"/>
              <a:gd name="connsiteX22" fmla="*/ 7696469 w 7696608"/>
              <a:gd name="connsiteY22" fmla="*/ 2592575 h 6860279"/>
              <a:gd name="connsiteX23" fmla="*/ 7696469 w 7696608"/>
              <a:gd name="connsiteY23" fmla="*/ 5365815 h 6860279"/>
              <a:gd name="connsiteX24" fmla="*/ 4745909 w 7696608"/>
              <a:gd name="connsiteY24" fmla="*/ 6860279 h 6860279"/>
              <a:gd name="connsiteX25" fmla="*/ 4670806 w 7696608"/>
              <a:gd name="connsiteY25" fmla="*/ 5304832 h 6860279"/>
              <a:gd name="connsiteX26" fmla="*/ 3414235 w 7696608"/>
              <a:gd name="connsiteY26" fmla="*/ 4180618 h 6860279"/>
              <a:gd name="connsiteX27" fmla="*/ 3749607 w 7696608"/>
              <a:gd name="connsiteY27" fmla="*/ 3131820 h 6860279"/>
              <a:gd name="connsiteX28" fmla="*/ 3471927 w 7696608"/>
              <a:gd name="connsiteY28" fmla="*/ 3310211 h 6860279"/>
              <a:gd name="connsiteX29" fmla="*/ 3099523 w 7696608"/>
              <a:gd name="connsiteY29" fmla="*/ 3549447 h 6860279"/>
              <a:gd name="connsiteX30" fmla="*/ 2990012 w 7696608"/>
              <a:gd name="connsiteY30" fmla="*/ 2827112 h 6860279"/>
              <a:gd name="connsiteX31" fmla="*/ 3720381 w 7696608"/>
              <a:gd name="connsiteY31" fmla="*/ 2357964 h 6860279"/>
              <a:gd name="connsiteX32" fmla="*/ 4068672 w 7696608"/>
              <a:gd name="connsiteY32" fmla="*/ 2134268 h 6860279"/>
              <a:gd name="connsiteX33" fmla="*/ 604829 w 7696608"/>
              <a:gd name="connsiteY33" fmla="*/ 0 h 6860279"/>
              <a:gd name="connsiteX34" fmla="*/ 2748882 w 7696608"/>
              <a:gd name="connsiteY34" fmla="*/ 0 h 6860279"/>
              <a:gd name="connsiteX35" fmla="*/ 1760249 w 7696608"/>
              <a:gd name="connsiteY35" fmla="*/ 953421 h 6860279"/>
              <a:gd name="connsiteX36" fmla="*/ 554185 w 7696608"/>
              <a:gd name="connsiteY36" fmla="*/ 2116449 h 6860279"/>
              <a:gd name="connsiteX37" fmla="*/ 0 w 7696608"/>
              <a:gd name="connsiteY37" fmla="*/ 583310 h 6860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7696608" h="6860279">
                <a:moveTo>
                  <a:pt x="1349983" y="4887344"/>
                </a:moveTo>
                <a:lnTo>
                  <a:pt x="1411336" y="5538612"/>
                </a:lnTo>
                <a:lnTo>
                  <a:pt x="685528" y="5948849"/>
                </a:lnTo>
                <a:lnTo>
                  <a:pt x="163126" y="6244095"/>
                </a:lnTo>
                <a:lnTo>
                  <a:pt x="101772" y="5592827"/>
                </a:lnTo>
                <a:lnTo>
                  <a:pt x="874148" y="5156277"/>
                </a:lnTo>
                <a:close/>
                <a:moveTo>
                  <a:pt x="3185887" y="4216876"/>
                </a:moveTo>
                <a:lnTo>
                  <a:pt x="3202400" y="4246228"/>
                </a:lnTo>
                <a:lnTo>
                  <a:pt x="3366424" y="4537814"/>
                </a:lnTo>
                <a:lnTo>
                  <a:pt x="3065530" y="4943631"/>
                </a:lnTo>
                <a:lnTo>
                  <a:pt x="2885822" y="5186043"/>
                </a:lnTo>
                <a:lnTo>
                  <a:pt x="2812585" y="5055859"/>
                </a:lnTo>
                <a:lnTo>
                  <a:pt x="2812585" y="5055790"/>
                </a:lnTo>
                <a:lnTo>
                  <a:pt x="2705285" y="4865036"/>
                </a:lnTo>
                <a:close/>
                <a:moveTo>
                  <a:pt x="7696469" y="2592504"/>
                </a:moveTo>
                <a:lnTo>
                  <a:pt x="7696608" y="2592504"/>
                </a:lnTo>
                <a:lnTo>
                  <a:pt x="7696469" y="2592575"/>
                </a:lnTo>
                <a:close/>
                <a:moveTo>
                  <a:pt x="4751091" y="0"/>
                </a:moveTo>
                <a:lnTo>
                  <a:pt x="6253973" y="0"/>
                </a:lnTo>
                <a:lnTo>
                  <a:pt x="6951869" y="624541"/>
                </a:lnTo>
                <a:lnTo>
                  <a:pt x="6301923" y="2657285"/>
                </a:lnTo>
                <a:lnTo>
                  <a:pt x="6057131" y="3422853"/>
                </a:lnTo>
                <a:lnTo>
                  <a:pt x="7696469" y="2592575"/>
                </a:lnTo>
                <a:lnTo>
                  <a:pt x="7696469" y="5365815"/>
                </a:lnTo>
                <a:lnTo>
                  <a:pt x="4745909" y="6860279"/>
                </a:lnTo>
                <a:lnTo>
                  <a:pt x="4670806" y="5304832"/>
                </a:lnTo>
                <a:lnTo>
                  <a:pt x="3414235" y="4180618"/>
                </a:lnTo>
                <a:lnTo>
                  <a:pt x="3749607" y="3131820"/>
                </a:lnTo>
                <a:lnTo>
                  <a:pt x="3471927" y="3310211"/>
                </a:lnTo>
                <a:lnTo>
                  <a:pt x="3099523" y="3549447"/>
                </a:lnTo>
                <a:lnTo>
                  <a:pt x="2990012" y="2827112"/>
                </a:lnTo>
                <a:lnTo>
                  <a:pt x="3720381" y="2357964"/>
                </a:lnTo>
                <a:lnTo>
                  <a:pt x="4068672" y="2134268"/>
                </a:lnTo>
                <a:close/>
                <a:moveTo>
                  <a:pt x="604829" y="0"/>
                </a:moveTo>
                <a:lnTo>
                  <a:pt x="2748882" y="0"/>
                </a:lnTo>
                <a:lnTo>
                  <a:pt x="1760249" y="953421"/>
                </a:lnTo>
                <a:lnTo>
                  <a:pt x="554185" y="2116449"/>
                </a:lnTo>
                <a:lnTo>
                  <a:pt x="0" y="58331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74F9763B-5716-C024-3177-3131F4374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330893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BD3960FE-A1B3-03CD-033B-FBE2EF10526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3907" y="3758116"/>
            <a:ext cx="7239024" cy="323850"/>
          </a:xfrm>
        </p:spPr>
        <p:txBody>
          <a:bodyPr anchor="ctr">
            <a:noAutofit/>
          </a:bodyPr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GB"/>
              <a:t>Secondary header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09096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6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D9911699-419B-B02B-28CB-8242E71D6B7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816599" y="0"/>
            <a:ext cx="6375402" cy="6858000"/>
          </a:xfrm>
          <a:custGeom>
            <a:avLst/>
            <a:gdLst>
              <a:gd name="connsiteX0" fmla="*/ 1515696 w 6375402"/>
              <a:gd name="connsiteY0" fmla="*/ 6276213 h 6858000"/>
              <a:gd name="connsiteX1" fmla="*/ 2088086 w 6375402"/>
              <a:gd name="connsiteY1" fmla="*/ 6619811 h 6858000"/>
              <a:gd name="connsiteX2" fmla="*/ 2059540 w 6375402"/>
              <a:gd name="connsiteY2" fmla="*/ 6858000 h 6858000"/>
              <a:gd name="connsiteX3" fmla="*/ 1944212 w 6375402"/>
              <a:gd name="connsiteY3" fmla="*/ 6858000 h 6858000"/>
              <a:gd name="connsiteX4" fmla="*/ 1593913 w 6375402"/>
              <a:gd name="connsiteY4" fmla="*/ 6647688 h 6858000"/>
              <a:gd name="connsiteX5" fmla="*/ 1479410 w 6375402"/>
              <a:gd name="connsiteY5" fmla="*/ 6578918 h 6858000"/>
              <a:gd name="connsiteX6" fmla="*/ 902135 w 6375402"/>
              <a:gd name="connsiteY6" fmla="*/ 3720719 h 6858000"/>
              <a:gd name="connsiteX7" fmla="*/ 983588 w 6375402"/>
              <a:gd name="connsiteY7" fmla="*/ 4099941 h 6858000"/>
              <a:gd name="connsiteX8" fmla="*/ 1066817 w 6375402"/>
              <a:gd name="connsiteY8" fmla="*/ 4487482 h 6858000"/>
              <a:gd name="connsiteX9" fmla="*/ 922625 w 6375402"/>
              <a:gd name="connsiteY9" fmla="*/ 4593336 h 6858000"/>
              <a:gd name="connsiteX10" fmla="*/ 778370 w 6375402"/>
              <a:gd name="connsiteY10" fmla="*/ 4699127 h 6858000"/>
              <a:gd name="connsiteX11" fmla="*/ 683341 w 6375402"/>
              <a:gd name="connsiteY11" fmla="*/ 4256596 h 6858000"/>
              <a:gd name="connsiteX12" fmla="*/ 613751 w 6375402"/>
              <a:gd name="connsiteY12" fmla="*/ 3932365 h 6858000"/>
              <a:gd name="connsiteX13" fmla="*/ 384300 w 6375402"/>
              <a:gd name="connsiteY13" fmla="*/ 1588897 h 6858000"/>
              <a:gd name="connsiteX14" fmla="*/ 1297664 w 6375402"/>
              <a:gd name="connsiteY14" fmla="*/ 2921445 h 6858000"/>
              <a:gd name="connsiteX15" fmla="*/ 1222935 w 6375402"/>
              <a:gd name="connsiteY15" fmla="*/ 3043745 h 6858000"/>
              <a:gd name="connsiteX16" fmla="*/ 913300 w 6375402"/>
              <a:gd name="connsiteY16" fmla="*/ 3550729 h 6858000"/>
              <a:gd name="connsiteX17" fmla="*/ 0 w 6375402"/>
              <a:gd name="connsiteY17" fmla="*/ 2218183 h 6858000"/>
              <a:gd name="connsiteX18" fmla="*/ 102641 w 6375402"/>
              <a:gd name="connsiteY18" fmla="*/ 2050098 h 6858000"/>
              <a:gd name="connsiteX19" fmla="*/ 1901455 w 6375402"/>
              <a:gd name="connsiteY19" fmla="*/ 1476439 h 6858000"/>
              <a:gd name="connsiteX20" fmla="*/ 2573060 w 6375402"/>
              <a:gd name="connsiteY20" fmla="*/ 2145729 h 6858000"/>
              <a:gd name="connsiteX21" fmla="*/ 2483551 w 6375402"/>
              <a:gd name="connsiteY21" fmla="*/ 2382075 h 6858000"/>
              <a:gd name="connsiteX22" fmla="*/ 2419734 w 6375402"/>
              <a:gd name="connsiteY22" fmla="*/ 2550604 h 6858000"/>
              <a:gd name="connsiteX23" fmla="*/ 1749587 w 6375402"/>
              <a:gd name="connsiteY23" fmla="*/ 1882712 h 6858000"/>
              <a:gd name="connsiteX24" fmla="*/ 1748128 w 6375402"/>
              <a:gd name="connsiteY24" fmla="*/ 1881252 h 6858000"/>
              <a:gd name="connsiteX25" fmla="*/ 6375402 w 6375402"/>
              <a:gd name="connsiteY25" fmla="*/ 983085 h 6858000"/>
              <a:gd name="connsiteX26" fmla="*/ 6375402 w 6375402"/>
              <a:gd name="connsiteY26" fmla="*/ 2876592 h 6858000"/>
              <a:gd name="connsiteX27" fmla="*/ 6273140 w 6375402"/>
              <a:gd name="connsiteY27" fmla="*/ 2903855 h 6858000"/>
              <a:gd name="connsiteX28" fmla="*/ 5935402 w 6375402"/>
              <a:gd name="connsiteY28" fmla="*/ 4240212 h 6858000"/>
              <a:gd name="connsiteX29" fmla="*/ 5597665 w 6375402"/>
              <a:gd name="connsiteY29" fmla="*/ 5576506 h 6858000"/>
              <a:gd name="connsiteX30" fmla="*/ 5246732 w 6375402"/>
              <a:gd name="connsiteY30" fmla="*/ 5637847 h 6858000"/>
              <a:gd name="connsiteX31" fmla="*/ 4895863 w 6375402"/>
              <a:gd name="connsiteY31" fmla="*/ 5699188 h 6858000"/>
              <a:gd name="connsiteX32" fmla="*/ 4632537 w 6375402"/>
              <a:gd name="connsiteY32" fmla="*/ 6821233 h 6858000"/>
              <a:gd name="connsiteX33" fmla="*/ 4441402 w 6375402"/>
              <a:gd name="connsiteY33" fmla="*/ 6858000 h 6858000"/>
              <a:gd name="connsiteX34" fmla="*/ 3552779 w 6375402"/>
              <a:gd name="connsiteY34" fmla="*/ 6858000 h 6858000"/>
              <a:gd name="connsiteX35" fmla="*/ 3660938 w 6375402"/>
              <a:gd name="connsiteY35" fmla="*/ 6397244 h 6858000"/>
              <a:gd name="connsiteX36" fmla="*/ 2670753 w 6375402"/>
              <a:gd name="connsiteY36" fmla="*/ 6858000 h 6858000"/>
              <a:gd name="connsiteX37" fmla="*/ 2264250 w 6375402"/>
              <a:gd name="connsiteY37" fmla="*/ 6858000 h 6858000"/>
              <a:gd name="connsiteX38" fmla="*/ 2233420 w 6375402"/>
              <a:gd name="connsiteY38" fmla="*/ 4713478 h 6858000"/>
              <a:gd name="connsiteX39" fmla="*/ 2207284 w 6375402"/>
              <a:gd name="connsiteY39" fmla="*/ 2895346 h 6858000"/>
              <a:gd name="connsiteX40" fmla="*/ 3395265 w 6375402"/>
              <a:gd name="connsiteY40" fmla="*/ 2342578 h 6858000"/>
              <a:gd name="connsiteX41" fmla="*/ 3923504 w 6375402"/>
              <a:gd name="connsiteY41" fmla="*/ 2096770 h 6858000"/>
              <a:gd name="connsiteX42" fmla="*/ 3966577 w 6375402"/>
              <a:gd name="connsiteY42" fmla="*/ 5094859 h 6858000"/>
              <a:gd name="connsiteX43" fmla="*/ 3966640 w 6375402"/>
              <a:gd name="connsiteY43" fmla="*/ 5094795 h 6858000"/>
              <a:gd name="connsiteX44" fmla="*/ 3966640 w 6375402"/>
              <a:gd name="connsiteY44" fmla="*/ 5094859 h 6858000"/>
              <a:gd name="connsiteX45" fmla="*/ 4083174 w 6375402"/>
              <a:gd name="connsiteY45" fmla="*/ 4598098 h 6858000"/>
              <a:gd name="connsiteX46" fmla="*/ 4426494 w 6375402"/>
              <a:gd name="connsiteY46" fmla="*/ 4531995 h 6858000"/>
              <a:gd name="connsiteX47" fmla="*/ 4915275 w 6375402"/>
              <a:gd name="connsiteY47" fmla="*/ 2598102 h 6858000"/>
              <a:gd name="connsiteX48" fmla="*/ 5313912 w 6375402"/>
              <a:gd name="connsiteY48" fmla="*/ 2528379 h 6858000"/>
              <a:gd name="connsiteX49" fmla="*/ 5912882 w 6375402"/>
              <a:gd name="connsiteY49" fmla="*/ 2423668 h 6858000"/>
              <a:gd name="connsiteX50" fmla="*/ 6037282 w 6375402"/>
              <a:gd name="connsiteY50" fmla="*/ 1652460 h 6858000"/>
              <a:gd name="connsiteX51" fmla="*/ 6134911 w 6375402"/>
              <a:gd name="connsiteY51" fmla="*/ 1047305 h 6858000"/>
              <a:gd name="connsiteX52" fmla="*/ 4754779 w 6375402"/>
              <a:gd name="connsiteY52" fmla="*/ 1 h 6858000"/>
              <a:gd name="connsiteX53" fmla="*/ 5687998 w 6375402"/>
              <a:gd name="connsiteY53" fmla="*/ 1 h 6858000"/>
              <a:gd name="connsiteX54" fmla="*/ 5335099 w 6375402"/>
              <a:gd name="connsiteY54" fmla="*/ 1864171 h 6858000"/>
              <a:gd name="connsiteX55" fmla="*/ 4357855 w 6375402"/>
              <a:gd name="connsiteY55" fmla="*/ 2096771 h 6858000"/>
              <a:gd name="connsiteX56" fmla="*/ 107588 w 6375402"/>
              <a:gd name="connsiteY56" fmla="*/ 0 h 6858000"/>
              <a:gd name="connsiteX57" fmla="*/ 2582956 w 6375402"/>
              <a:gd name="connsiteY57" fmla="*/ 0 h 6858000"/>
              <a:gd name="connsiteX58" fmla="*/ 2898745 w 6375402"/>
              <a:gd name="connsiteY58" fmla="*/ 258953 h 6858000"/>
              <a:gd name="connsiteX59" fmla="*/ 2792742 w 6375402"/>
              <a:gd name="connsiteY59" fmla="*/ 649034 h 6858000"/>
              <a:gd name="connsiteX60" fmla="*/ 2447772 w 6375402"/>
              <a:gd name="connsiteY60" fmla="*/ 1918781 h 6858000"/>
              <a:gd name="connsiteX61" fmla="*/ 2105594 w 6375402"/>
              <a:gd name="connsiteY61" fmla="*/ 163823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</a:cxnLst>
            <a:rect l="l" t="t" r="r" b="b"/>
            <a:pathLst>
              <a:path w="6375402" h="6858000">
                <a:moveTo>
                  <a:pt x="1515696" y="6276213"/>
                </a:moveTo>
                <a:lnTo>
                  <a:pt x="2088086" y="6619811"/>
                </a:lnTo>
                <a:lnTo>
                  <a:pt x="2059540" y="6858000"/>
                </a:lnTo>
                <a:lnTo>
                  <a:pt x="1944212" y="6858000"/>
                </a:lnTo>
                <a:lnTo>
                  <a:pt x="1593913" y="6647688"/>
                </a:lnTo>
                <a:lnTo>
                  <a:pt x="1479410" y="6578918"/>
                </a:lnTo>
                <a:close/>
                <a:moveTo>
                  <a:pt x="902135" y="3720719"/>
                </a:moveTo>
                <a:lnTo>
                  <a:pt x="983588" y="4099941"/>
                </a:lnTo>
                <a:lnTo>
                  <a:pt x="1066817" y="4487482"/>
                </a:lnTo>
                <a:lnTo>
                  <a:pt x="922625" y="4593336"/>
                </a:lnTo>
                <a:lnTo>
                  <a:pt x="778370" y="4699127"/>
                </a:lnTo>
                <a:lnTo>
                  <a:pt x="683341" y="4256596"/>
                </a:lnTo>
                <a:lnTo>
                  <a:pt x="613751" y="3932365"/>
                </a:lnTo>
                <a:close/>
                <a:moveTo>
                  <a:pt x="384300" y="1588897"/>
                </a:moveTo>
                <a:lnTo>
                  <a:pt x="1297664" y="2921445"/>
                </a:lnTo>
                <a:lnTo>
                  <a:pt x="1222935" y="3043745"/>
                </a:lnTo>
                <a:lnTo>
                  <a:pt x="913300" y="3550729"/>
                </a:lnTo>
                <a:lnTo>
                  <a:pt x="0" y="2218183"/>
                </a:lnTo>
                <a:lnTo>
                  <a:pt x="102641" y="2050098"/>
                </a:lnTo>
                <a:close/>
                <a:moveTo>
                  <a:pt x="1901455" y="1476439"/>
                </a:moveTo>
                <a:lnTo>
                  <a:pt x="2573060" y="2145729"/>
                </a:lnTo>
                <a:lnTo>
                  <a:pt x="2483551" y="2382075"/>
                </a:lnTo>
                <a:lnTo>
                  <a:pt x="2419734" y="2550604"/>
                </a:lnTo>
                <a:lnTo>
                  <a:pt x="1749587" y="1882712"/>
                </a:lnTo>
                <a:lnTo>
                  <a:pt x="1748128" y="1881252"/>
                </a:lnTo>
                <a:close/>
                <a:moveTo>
                  <a:pt x="6375402" y="983085"/>
                </a:moveTo>
                <a:lnTo>
                  <a:pt x="6375402" y="2876592"/>
                </a:lnTo>
                <a:lnTo>
                  <a:pt x="6273140" y="2903855"/>
                </a:lnTo>
                <a:lnTo>
                  <a:pt x="5935402" y="4240212"/>
                </a:lnTo>
                <a:lnTo>
                  <a:pt x="5597665" y="5576506"/>
                </a:lnTo>
                <a:lnTo>
                  <a:pt x="5246732" y="5637847"/>
                </a:lnTo>
                <a:lnTo>
                  <a:pt x="4895863" y="5699188"/>
                </a:lnTo>
                <a:lnTo>
                  <a:pt x="4632537" y="6821233"/>
                </a:lnTo>
                <a:lnTo>
                  <a:pt x="4441402" y="6858000"/>
                </a:lnTo>
                <a:lnTo>
                  <a:pt x="3552779" y="6858000"/>
                </a:lnTo>
                <a:lnTo>
                  <a:pt x="3660938" y="6397244"/>
                </a:lnTo>
                <a:lnTo>
                  <a:pt x="2670753" y="6858000"/>
                </a:lnTo>
                <a:lnTo>
                  <a:pt x="2264250" y="6858000"/>
                </a:lnTo>
                <a:lnTo>
                  <a:pt x="2233420" y="4713478"/>
                </a:lnTo>
                <a:lnTo>
                  <a:pt x="2207284" y="2895346"/>
                </a:lnTo>
                <a:lnTo>
                  <a:pt x="3395265" y="2342578"/>
                </a:lnTo>
                <a:lnTo>
                  <a:pt x="3923504" y="2096770"/>
                </a:lnTo>
                <a:lnTo>
                  <a:pt x="3966577" y="5094859"/>
                </a:lnTo>
                <a:lnTo>
                  <a:pt x="3966640" y="5094795"/>
                </a:lnTo>
                <a:lnTo>
                  <a:pt x="3966640" y="5094859"/>
                </a:lnTo>
                <a:lnTo>
                  <a:pt x="4083174" y="4598098"/>
                </a:lnTo>
                <a:lnTo>
                  <a:pt x="4426494" y="4531995"/>
                </a:lnTo>
                <a:lnTo>
                  <a:pt x="4915275" y="2598102"/>
                </a:lnTo>
                <a:lnTo>
                  <a:pt x="5313912" y="2528379"/>
                </a:lnTo>
                <a:lnTo>
                  <a:pt x="5912882" y="2423668"/>
                </a:lnTo>
                <a:lnTo>
                  <a:pt x="6037282" y="1652460"/>
                </a:lnTo>
                <a:lnTo>
                  <a:pt x="6134911" y="1047305"/>
                </a:lnTo>
                <a:close/>
                <a:moveTo>
                  <a:pt x="4754779" y="1"/>
                </a:moveTo>
                <a:lnTo>
                  <a:pt x="5687998" y="1"/>
                </a:lnTo>
                <a:lnTo>
                  <a:pt x="5335099" y="1864171"/>
                </a:lnTo>
                <a:lnTo>
                  <a:pt x="4357855" y="2096771"/>
                </a:lnTo>
                <a:close/>
                <a:moveTo>
                  <a:pt x="107588" y="0"/>
                </a:moveTo>
                <a:lnTo>
                  <a:pt x="2582956" y="0"/>
                </a:lnTo>
                <a:lnTo>
                  <a:pt x="2898745" y="258953"/>
                </a:lnTo>
                <a:lnTo>
                  <a:pt x="2792742" y="649034"/>
                </a:lnTo>
                <a:lnTo>
                  <a:pt x="2447772" y="1918781"/>
                </a:lnTo>
                <a:lnTo>
                  <a:pt x="2105594" y="163823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7DC4A258-C603-25FF-B1FA-7B2541545E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330893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3CB13B10-87FC-65F6-7ADB-0BBD3712177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3907" y="3758116"/>
            <a:ext cx="7239024" cy="323850"/>
          </a:xfrm>
        </p:spPr>
        <p:txBody>
          <a:bodyPr anchor="ctr">
            <a:noAutofit/>
          </a:bodyPr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GB"/>
              <a:t>Secondary header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21456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7">
    <p:bg>
      <p:bgPr>
        <a:gradFill>
          <a:gsLst>
            <a:gs pos="100000">
              <a:schemeClr val="accent1"/>
            </a:gs>
            <a:gs pos="0">
              <a:schemeClr val="accent4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8E790C48-70A6-9376-165F-D52E6AA6969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72032" y="1"/>
            <a:ext cx="7519969" cy="6857603"/>
          </a:xfrm>
          <a:custGeom>
            <a:avLst/>
            <a:gdLst>
              <a:gd name="connsiteX0" fmla="*/ 3362094 w 7519969"/>
              <a:gd name="connsiteY0" fmla="*/ 5329533 h 6857603"/>
              <a:gd name="connsiteX1" fmla="*/ 3220954 w 7519969"/>
              <a:gd name="connsiteY1" fmla="*/ 6178219 h 6857603"/>
              <a:gd name="connsiteX2" fmla="*/ 3134643 w 7519969"/>
              <a:gd name="connsiteY2" fmla="*/ 6697363 h 6857603"/>
              <a:gd name="connsiteX3" fmla="*/ 2522397 w 7519969"/>
              <a:gd name="connsiteY3" fmla="*/ 6857603 h 6857603"/>
              <a:gd name="connsiteX4" fmla="*/ 2522400 w 7519969"/>
              <a:gd name="connsiteY4" fmla="*/ 6857585 h 6857603"/>
              <a:gd name="connsiteX5" fmla="*/ 2749848 w 7519969"/>
              <a:gd name="connsiteY5" fmla="*/ 5489773 h 6857603"/>
              <a:gd name="connsiteX6" fmla="*/ 3362014 w 7519969"/>
              <a:gd name="connsiteY6" fmla="*/ 5329554 h 6857603"/>
              <a:gd name="connsiteX7" fmla="*/ 3747484 w 7519969"/>
              <a:gd name="connsiteY7" fmla="*/ 4865609 h 6857603"/>
              <a:gd name="connsiteX8" fmla="*/ 4207524 w 7519969"/>
              <a:gd name="connsiteY8" fmla="*/ 5486240 h 6857603"/>
              <a:gd name="connsiteX9" fmla="*/ 4207545 w 7519969"/>
              <a:gd name="connsiteY9" fmla="*/ 5486268 h 6857603"/>
              <a:gd name="connsiteX10" fmla="*/ 4117530 w 7519969"/>
              <a:gd name="connsiteY10" fmla="*/ 5646310 h 6857603"/>
              <a:gd name="connsiteX11" fmla="*/ 4034725 w 7519969"/>
              <a:gd name="connsiteY11" fmla="*/ 5793588 h 6857603"/>
              <a:gd name="connsiteX12" fmla="*/ 3574664 w 7519969"/>
              <a:gd name="connsiteY12" fmla="*/ 5172996 h 6857603"/>
              <a:gd name="connsiteX13" fmla="*/ 3574685 w 7519969"/>
              <a:gd name="connsiteY13" fmla="*/ 5172959 h 6857603"/>
              <a:gd name="connsiteX14" fmla="*/ 3247344 w 7519969"/>
              <a:gd name="connsiteY14" fmla="*/ 3999001 h 6857603"/>
              <a:gd name="connsiteX15" fmla="*/ 7519969 w 7519969"/>
              <a:gd name="connsiteY15" fmla="*/ 6163668 h 6857603"/>
              <a:gd name="connsiteX16" fmla="*/ 7519969 w 7519969"/>
              <a:gd name="connsiteY16" fmla="*/ 6163700 h 6857603"/>
              <a:gd name="connsiteX17" fmla="*/ 3247278 w 7519969"/>
              <a:gd name="connsiteY17" fmla="*/ 3998935 h 6857603"/>
              <a:gd name="connsiteX18" fmla="*/ 3247346 w 7519969"/>
              <a:gd name="connsiteY18" fmla="*/ 3998969 h 6857603"/>
              <a:gd name="connsiteX19" fmla="*/ 3247344 w 7519969"/>
              <a:gd name="connsiteY19" fmla="*/ 3999001 h 6857603"/>
              <a:gd name="connsiteX20" fmla="*/ 728187 w 7519969"/>
              <a:gd name="connsiteY20" fmla="*/ 1273128 h 6857603"/>
              <a:gd name="connsiteX21" fmla="*/ 1947520 w 7519969"/>
              <a:gd name="connsiteY21" fmla="*/ 3566557 h 6857603"/>
              <a:gd name="connsiteX22" fmla="*/ 1576151 w 7519969"/>
              <a:gd name="connsiteY22" fmla="*/ 4043641 h 6857603"/>
              <a:gd name="connsiteX23" fmla="*/ 1219333 w 7519969"/>
              <a:gd name="connsiteY23" fmla="*/ 4502009 h 6857603"/>
              <a:gd name="connsiteX24" fmla="*/ 93322 w 7519969"/>
              <a:gd name="connsiteY24" fmla="*/ 2384098 h 6857603"/>
              <a:gd name="connsiteX25" fmla="*/ 0 w 7519969"/>
              <a:gd name="connsiteY25" fmla="*/ 2208580 h 6857603"/>
              <a:gd name="connsiteX26" fmla="*/ 461450 w 7519969"/>
              <a:gd name="connsiteY26" fmla="*/ 1615763 h 6857603"/>
              <a:gd name="connsiteX27" fmla="*/ 461450 w 7519969"/>
              <a:gd name="connsiteY27" fmla="*/ 1615830 h 6857603"/>
              <a:gd name="connsiteX28" fmla="*/ 2373850 w 7519969"/>
              <a:gd name="connsiteY28" fmla="*/ 347000 h 6857603"/>
              <a:gd name="connsiteX29" fmla="*/ 2592372 w 7519969"/>
              <a:gd name="connsiteY29" fmla="*/ 567554 h 6857603"/>
              <a:gd name="connsiteX30" fmla="*/ 2761753 w 7519969"/>
              <a:gd name="connsiteY30" fmla="*/ 738508 h 6857603"/>
              <a:gd name="connsiteX31" fmla="*/ 2670945 w 7519969"/>
              <a:gd name="connsiteY31" fmla="*/ 973082 h 6857603"/>
              <a:gd name="connsiteX32" fmla="*/ 2283042 w 7519969"/>
              <a:gd name="connsiteY32" fmla="*/ 581574 h 6857603"/>
              <a:gd name="connsiteX33" fmla="*/ 2373832 w 7519969"/>
              <a:gd name="connsiteY33" fmla="*/ 347048 h 6857603"/>
              <a:gd name="connsiteX34" fmla="*/ 6876770 w 7519969"/>
              <a:gd name="connsiteY34" fmla="*/ 0 h 6857603"/>
              <a:gd name="connsiteX35" fmla="*/ 6208704 w 7519969"/>
              <a:gd name="connsiteY35" fmla="*/ 597975 h 6857603"/>
              <a:gd name="connsiteX36" fmla="*/ 6876837 w 7519969"/>
              <a:gd name="connsiteY36" fmla="*/ 0 h 6857603"/>
              <a:gd name="connsiteX37" fmla="*/ 7519969 w 7519969"/>
              <a:gd name="connsiteY37" fmla="*/ 0 h 6857603"/>
              <a:gd name="connsiteX38" fmla="*/ 7519969 w 7519969"/>
              <a:gd name="connsiteY38" fmla="*/ 6163668 h 6857603"/>
              <a:gd name="connsiteX39" fmla="*/ 3247346 w 7519969"/>
              <a:gd name="connsiteY39" fmla="*/ 3998969 h 6857603"/>
              <a:gd name="connsiteX40" fmla="*/ 3260968 w 7519969"/>
              <a:gd name="connsiteY40" fmla="*/ 3717010 h 6857603"/>
              <a:gd name="connsiteX41" fmla="*/ 3286299 w 7519969"/>
              <a:gd name="connsiteY41" fmla="*/ 3191979 h 6857603"/>
              <a:gd name="connsiteX42" fmla="*/ 2624912 w 7519969"/>
              <a:gd name="connsiteY42" fmla="*/ 3263204 h 6857603"/>
              <a:gd name="connsiteX43" fmla="*/ 3041388 w 7519969"/>
              <a:gd name="connsiteY43" fmla="*/ 1978569 h 6857603"/>
              <a:gd name="connsiteX44" fmla="*/ 3568447 w 7519969"/>
              <a:gd name="connsiteY44" fmla="*/ 352688 h 6857603"/>
              <a:gd name="connsiteX45" fmla="*/ 4956896 w 7519969"/>
              <a:gd name="connsiteY45" fmla="*/ 203227 h 6857603"/>
              <a:gd name="connsiteX46" fmla="*/ 4764169 w 7519969"/>
              <a:gd name="connsiteY46" fmla="*/ 797763 h 6857603"/>
              <a:gd name="connsiteX47" fmla="*/ 4398289 w 7519969"/>
              <a:gd name="connsiteY47" fmla="*/ 1926390 h 6857603"/>
              <a:gd name="connsiteX48" fmla="*/ 7065200 w 7519969"/>
              <a:gd name="connsiteY48" fmla="*/ 3277555 h 6857603"/>
              <a:gd name="connsiteX49" fmla="*/ 6867445 w 7519969"/>
              <a:gd name="connsiteY49" fmla="*/ 2658880 h 6857603"/>
              <a:gd name="connsiteX50" fmla="*/ 6867379 w 7519969"/>
              <a:gd name="connsiteY50" fmla="*/ 2658880 h 6857603"/>
              <a:gd name="connsiteX51" fmla="*/ 6208637 w 7519969"/>
              <a:gd name="connsiteY51" fmla="*/ 597975 h 68576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7519969" h="6857603">
                <a:moveTo>
                  <a:pt x="3362094" y="5329533"/>
                </a:moveTo>
                <a:lnTo>
                  <a:pt x="3220954" y="6178219"/>
                </a:lnTo>
                <a:lnTo>
                  <a:pt x="3134643" y="6697363"/>
                </a:lnTo>
                <a:lnTo>
                  <a:pt x="2522397" y="6857603"/>
                </a:lnTo>
                <a:lnTo>
                  <a:pt x="2522400" y="6857585"/>
                </a:lnTo>
                <a:lnTo>
                  <a:pt x="2749848" y="5489773"/>
                </a:lnTo>
                <a:lnTo>
                  <a:pt x="3362014" y="5329554"/>
                </a:lnTo>
                <a:close/>
                <a:moveTo>
                  <a:pt x="3747484" y="4865609"/>
                </a:moveTo>
                <a:lnTo>
                  <a:pt x="4207524" y="5486240"/>
                </a:lnTo>
                <a:lnTo>
                  <a:pt x="4207545" y="5486268"/>
                </a:lnTo>
                <a:lnTo>
                  <a:pt x="4117530" y="5646310"/>
                </a:lnTo>
                <a:lnTo>
                  <a:pt x="4034725" y="5793588"/>
                </a:lnTo>
                <a:lnTo>
                  <a:pt x="3574664" y="5172996"/>
                </a:lnTo>
                <a:lnTo>
                  <a:pt x="3574685" y="5172959"/>
                </a:lnTo>
                <a:close/>
                <a:moveTo>
                  <a:pt x="3247344" y="3999001"/>
                </a:moveTo>
                <a:lnTo>
                  <a:pt x="7519969" y="6163668"/>
                </a:lnTo>
                <a:lnTo>
                  <a:pt x="7519969" y="6163700"/>
                </a:lnTo>
                <a:close/>
                <a:moveTo>
                  <a:pt x="3247278" y="3998935"/>
                </a:moveTo>
                <a:lnTo>
                  <a:pt x="3247346" y="3998969"/>
                </a:lnTo>
                <a:lnTo>
                  <a:pt x="3247344" y="3999001"/>
                </a:lnTo>
                <a:close/>
                <a:moveTo>
                  <a:pt x="728187" y="1273128"/>
                </a:moveTo>
                <a:lnTo>
                  <a:pt x="1947520" y="3566557"/>
                </a:lnTo>
                <a:lnTo>
                  <a:pt x="1576151" y="4043641"/>
                </a:lnTo>
                <a:lnTo>
                  <a:pt x="1219333" y="4502009"/>
                </a:lnTo>
                <a:lnTo>
                  <a:pt x="93322" y="2384098"/>
                </a:lnTo>
                <a:lnTo>
                  <a:pt x="0" y="2208580"/>
                </a:lnTo>
                <a:lnTo>
                  <a:pt x="461450" y="1615763"/>
                </a:lnTo>
                <a:lnTo>
                  <a:pt x="461450" y="1615830"/>
                </a:lnTo>
                <a:close/>
                <a:moveTo>
                  <a:pt x="2373850" y="347000"/>
                </a:moveTo>
                <a:lnTo>
                  <a:pt x="2592372" y="567554"/>
                </a:lnTo>
                <a:lnTo>
                  <a:pt x="2761753" y="738508"/>
                </a:lnTo>
                <a:lnTo>
                  <a:pt x="2670945" y="973082"/>
                </a:lnTo>
                <a:lnTo>
                  <a:pt x="2283042" y="581574"/>
                </a:lnTo>
                <a:lnTo>
                  <a:pt x="2373832" y="347048"/>
                </a:lnTo>
                <a:close/>
                <a:moveTo>
                  <a:pt x="6876770" y="0"/>
                </a:moveTo>
                <a:lnTo>
                  <a:pt x="6208704" y="597975"/>
                </a:lnTo>
                <a:lnTo>
                  <a:pt x="6876837" y="0"/>
                </a:lnTo>
                <a:lnTo>
                  <a:pt x="7519969" y="0"/>
                </a:lnTo>
                <a:lnTo>
                  <a:pt x="7519969" y="6163668"/>
                </a:lnTo>
                <a:lnTo>
                  <a:pt x="3247346" y="3998969"/>
                </a:lnTo>
                <a:lnTo>
                  <a:pt x="3260968" y="3717010"/>
                </a:lnTo>
                <a:lnTo>
                  <a:pt x="3286299" y="3191979"/>
                </a:lnTo>
                <a:lnTo>
                  <a:pt x="2624912" y="3263204"/>
                </a:lnTo>
                <a:lnTo>
                  <a:pt x="3041388" y="1978569"/>
                </a:lnTo>
                <a:lnTo>
                  <a:pt x="3568447" y="352688"/>
                </a:lnTo>
                <a:lnTo>
                  <a:pt x="4956896" y="203227"/>
                </a:lnTo>
                <a:lnTo>
                  <a:pt x="4764169" y="797763"/>
                </a:lnTo>
                <a:lnTo>
                  <a:pt x="4398289" y="1926390"/>
                </a:lnTo>
                <a:lnTo>
                  <a:pt x="7065200" y="3277555"/>
                </a:lnTo>
                <a:lnTo>
                  <a:pt x="6867445" y="2658880"/>
                </a:lnTo>
                <a:lnTo>
                  <a:pt x="6867379" y="2658880"/>
                </a:lnTo>
                <a:lnTo>
                  <a:pt x="6208637" y="597975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endParaRPr lang="en-U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2DBDBBA1-3402-0052-1F0C-E4C4C6313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330893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36447244-4CF9-599C-0D61-CE5DB10FDE6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3907" y="3758116"/>
            <a:ext cx="7239024" cy="323850"/>
          </a:xfrm>
        </p:spPr>
        <p:txBody>
          <a:bodyPr anchor="ctr">
            <a:noAutofit/>
          </a:bodyPr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GB"/>
              <a:t>Secondary header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69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_8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5101FE6E-834E-643B-24B7-AA38CF9BF77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495185" y="1"/>
            <a:ext cx="7696608" cy="6860279"/>
          </a:xfrm>
          <a:custGeom>
            <a:avLst/>
            <a:gdLst>
              <a:gd name="connsiteX0" fmla="*/ 1349983 w 7696608"/>
              <a:gd name="connsiteY0" fmla="*/ 4887344 h 6860279"/>
              <a:gd name="connsiteX1" fmla="*/ 1411336 w 7696608"/>
              <a:gd name="connsiteY1" fmla="*/ 5538612 h 6860279"/>
              <a:gd name="connsiteX2" fmla="*/ 685528 w 7696608"/>
              <a:gd name="connsiteY2" fmla="*/ 5948849 h 6860279"/>
              <a:gd name="connsiteX3" fmla="*/ 163126 w 7696608"/>
              <a:gd name="connsiteY3" fmla="*/ 6244095 h 6860279"/>
              <a:gd name="connsiteX4" fmla="*/ 101772 w 7696608"/>
              <a:gd name="connsiteY4" fmla="*/ 5592827 h 6860279"/>
              <a:gd name="connsiteX5" fmla="*/ 874148 w 7696608"/>
              <a:gd name="connsiteY5" fmla="*/ 5156277 h 6860279"/>
              <a:gd name="connsiteX6" fmla="*/ 3185887 w 7696608"/>
              <a:gd name="connsiteY6" fmla="*/ 4216876 h 6860279"/>
              <a:gd name="connsiteX7" fmla="*/ 3202400 w 7696608"/>
              <a:gd name="connsiteY7" fmla="*/ 4246228 h 6860279"/>
              <a:gd name="connsiteX8" fmla="*/ 3366424 w 7696608"/>
              <a:gd name="connsiteY8" fmla="*/ 4537814 h 6860279"/>
              <a:gd name="connsiteX9" fmla="*/ 3065530 w 7696608"/>
              <a:gd name="connsiteY9" fmla="*/ 4943631 h 6860279"/>
              <a:gd name="connsiteX10" fmla="*/ 2885822 w 7696608"/>
              <a:gd name="connsiteY10" fmla="*/ 5186043 h 6860279"/>
              <a:gd name="connsiteX11" fmla="*/ 2812585 w 7696608"/>
              <a:gd name="connsiteY11" fmla="*/ 5055859 h 6860279"/>
              <a:gd name="connsiteX12" fmla="*/ 2812585 w 7696608"/>
              <a:gd name="connsiteY12" fmla="*/ 5055790 h 6860279"/>
              <a:gd name="connsiteX13" fmla="*/ 2705285 w 7696608"/>
              <a:gd name="connsiteY13" fmla="*/ 4865036 h 6860279"/>
              <a:gd name="connsiteX14" fmla="*/ 7696469 w 7696608"/>
              <a:gd name="connsiteY14" fmla="*/ 2592504 h 6860279"/>
              <a:gd name="connsiteX15" fmla="*/ 7696608 w 7696608"/>
              <a:gd name="connsiteY15" fmla="*/ 2592504 h 6860279"/>
              <a:gd name="connsiteX16" fmla="*/ 7696469 w 7696608"/>
              <a:gd name="connsiteY16" fmla="*/ 2592575 h 6860279"/>
              <a:gd name="connsiteX17" fmla="*/ 4751091 w 7696608"/>
              <a:gd name="connsiteY17" fmla="*/ 0 h 6860279"/>
              <a:gd name="connsiteX18" fmla="*/ 6253973 w 7696608"/>
              <a:gd name="connsiteY18" fmla="*/ 0 h 6860279"/>
              <a:gd name="connsiteX19" fmla="*/ 6951869 w 7696608"/>
              <a:gd name="connsiteY19" fmla="*/ 624541 h 6860279"/>
              <a:gd name="connsiteX20" fmla="*/ 6301923 w 7696608"/>
              <a:gd name="connsiteY20" fmla="*/ 2657285 h 6860279"/>
              <a:gd name="connsiteX21" fmla="*/ 6057131 w 7696608"/>
              <a:gd name="connsiteY21" fmla="*/ 3422853 h 6860279"/>
              <a:gd name="connsiteX22" fmla="*/ 7696469 w 7696608"/>
              <a:gd name="connsiteY22" fmla="*/ 2592575 h 6860279"/>
              <a:gd name="connsiteX23" fmla="*/ 7696469 w 7696608"/>
              <a:gd name="connsiteY23" fmla="*/ 5365815 h 6860279"/>
              <a:gd name="connsiteX24" fmla="*/ 4745909 w 7696608"/>
              <a:gd name="connsiteY24" fmla="*/ 6860279 h 6860279"/>
              <a:gd name="connsiteX25" fmla="*/ 4670806 w 7696608"/>
              <a:gd name="connsiteY25" fmla="*/ 5304832 h 6860279"/>
              <a:gd name="connsiteX26" fmla="*/ 3414235 w 7696608"/>
              <a:gd name="connsiteY26" fmla="*/ 4180618 h 6860279"/>
              <a:gd name="connsiteX27" fmla="*/ 3749607 w 7696608"/>
              <a:gd name="connsiteY27" fmla="*/ 3131820 h 6860279"/>
              <a:gd name="connsiteX28" fmla="*/ 3471927 w 7696608"/>
              <a:gd name="connsiteY28" fmla="*/ 3310211 h 6860279"/>
              <a:gd name="connsiteX29" fmla="*/ 3099523 w 7696608"/>
              <a:gd name="connsiteY29" fmla="*/ 3549447 h 6860279"/>
              <a:gd name="connsiteX30" fmla="*/ 2990012 w 7696608"/>
              <a:gd name="connsiteY30" fmla="*/ 2827112 h 6860279"/>
              <a:gd name="connsiteX31" fmla="*/ 3720381 w 7696608"/>
              <a:gd name="connsiteY31" fmla="*/ 2357964 h 6860279"/>
              <a:gd name="connsiteX32" fmla="*/ 4068672 w 7696608"/>
              <a:gd name="connsiteY32" fmla="*/ 2134268 h 6860279"/>
              <a:gd name="connsiteX33" fmla="*/ 604829 w 7696608"/>
              <a:gd name="connsiteY33" fmla="*/ 0 h 6860279"/>
              <a:gd name="connsiteX34" fmla="*/ 2748882 w 7696608"/>
              <a:gd name="connsiteY34" fmla="*/ 0 h 6860279"/>
              <a:gd name="connsiteX35" fmla="*/ 1760249 w 7696608"/>
              <a:gd name="connsiteY35" fmla="*/ 953421 h 6860279"/>
              <a:gd name="connsiteX36" fmla="*/ 554185 w 7696608"/>
              <a:gd name="connsiteY36" fmla="*/ 2116449 h 6860279"/>
              <a:gd name="connsiteX37" fmla="*/ 0 w 7696608"/>
              <a:gd name="connsiteY37" fmla="*/ 583310 h 6860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7696608" h="6860279">
                <a:moveTo>
                  <a:pt x="1349983" y="4887344"/>
                </a:moveTo>
                <a:lnTo>
                  <a:pt x="1411336" y="5538612"/>
                </a:lnTo>
                <a:lnTo>
                  <a:pt x="685528" y="5948849"/>
                </a:lnTo>
                <a:lnTo>
                  <a:pt x="163126" y="6244095"/>
                </a:lnTo>
                <a:lnTo>
                  <a:pt x="101772" y="5592827"/>
                </a:lnTo>
                <a:lnTo>
                  <a:pt x="874148" y="5156277"/>
                </a:lnTo>
                <a:close/>
                <a:moveTo>
                  <a:pt x="3185887" y="4216876"/>
                </a:moveTo>
                <a:lnTo>
                  <a:pt x="3202400" y="4246228"/>
                </a:lnTo>
                <a:lnTo>
                  <a:pt x="3366424" y="4537814"/>
                </a:lnTo>
                <a:lnTo>
                  <a:pt x="3065530" y="4943631"/>
                </a:lnTo>
                <a:lnTo>
                  <a:pt x="2885822" y="5186043"/>
                </a:lnTo>
                <a:lnTo>
                  <a:pt x="2812585" y="5055859"/>
                </a:lnTo>
                <a:lnTo>
                  <a:pt x="2812585" y="5055790"/>
                </a:lnTo>
                <a:lnTo>
                  <a:pt x="2705285" y="4865036"/>
                </a:lnTo>
                <a:close/>
                <a:moveTo>
                  <a:pt x="7696469" y="2592504"/>
                </a:moveTo>
                <a:lnTo>
                  <a:pt x="7696608" y="2592504"/>
                </a:lnTo>
                <a:lnTo>
                  <a:pt x="7696469" y="2592575"/>
                </a:lnTo>
                <a:close/>
                <a:moveTo>
                  <a:pt x="4751091" y="0"/>
                </a:moveTo>
                <a:lnTo>
                  <a:pt x="6253973" y="0"/>
                </a:lnTo>
                <a:lnTo>
                  <a:pt x="6951869" y="624541"/>
                </a:lnTo>
                <a:lnTo>
                  <a:pt x="6301923" y="2657285"/>
                </a:lnTo>
                <a:lnTo>
                  <a:pt x="6057131" y="3422853"/>
                </a:lnTo>
                <a:lnTo>
                  <a:pt x="7696469" y="2592575"/>
                </a:lnTo>
                <a:lnTo>
                  <a:pt x="7696469" y="5365815"/>
                </a:lnTo>
                <a:lnTo>
                  <a:pt x="4745909" y="6860279"/>
                </a:lnTo>
                <a:lnTo>
                  <a:pt x="4670806" y="5304832"/>
                </a:lnTo>
                <a:lnTo>
                  <a:pt x="3414235" y="4180618"/>
                </a:lnTo>
                <a:lnTo>
                  <a:pt x="3749607" y="3131820"/>
                </a:lnTo>
                <a:lnTo>
                  <a:pt x="3471927" y="3310211"/>
                </a:lnTo>
                <a:lnTo>
                  <a:pt x="3099523" y="3549447"/>
                </a:lnTo>
                <a:lnTo>
                  <a:pt x="2990012" y="2827112"/>
                </a:lnTo>
                <a:lnTo>
                  <a:pt x="3720381" y="2357964"/>
                </a:lnTo>
                <a:lnTo>
                  <a:pt x="4068672" y="2134268"/>
                </a:lnTo>
                <a:close/>
                <a:moveTo>
                  <a:pt x="604829" y="0"/>
                </a:moveTo>
                <a:lnTo>
                  <a:pt x="2748882" y="0"/>
                </a:lnTo>
                <a:lnTo>
                  <a:pt x="1760249" y="953421"/>
                </a:lnTo>
                <a:lnTo>
                  <a:pt x="554185" y="2116449"/>
                </a:lnTo>
                <a:lnTo>
                  <a:pt x="0" y="58331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3B62BC16-C903-E86D-9F1A-49E3253BFF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330893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04494ABE-C38E-1DCA-E4AF-99343FFF4D0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3907" y="3758116"/>
            <a:ext cx="7239024" cy="323850"/>
          </a:xfrm>
        </p:spPr>
        <p:txBody>
          <a:bodyPr anchor="ctr">
            <a:noAutofit/>
          </a:bodyPr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GB"/>
              <a:t>Secondary header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384503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\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2221128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Lis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35F4A639-08E5-4A72-BA2B-5D8928765784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381000" y="1601152"/>
            <a:ext cx="11430000" cy="365760"/>
          </a:xfrm>
          <a:custGeom>
            <a:avLst/>
            <a:gdLst>
              <a:gd name="connsiteX0" fmla="*/ 102870 w 11430000"/>
              <a:gd name="connsiteY0" fmla="*/ 0 h 411480"/>
              <a:gd name="connsiteX1" fmla="*/ 11430000 w 11430000"/>
              <a:gd name="connsiteY1" fmla="*/ 0 h 411480"/>
              <a:gd name="connsiteX2" fmla="*/ 11327130 w 11430000"/>
              <a:gd name="connsiteY2" fmla="*/ 411480 h 411480"/>
              <a:gd name="connsiteX3" fmla="*/ 0 w 11430000"/>
              <a:gd name="connsiteY3" fmla="*/ 411480 h 411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000" h="411480">
                <a:moveTo>
                  <a:pt x="102870" y="0"/>
                </a:moveTo>
                <a:lnTo>
                  <a:pt x="11430000" y="0"/>
                </a:lnTo>
                <a:lnTo>
                  <a:pt x="11327130" y="411480"/>
                </a:lnTo>
                <a:lnTo>
                  <a:pt x="0" y="41148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1051560" anchor="ctr">
            <a:noAutofit/>
          </a:bodyPr>
          <a:lstStyle>
            <a:lvl1pPr marL="0" indent="0">
              <a:lnSpc>
                <a:spcPct val="100000"/>
              </a:lnSpc>
              <a:spcBef>
                <a:spcPts val="2100"/>
              </a:spcBef>
              <a:buNone/>
              <a:defRPr sz="1600" b="1" baseline="0"/>
            </a:lvl1pPr>
            <a:lvl2pPr marL="0" indent="0">
              <a:lnSpc>
                <a:spcPct val="100000"/>
              </a:lnSpc>
              <a:spcBef>
                <a:spcPts val="2100"/>
              </a:spcBef>
              <a:buNone/>
              <a:defRPr sz="1400" baseline="0">
                <a:solidFill>
                  <a:schemeClr val="tx1"/>
                </a:solidFill>
              </a:defRPr>
            </a:lvl2pPr>
            <a:lvl3pPr marL="1200150" indent="-285750">
              <a:lnSpc>
                <a:spcPct val="90000"/>
              </a:lnSpc>
              <a:spcBef>
                <a:spcPts val="1000"/>
              </a:spcBef>
              <a:buNone/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>
              <a:lnSpc>
                <a:spcPct val="100000"/>
              </a:lnSpc>
              <a:spcBef>
                <a:spcPts val="2100"/>
              </a:spcBef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lnSpc>
                <a:spcPct val="100000"/>
              </a:lnSpc>
              <a:spcBef>
                <a:spcPts val="2100"/>
              </a:spcBef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5396A93-7AB1-4528-BDE2-D0E1DC0A5A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7106" y="1509712"/>
            <a:ext cx="731520" cy="548640"/>
          </a:xfrm>
          <a:prstGeom prst="flowChartInputOutput">
            <a:avLst/>
          </a:prstGeom>
          <a:solidFill>
            <a:schemeClr val="tx2"/>
          </a:solidFill>
        </p:spPr>
        <p:txBody>
          <a:bodyPr lIns="45720" rIns="45720" anchor="ctr">
            <a:noAutofit/>
          </a:bodyPr>
          <a:lstStyle>
            <a:lvl1pPr marL="0" indent="0" algn="ctr">
              <a:buNone/>
              <a:defRPr sz="1600" b="1" i="0" baseline="0">
                <a:solidFill>
                  <a:schemeClr val="bg1"/>
                </a:solidFill>
              </a:defRPr>
            </a:lvl1pPr>
            <a:lvl2pPr marL="0" indent="0" algn="ctr">
              <a:buNone/>
              <a:defRPr sz="1600" b="1" i="0" baseline="0">
                <a:solidFill>
                  <a:schemeClr val="bg1"/>
                </a:solidFill>
              </a:defRPr>
            </a:lvl2pPr>
            <a:lvl3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3pPr>
            <a:lvl4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4pPr>
            <a:lvl5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E30C33A4-A8F3-469E-93A7-19A441E2BA24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381000" y="2294291"/>
            <a:ext cx="11430000" cy="365760"/>
          </a:xfrm>
          <a:custGeom>
            <a:avLst/>
            <a:gdLst>
              <a:gd name="connsiteX0" fmla="*/ 102870 w 11430000"/>
              <a:gd name="connsiteY0" fmla="*/ 0 h 411480"/>
              <a:gd name="connsiteX1" fmla="*/ 11430000 w 11430000"/>
              <a:gd name="connsiteY1" fmla="*/ 0 h 411480"/>
              <a:gd name="connsiteX2" fmla="*/ 11327130 w 11430000"/>
              <a:gd name="connsiteY2" fmla="*/ 411480 h 411480"/>
              <a:gd name="connsiteX3" fmla="*/ 0 w 11430000"/>
              <a:gd name="connsiteY3" fmla="*/ 411480 h 411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000" h="411480">
                <a:moveTo>
                  <a:pt x="102870" y="0"/>
                </a:moveTo>
                <a:lnTo>
                  <a:pt x="11430000" y="0"/>
                </a:lnTo>
                <a:lnTo>
                  <a:pt x="11327130" y="411480"/>
                </a:lnTo>
                <a:lnTo>
                  <a:pt x="0" y="41148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1051560" anchor="ctr">
            <a:noAutofit/>
          </a:bodyPr>
          <a:lstStyle>
            <a:lvl1pPr marL="0" indent="0">
              <a:lnSpc>
                <a:spcPct val="100000"/>
              </a:lnSpc>
              <a:spcBef>
                <a:spcPts val="2100"/>
              </a:spcBef>
              <a:buNone/>
              <a:defRPr sz="1600" b="1" baseline="0"/>
            </a:lvl1pPr>
            <a:lvl2pPr marL="0" indent="0">
              <a:lnSpc>
                <a:spcPct val="100000"/>
              </a:lnSpc>
              <a:spcBef>
                <a:spcPts val="2100"/>
              </a:spcBef>
              <a:buNone/>
              <a:defRPr lang="en-GB" sz="1400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200150" indent="-285750">
              <a:lnSpc>
                <a:spcPct val="90000"/>
              </a:lnSpc>
              <a:spcBef>
                <a:spcPts val="1000"/>
              </a:spcBef>
              <a:buNone/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>
              <a:lnSpc>
                <a:spcPct val="100000"/>
              </a:lnSpc>
              <a:spcBef>
                <a:spcPts val="2100"/>
              </a:spcBef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lnSpc>
                <a:spcPct val="100000"/>
              </a:lnSpc>
              <a:spcBef>
                <a:spcPts val="2100"/>
              </a:spcBef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1"/>
            <a:r>
              <a:rPr lang="en-GB"/>
              <a:t>Click to edit Master text styles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D1F859AA-70B4-408C-8676-499785F4375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7106" y="2202851"/>
            <a:ext cx="731520" cy="548640"/>
          </a:xfrm>
          <a:prstGeom prst="flowChartInputOutput">
            <a:avLst/>
          </a:prstGeom>
          <a:solidFill>
            <a:schemeClr val="bg1">
              <a:lumMod val="85000"/>
            </a:schemeClr>
          </a:solidFill>
        </p:spPr>
        <p:txBody>
          <a:bodyPr lIns="45720" rIns="45720" anchor="ctr">
            <a:noAutofit/>
          </a:bodyPr>
          <a:lstStyle>
            <a:lvl1pPr marL="0" indent="0" algn="ctr">
              <a:buNone/>
              <a:defRPr sz="1600" b="1" i="0" baseline="0">
                <a:solidFill>
                  <a:schemeClr val="bg1"/>
                </a:solidFill>
              </a:defRPr>
            </a:lvl1pPr>
            <a:lvl2pPr marL="0" indent="0" algn="ctr">
              <a:buNone/>
              <a:defRPr sz="1600" b="1" i="0" baseline="0">
                <a:solidFill>
                  <a:schemeClr val="bg1"/>
                </a:solidFill>
              </a:defRPr>
            </a:lvl2pPr>
            <a:lvl3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3pPr>
            <a:lvl4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4pPr>
            <a:lvl5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6" name="Content Placeholder 25">
            <a:extLst>
              <a:ext uri="{FF2B5EF4-FFF2-40B4-BE49-F238E27FC236}">
                <a16:creationId xmlns:a16="http://schemas.microsoft.com/office/drawing/2014/main" id="{C4AB91E0-7E1F-4409-BB3A-4EB7D9F983C2}"/>
              </a:ext>
            </a:extLst>
          </p:cNvPr>
          <p:cNvSpPr>
            <a:spLocks noGrp="1"/>
          </p:cNvSpPr>
          <p:nvPr>
            <p:ph idx="22"/>
          </p:nvPr>
        </p:nvSpPr>
        <p:spPr>
          <a:xfrm>
            <a:off x="381000" y="2987430"/>
            <a:ext cx="11430000" cy="365760"/>
          </a:xfrm>
          <a:custGeom>
            <a:avLst/>
            <a:gdLst>
              <a:gd name="connsiteX0" fmla="*/ 102870 w 11430000"/>
              <a:gd name="connsiteY0" fmla="*/ 0 h 411480"/>
              <a:gd name="connsiteX1" fmla="*/ 11430000 w 11430000"/>
              <a:gd name="connsiteY1" fmla="*/ 0 h 411480"/>
              <a:gd name="connsiteX2" fmla="*/ 11327130 w 11430000"/>
              <a:gd name="connsiteY2" fmla="*/ 411480 h 411480"/>
              <a:gd name="connsiteX3" fmla="*/ 0 w 11430000"/>
              <a:gd name="connsiteY3" fmla="*/ 411480 h 411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000" h="411480">
                <a:moveTo>
                  <a:pt x="102870" y="0"/>
                </a:moveTo>
                <a:lnTo>
                  <a:pt x="11430000" y="0"/>
                </a:lnTo>
                <a:lnTo>
                  <a:pt x="11327130" y="411480"/>
                </a:lnTo>
                <a:lnTo>
                  <a:pt x="0" y="41148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1051560" anchor="ctr">
            <a:noAutofit/>
          </a:bodyPr>
          <a:lstStyle>
            <a:lvl1pPr marL="0" indent="0">
              <a:lnSpc>
                <a:spcPct val="100000"/>
              </a:lnSpc>
              <a:spcBef>
                <a:spcPts val="2100"/>
              </a:spcBef>
              <a:buNone/>
              <a:defRPr sz="1600" b="1" baseline="0"/>
            </a:lvl1pPr>
            <a:lvl2pPr marL="0" indent="0">
              <a:lnSpc>
                <a:spcPct val="100000"/>
              </a:lnSpc>
              <a:spcBef>
                <a:spcPts val="2100"/>
              </a:spcBef>
              <a:buNone/>
              <a:defRPr lang="en-GB" sz="1400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200150" indent="-285750">
              <a:lnSpc>
                <a:spcPct val="90000"/>
              </a:lnSpc>
              <a:spcBef>
                <a:spcPts val="1000"/>
              </a:spcBef>
              <a:buNone/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>
              <a:lnSpc>
                <a:spcPct val="100000"/>
              </a:lnSpc>
              <a:spcBef>
                <a:spcPts val="2100"/>
              </a:spcBef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lnSpc>
                <a:spcPct val="100000"/>
              </a:lnSpc>
              <a:spcBef>
                <a:spcPts val="2100"/>
              </a:spcBef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1"/>
            <a:r>
              <a:rPr lang="en-GB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B0C74E1-3AAA-43C1-9D8C-25E131BD5FD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87106" y="2895990"/>
            <a:ext cx="731520" cy="548640"/>
          </a:xfrm>
          <a:prstGeom prst="flowChartInputOutput">
            <a:avLst/>
          </a:prstGeom>
          <a:solidFill>
            <a:schemeClr val="bg1">
              <a:lumMod val="85000"/>
            </a:schemeClr>
          </a:solidFill>
        </p:spPr>
        <p:txBody>
          <a:bodyPr lIns="45720" rIns="45720" anchor="ctr">
            <a:noAutofit/>
          </a:bodyPr>
          <a:lstStyle>
            <a:lvl1pPr marL="0" indent="0" algn="ctr">
              <a:buNone/>
              <a:defRPr sz="1600" b="1" i="0" baseline="0">
                <a:solidFill>
                  <a:schemeClr val="bg1"/>
                </a:solidFill>
              </a:defRPr>
            </a:lvl1pPr>
            <a:lvl2pPr marL="0" indent="0" algn="ctr">
              <a:buNone/>
              <a:defRPr sz="1600" b="1" i="0" baseline="0">
                <a:solidFill>
                  <a:schemeClr val="bg1"/>
                </a:solidFill>
              </a:defRPr>
            </a:lvl2pPr>
            <a:lvl3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3pPr>
            <a:lvl4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4pPr>
            <a:lvl5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DCC4BA1A-C1C2-4373-85B3-130A825754CB}"/>
              </a:ext>
            </a:extLst>
          </p:cNvPr>
          <p:cNvSpPr>
            <a:spLocks noGrp="1"/>
          </p:cNvSpPr>
          <p:nvPr>
            <p:ph idx="23"/>
          </p:nvPr>
        </p:nvSpPr>
        <p:spPr>
          <a:xfrm>
            <a:off x="381000" y="3680569"/>
            <a:ext cx="11430000" cy="365760"/>
          </a:xfrm>
          <a:custGeom>
            <a:avLst/>
            <a:gdLst>
              <a:gd name="connsiteX0" fmla="*/ 102870 w 11430000"/>
              <a:gd name="connsiteY0" fmla="*/ 0 h 411480"/>
              <a:gd name="connsiteX1" fmla="*/ 11430000 w 11430000"/>
              <a:gd name="connsiteY1" fmla="*/ 0 h 411480"/>
              <a:gd name="connsiteX2" fmla="*/ 11327130 w 11430000"/>
              <a:gd name="connsiteY2" fmla="*/ 411480 h 411480"/>
              <a:gd name="connsiteX3" fmla="*/ 0 w 11430000"/>
              <a:gd name="connsiteY3" fmla="*/ 411480 h 411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000" h="411480">
                <a:moveTo>
                  <a:pt x="102870" y="0"/>
                </a:moveTo>
                <a:lnTo>
                  <a:pt x="11430000" y="0"/>
                </a:lnTo>
                <a:lnTo>
                  <a:pt x="11327130" y="411480"/>
                </a:lnTo>
                <a:lnTo>
                  <a:pt x="0" y="41148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1051560" anchor="ctr">
            <a:noAutofit/>
          </a:bodyPr>
          <a:lstStyle>
            <a:lvl1pPr marL="0" indent="0">
              <a:lnSpc>
                <a:spcPct val="100000"/>
              </a:lnSpc>
              <a:spcBef>
                <a:spcPts val="2100"/>
              </a:spcBef>
              <a:buNone/>
              <a:defRPr sz="1600" b="1" baseline="0"/>
            </a:lvl1pPr>
            <a:lvl2pPr marL="0" indent="0">
              <a:lnSpc>
                <a:spcPct val="100000"/>
              </a:lnSpc>
              <a:spcBef>
                <a:spcPts val="2100"/>
              </a:spcBef>
              <a:buNone/>
              <a:defRPr lang="en-GB" sz="1400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200150" indent="-285750">
              <a:lnSpc>
                <a:spcPct val="90000"/>
              </a:lnSpc>
              <a:spcBef>
                <a:spcPts val="1000"/>
              </a:spcBef>
              <a:buNone/>
              <a:defRPr lang="en-US" sz="18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>
              <a:lnSpc>
                <a:spcPct val="100000"/>
              </a:lnSpc>
              <a:spcBef>
                <a:spcPts val="2100"/>
              </a:spcBef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lnSpc>
                <a:spcPct val="100000"/>
              </a:lnSpc>
              <a:spcBef>
                <a:spcPts val="2100"/>
              </a:spcBef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1"/>
            <a:r>
              <a:rPr lang="en-GB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AF6E2320-1437-4667-BC1B-C44C85F221A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87106" y="3589129"/>
            <a:ext cx="731520" cy="548640"/>
          </a:xfrm>
          <a:prstGeom prst="flowChartInputOutput">
            <a:avLst/>
          </a:prstGeom>
          <a:solidFill>
            <a:schemeClr val="bg1">
              <a:lumMod val="85000"/>
            </a:schemeClr>
          </a:solidFill>
        </p:spPr>
        <p:txBody>
          <a:bodyPr lIns="45720" rIns="45720" anchor="ctr">
            <a:noAutofit/>
          </a:bodyPr>
          <a:lstStyle>
            <a:lvl1pPr marL="0" indent="0" algn="ctr">
              <a:buNone/>
              <a:defRPr sz="1600" b="1" i="0" baseline="0">
                <a:solidFill>
                  <a:schemeClr val="bg1"/>
                </a:solidFill>
              </a:defRPr>
            </a:lvl1pPr>
            <a:lvl2pPr marL="0" indent="0" algn="ctr">
              <a:buNone/>
              <a:defRPr sz="1600" b="1" i="0" baseline="0">
                <a:solidFill>
                  <a:schemeClr val="bg1"/>
                </a:solidFill>
              </a:defRPr>
            </a:lvl2pPr>
            <a:lvl3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3pPr>
            <a:lvl4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4pPr>
            <a:lvl5pPr marL="0" indent="0" algn="ctr">
              <a:buNone/>
              <a:defRPr sz="1600" baseline="0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EE9F9E-25AB-C5BE-F769-7BA667C17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9422632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and Sub-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C52CABD9-F1FB-1BB2-1626-0C1DFA7770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anchor="ctr">
            <a:noAutofit/>
          </a:bodyPr>
          <a:lstStyle>
            <a:lvl1pPr marL="0" indent="0">
              <a:buNone/>
              <a:defRPr sz="1600"/>
            </a:lvl1pPr>
          </a:lstStyle>
          <a:p>
            <a:pPr lvl="0"/>
            <a:r>
              <a:rPr lang="en-GB"/>
              <a:t>Optional sub-head</a:t>
            </a:r>
            <a:endParaRPr lang="en-US"/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89613993-9D9F-5289-7DF2-83E3549ED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612218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Full Wid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0C0A51-525B-B866-2342-C7CBBC887C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749425"/>
            <a:ext cx="11430000" cy="441007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98B2FC8A-417E-1F89-D7CA-F4F5D2552B0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228600" lvl="0" indent="-228600"/>
            <a:r>
              <a:rPr lang="en-GB"/>
              <a:t>Optional sub-head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A0D954-5225-045F-26B5-0A16C31D5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606881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Full Width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0C0A51-525B-B866-2342-C7CBBC887C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749425"/>
            <a:ext cx="11430000" cy="441007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98B2FC8A-417E-1F89-D7CA-F4F5D2552B0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228600" lvl="0" indent="-228600"/>
            <a:r>
              <a:rPr lang="en-GB"/>
              <a:t>Optional sub-head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4ACF05-52EB-BCC1-FEFA-A3B7609A5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583460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Full Width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0C0A51-525B-B866-2342-C7CBBC887C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749425"/>
            <a:ext cx="11430000" cy="441007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98B2FC8A-417E-1F89-D7CA-F4F5D2552B0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228600" lvl="0" indent="-228600"/>
            <a:r>
              <a:rPr lang="en-GB"/>
              <a:t>Optional sub-head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85F1CBE-C749-BAE8-58C3-8907FE86D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0357895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Full Width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0C0A51-525B-B866-2342-C7CBBC887C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749425"/>
            <a:ext cx="11430000" cy="441007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98B2FC8A-417E-1F89-D7CA-F4F5D2552B0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228600" lvl="0" indent="-228600"/>
            <a:r>
              <a:rPr lang="en-GB"/>
              <a:t>Optional sub-head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1D9B11-C747-5E07-B1CE-ED5C2A7658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8972129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Full Width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0C0A51-525B-B866-2342-C7CBBC887C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749425"/>
            <a:ext cx="11430000" cy="4410075"/>
          </a:xfrm>
        </p:spPr>
        <p:txBody>
          <a:bodyPr>
            <a:normAutofit/>
          </a:bodyPr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98B2FC8A-417E-1F89-D7CA-F4F5D2552B0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228600" lvl="0" indent="-228600"/>
            <a:r>
              <a:rPr lang="en-GB"/>
              <a:t>Optional sub-head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989DCD3-7782-2E0F-4D86-1B85B2980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6386386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Full Width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0C0A51-525B-B866-2342-C7CBBC887C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749425"/>
            <a:ext cx="11430000" cy="4410075"/>
          </a:xfrm>
        </p:spPr>
        <p:txBody>
          <a:bodyPr>
            <a:noAutofit/>
          </a:bodyPr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98B2FC8A-417E-1F89-D7CA-F4F5D2552B0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228600" lvl="0" indent="-228600"/>
            <a:r>
              <a:rPr lang="en-GB"/>
              <a:t>Optional sub-head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DEEC17-B41C-86B7-7B3C-2C2804DE7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175940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789DB572-1BEA-F6CE-5AA8-E2980CD41F2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228600" lvl="0" indent="-228600"/>
            <a:r>
              <a:rPr lang="en-GB"/>
              <a:t>Optional sub-head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7DD4FF-7BBA-F189-9117-A86040E7B1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4632" y="1749425"/>
            <a:ext cx="5626368" cy="4410075"/>
          </a:xfrm>
        </p:spPr>
        <p:txBody>
          <a:bodyPr>
            <a:normAutofit/>
          </a:bodyPr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F75CB3-3B29-7D02-83C1-CA93F03D3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CC67DF-D3E9-F120-66D8-83C3BD61EE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3908" y="1749425"/>
            <a:ext cx="5626368" cy="4410075"/>
          </a:xfrm>
        </p:spPr>
        <p:txBody>
          <a:bodyPr>
            <a:normAutofit/>
          </a:bodyPr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76699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789DB572-1BEA-F6CE-5AA8-E2980CD41F2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228600" lvl="0" indent="-228600"/>
            <a:r>
              <a:rPr lang="en-GB"/>
              <a:t>Optional sub-head</a:t>
            </a:r>
            <a:endParaRPr lang="en-US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738A748E-34A1-4E46-B7C8-B3C068148C21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81000" y="1749425"/>
            <a:ext cx="11430000" cy="457200"/>
          </a:xfrm>
          <a:custGeom>
            <a:avLst/>
            <a:gdLst>
              <a:gd name="connsiteX0" fmla="*/ 114300 w 11430000"/>
              <a:gd name="connsiteY0" fmla="*/ 0 h 457200"/>
              <a:gd name="connsiteX1" fmla="*/ 11430000 w 11430000"/>
              <a:gd name="connsiteY1" fmla="*/ 0 h 457200"/>
              <a:gd name="connsiteX2" fmla="*/ 11315700 w 11430000"/>
              <a:gd name="connsiteY2" fmla="*/ 457200 h 457200"/>
              <a:gd name="connsiteX3" fmla="*/ 0 w 11430000"/>
              <a:gd name="connsiteY3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000" h="457200">
                <a:moveTo>
                  <a:pt x="114300" y="0"/>
                </a:moveTo>
                <a:lnTo>
                  <a:pt x="11430000" y="0"/>
                </a:lnTo>
                <a:lnTo>
                  <a:pt x="11315700" y="457200"/>
                </a:lnTo>
                <a:lnTo>
                  <a:pt x="0" y="4572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lIns="228600" tIns="45720" rIns="228600" bIns="4572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bg1"/>
                </a:solidFill>
              </a:defRPr>
            </a:lvl1pPr>
          </a:lstStyle>
          <a:p>
            <a:pPr lvl="0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C5B72B-3232-8BD1-A8F9-6A31A5F194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14" name="Chart Placeholder 13">
            <a:extLst>
              <a:ext uri="{FF2B5EF4-FFF2-40B4-BE49-F238E27FC236}">
                <a16:creationId xmlns:a16="http://schemas.microsoft.com/office/drawing/2014/main" id="{AA837C17-AB25-405F-9D1A-88B85BADF0CF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81000" y="2305879"/>
            <a:ext cx="11430000" cy="385362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 baseline="0"/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7305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art proc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789DB572-1BEA-F6CE-5AA8-E2980CD41F2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228600" lvl="0" indent="-228600"/>
            <a:r>
              <a:rPr lang="en-GB"/>
              <a:t>Optional sub-head</a:t>
            </a:r>
            <a:endParaRPr lang="en-US"/>
          </a:p>
        </p:txBody>
      </p:sp>
      <p:sp>
        <p:nvSpPr>
          <p:cNvPr id="38" name="Text Placeholder 37">
            <a:extLst>
              <a:ext uri="{FF2B5EF4-FFF2-40B4-BE49-F238E27FC236}">
                <a16:creationId xmlns:a16="http://schemas.microsoft.com/office/drawing/2014/main" id="{01FA3BE7-440C-4567-9737-E766215F790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81000" y="1749425"/>
            <a:ext cx="11430000" cy="457200"/>
          </a:xfrm>
          <a:custGeom>
            <a:avLst/>
            <a:gdLst>
              <a:gd name="connsiteX0" fmla="*/ 114300 w 11430000"/>
              <a:gd name="connsiteY0" fmla="*/ 0 h 457200"/>
              <a:gd name="connsiteX1" fmla="*/ 11430000 w 11430000"/>
              <a:gd name="connsiteY1" fmla="*/ 0 h 457200"/>
              <a:gd name="connsiteX2" fmla="*/ 11315700 w 11430000"/>
              <a:gd name="connsiteY2" fmla="*/ 457200 h 457200"/>
              <a:gd name="connsiteX3" fmla="*/ 0 w 11430000"/>
              <a:gd name="connsiteY3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000" h="457200">
                <a:moveTo>
                  <a:pt x="114300" y="0"/>
                </a:moveTo>
                <a:lnTo>
                  <a:pt x="11430000" y="0"/>
                </a:lnTo>
                <a:lnTo>
                  <a:pt x="11315700" y="457200"/>
                </a:lnTo>
                <a:lnTo>
                  <a:pt x="0" y="4572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lIns="228600" tIns="45720" rIns="228600" bIns="4572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33">
            <a:extLst>
              <a:ext uri="{FF2B5EF4-FFF2-40B4-BE49-F238E27FC236}">
                <a16:creationId xmlns:a16="http://schemas.microsoft.com/office/drawing/2014/main" id="{2D29DC9E-0F32-4CC5-8A57-6F047FD124A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81000" y="2402155"/>
            <a:ext cx="482400" cy="482600"/>
          </a:xfrm>
          <a:prstGeom prst="ellipse">
            <a:avLst/>
          </a:prstGeom>
          <a:solidFill>
            <a:schemeClr val="accent1"/>
          </a:solidFill>
        </p:spPr>
        <p:txBody>
          <a:bodyPr anchor="ctr">
            <a:noAutofit/>
          </a:bodyPr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#</a:t>
            </a:r>
            <a:endParaRPr lang="en-GB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5B116856-F0BC-4944-B5E5-80DAC5BCAD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52500" y="2414855"/>
            <a:ext cx="2943754" cy="457200"/>
          </a:xfrm>
          <a:prstGeom prst="parallelogram">
            <a:avLst/>
          </a:prstGeom>
          <a:solidFill>
            <a:schemeClr val="bg1">
              <a:lumMod val="85000"/>
            </a:schemeClr>
          </a:solidFill>
        </p:spPr>
        <p:txBody>
          <a:bodyPr anchor="ctr">
            <a:noAutofit/>
          </a:bodyPr>
          <a:lstStyle>
            <a:lvl1pPr marL="0" indent="0">
              <a:spcBef>
                <a:spcPts val="0"/>
              </a:spcBef>
              <a:buNone/>
              <a:defRPr sz="1400" b="1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15" name="Text Placeholder 33">
            <a:extLst>
              <a:ext uri="{FF2B5EF4-FFF2-40B4-BE49-F238E27FC236}">
                <a16:creationId xmlns:a16="http://schemas.microsoft.com/office/drawing/2014/main" id="{7D99B4F2-3364-424A-8BD7-EEE0BE410B15}"/>
              </a:ext>
            </a:extLst>
          </p:cNvPr>
          <p:cNvSpPr>
            <a:spLocks noGrp="1"/>
          </p:cNvSpPr>
          <p:nvPr userDrawn="1">
            <p:ph type="body" sz="quarter" idx="19" hasCustomPrompt="1"/>
          </p:nvPr>
        </p:nvSpPr>
        <p:spPr>
          <a:xfrm>
            <a:off x="4338372" y="2402155"/>
            <a:ext cx="482400" cy="482600"/>
          </a:xfrm>
          <a:prstGeom prst="ellipse">
            <a:avLst/>
          </a:prstGeom>
          <a:solidFill>
            <a:schemeClr val="accent1"/>
          </a:solidFill>
        </p:spPr>
        <p:txBody>
          <a:bodyPr anchor="ctr">
            <a:noAutofit/>
          </a:bodyPr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#</a:t>
            </a:r>
            <a:endParaRPr lang="en-GB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73EF1D9E-C3FA-40B4-BE61-216DACCD3DE3}"/>
              </a:ext>
            </a:extLst>
          </p:cNvPr>
          <p:cNvSpPr>
            <a:spLocks noGrp="1"/>
          </p:cNvSpPr>
          <p:nvPr userDrawn="1">
            <p:ph type="body" sz="quarter" idx="20" hasCustomPrompt="1"/>
          </p:nvPr>
        </p:nvSpPr>
        <p:spPr>
          <a:xfrm>
            <a:off x="4909872" y="2414855"/>
            <a:ext cx="2943754" cy="457200"/>
          </a:xfrm>
          <a:prstGeom prst="parallelogram">
            <a:avLst/>
          </a:prstGeom>
          <a:solidFill>
            <a:schemeClr val="bg1">
              <a:lumMod val="85000"/>
            </a:schemeClr>
          </a:solidFill>
        </p:spPr>
        <p:txBody>
          <a:bodyPr anchor="ctr">
            <a:noAutofit/>
          </a:bodyPr>
          <a:lstStyle>
            <a:lvl1pPr marL="0" indent="0">
              <a:spcBef>
                <a:spcPts val="0"/>
              </a:spcBef>
              <a:buNone/>
              <a:defRPr sz="1400" b="1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17" name="Text Placeholder 33">
            <a:extLst>
              <a:ext uri="{FF2B5EF4-FFF2-40B4-BE49-F238E27FC236}">
                <a16:creationId xmlns:a16="http://schemas.microsoft.com/office/drawing/2014/main" id="{6CD580D2-ACCF-451D-AABB-8DF1E53D3B73}"/>
              </a:ext>
            </a:extLst>
          </p:cNvPr>
          <p:cNvSpPr>
            <a:spLocks noGrp="1"/>
          </p:cNvSpPr>
          <p:nvPr userDrawn="1">
            <p:ph type="body" sz="quarter" idx="21" hasCustomPrompt="1"/>
          </p:nvPr>
        </p:nvSpPr>
        <p:spPr>
          <a:xfrm>
            <a:off x="8295746" y="2402155"/>
            <a:ext cx="482400" cy="482600"/>
          </a:xfrm>
          <a:prstGeom prst="ellipse">
            <a:avLst/>
          </a:prstGeom>
          <a:solidFill>
            <a:schemeClr val="accent1"/>
          </a:solidFill>
        </p:spPr>
        <p:txBody>
          <a:bodyPr anchor="ctr">
            <a:noAutofit/>
          </a:bodyPr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#</a:t>
            </a:r>
            <a:endParaRPr lang="en-GB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AC072118-4B94-45EC-AA92-8B824DFF3B6E}"/>
              </a:ext>
            </a:extLst>
          </p:cNvPr>
          <p:cNvSpPr>
            <a:spLocks noGrp="1"/>
          </p:cNvSpPr>
          <p:nvPr userDrawn="1">
            <p:ph type="body" sz="quarter" idx="22" hasCustomPrompt="1"/>
          </p:nvPr>
        </p:nvSpPr>
        <p:spPr>
          <a:xfrm>
            <a:off x="8867246" y="2414855"/>
            <a:ext cx="2943754" cy="457200"/>
          </a:xfrm>
          <a:prstGeom prst="parallelogram">
            <a:avLst/>
          </a:prstGeom>
          <a:solidFill>
            <a:schemeClr val="bg1">
              <a:lumMod val="85000"/>
            </a:schemeClr>
          </a:solidFill>
        </p:spPr>
        <p:txBody>
          <a:bodyPr anchor="ctr">
            <a:noAutofit/>
          </a:bodyPr>
          <a:lstStyle>
            <a:lvl1pPr marL="0" indent="0">
              <a:spcBef>
                <a:spcPts val="0"/>
              </a:spcBef>
              <a:buNone/>
              <a:defRPr sz="1400" b="1" baseline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Header</a:t>
            </a:r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8B05212D-AC3C-4B83-8E54-95BFED51015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81000" y="4482204"/>
            <a:ext cx="11430000" cy="457200"/>
          </a:xfrm>
          <a:custGeom>
            <a:avLst/>
            <a:gdLst>
              <a:gd name="connsiteX0" fmla="*/ 114300 w 11430000"/>
              <a:gd name="connsiteY0" fmla="*/ 0 h 457200"/>
              <a:gd name="connsiteX1" fmla="*/ 11430000 w 11430000"/>
              <a:gd name="connsiteY1" fmla="*/ 0 h 457200"/>
              <a:gd name="connsiteX2" fmla="*/ 11315700 w 11430000"/>
              <a:gd name="connsiteY2" fmla="*/ 457200 h 457200"/>
              <a:gd name="connsiteX3" fmla="*/ 0 w 11430000"/>
              <a:gd name="connsiteY3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000" h="457200">
                <a:moveTo>
                  <a:pt x="114300" y="0"/>
                </a:moveTo>
                <a:lnTo>
                  <a:pt x="11430000" y="0"/>
                </a:lnTo>
                <a:lnTo>
                  <a:pt x="11315700" y="457200"/>
                </a:lnTo>
                <a:lnTo>
                  <a:pt x="0" y="4572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lIns="228600" tIns="45720" rIns="228600" bIns="4572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04537093-CB2A-43BF-B751-47818D589D4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11956" y="5316638"/>
            <a:ext cx="3484298" cy="838581"/>
          </a:xfrm>
          <a:prstGeom prst="parallelogram">
            <a:avLst/>
          </a:prstGeom>
          <a:solidFill>
            <a:schemeClr val="bg1">
              <a:lumMod val="85000"/>
            </a:schemeClr>
          </a:solidFill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1200" b="0" baseline="0">
                <a:solidFill>
                  <a:schemeClr val="bg2"/>
                </a:solidFill>
              </a:defRPr>
            </a:lvl1pPr>
          </a:lstStyle>
          <a:p>
            <a:pPr lvl="0"/>
            <a:endParaRPr lang="en-US"/>
          </a:p>
        </p:txBody>
      </p:sp>
      <p:sp>
        <p:nvSpPr>
          <p:cNvPr id="26" name="Text Placeholder 33">
            <a:extLst>
              <a:ext uri="{FF2B5EF4-FFF2-40B4-BE49-F238E27FC236}">
                <a16:creationId xmlns:a16="http://schemas.microsoft.com/office/drawing/2014/main" id="{3C16867A-C60E-43B4-B09F-F311F28C58D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81000" y="5075338"/>
            <a:ext cx="482400" cy="482600"/>
          </a:xfrm>
          <a:prstGeom prst="ellipse">
            <a:avLst/>
          </a:prstGeom>
          <a:solidFill>
            <a:schemeClr val="accent1"/>
          </a:solidFill>
        </p:spPr>
        <p:txBody>
          <a:bodyPr anchor="ctr">
            <a:noAutofit/>
          </a:bodyPr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#</a:t>
            </a:r>
            <a:endParaRPr lang="en-GB"/>
          </a:p>
        </p:txBody>
      </p:sp>
      <p:sp>
        <p:nvSpPr>
          <p:cNvPr id="31" name="Text Placeholder 7">
            <a:extLst>
              <a:ext uri="{FF2B5EF4-FFF2-40B4-BE49-F238E27FC236}">
                <a16:creationId xmlns:a16="http://schemas.microsoft.com/office/drawing/2014/main" id="{BEFEFEF0-23A5-4EE1-BC9C-F15C3234DCFC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369328" y="5316638"/>
            <a:ext cx="3484298" cy="838581"/>
          </a:xfrm>
          <a:prstGeom prst="parallelogram">
            <a:avLst/>
          </a:prstGeom>
          <a:solidFill>
            <a:schemeClr val="bg1">
              <a:lumMod val="85000"/>
            </a:schemeClr>
          </a:solidFill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1200" b="0" baseline="0">
                <a:solidFill>
                  <a:schemeClr val="bg2"/>
                </a:solidFill>
              </a:defRPr>
            </a:lvl1pPr>
          </a:lstStyle>
          <a:p>
            <a:pPr lvl="0"/>
            <a:endParaRPr lang="en-US"/>
          </a:p>
        </p:txBody>
      </p:sp>
      <p:sp>
        <p:nvSpPr>
          <p:cNvPr id="32" name="Text Placeholder 33">
            <a:extLst>
              <a:ext uri="{FF2B5EF4-FFF2-40B4-BE49-F238E27FC236}">
                <a16:creationId xmlns:a16="http://schemas.microsoft.com/office/drawing/2014/main" id="{DAB87D3B-8786-44FE-8911-3CC50380320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338372" y="5075338"/>
            <a:ext cx="482400" cy="482600"/>
          </a:xfrm>
          <a:prstGeom prst="ellipse">
            <a:avLst/>
          </a:prstGeom>
          <a:solidFill>
            <a:schemeClr val="accent1"/>
          </a:solidFill>
        </p:spPr>
        <p:txBody>
          <a:bodyPr anchor="ctr">
            <a:noAutofit/>
          </a:bodyPr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#</a:t>
            </a:r>
            <a:endParaRPr lang="en-GB"/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2CBD6C4B-7454-4CAA-94A2-346564DBADA9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8326700" y="5316638"/>
            <a:ext cx="3484298" cy="838581"/>
          </a:xfrm>
          <a:prstGeom prst="parallelogram">
            <a:avLst/>
          </a:prstGeom>
          <a:solidFill>
            <a:schemeClr val="bg1">
              <a:lumMod val="85000"/>
            </a:schemeClr>
          </a:solidFill>
        </p:spPr>
        <p:txBody>
          <a:bodyPr anchor="t">
            <a:noAutofit/>
          </a:bodyPr>
          <a:lstStyle>
            <a:lvl1pPr marL="0" indent="0">
              <a:spcBef>
                <a:spcPts val="0"/>
              </a:spcBef>
              <a:buNone/>
              <a:defRPr sz="1200" b="0" baseline="0">
                <a:solidFill>
                  <a:schemeClr val="bg2"/>
                </a:solidFill>
              </a:defRPr>
            </a:lvl1pPr>
          </a:lstStyle>
          <a:p>
            <a:pPr lvl="0"/>
            <a:endParaRPr lang="en-US"/>
          </a:p>
        </p:txBody>
      </p:sp>
      <p:sp>
        <p:nvSpPr>
          <p:cNvPr id="34" name="Text Placeholder 33">
            <a:extLst>
              <a:ext uri="{FF2B5EF4-FFF2-40B4-BE49-F238E27FC236}">
                <a16:creationId xmlns:a16="http://schemas.microsoft.com/office/drawing/2014/main" id="{95F6ACA5-F54D-4926-B176-77EB495C3C9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295744" y="5075338"/>
            <a:ext cx="482400" cy="482600"/>
          </a:xfrm>
          <a:prstGeom prst="ellipse">
            <a:avLst/>
          </a:prstGeom>
          <a:solidFill>
            <a:schemeClr val="accent1"/>
          </a:solidFill>
        </p:spPr>
        <p:txBody>
          <a:bodyPr anchor="ctr">
            <a:noAutofit/>
          </a:bodyPr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#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786C44-7D06-8B20-4C66-3CD8542D4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20" name="Text Placeholder 33">
            <a:extLst>
              <a:ext uri="{FF2B5EF4-FFF2-40B4-BE49-F238E27FC236}">
                <a16:creationId xmlns:a16="http://schemas.microsoft.com/office/drawing/2014/main" id="{BB48EF12-FABA-4764-BFE6-5D5C961B2D9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 rot="5400000" flipH="1">
            <a:off x="3834606" y="3562070"/>
            <a:ext cx="565416" cy="146344"/>
          </a:xfrm>
          <a:prstGeom prst="triangle">
            <a:avLst/>
          </a:prstGeom>
          <a:solidFill>
            <a:srgbClr val="FFDFEA"/>
          </a:solidFill>
        </p:spPr>
        <p:txBody>
          <a:bodyPr anchor="ctr">
            <a:noAutofit/>
          </a:bodyPr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21" name="Text Placeholder 33">
            <a:extLst>
              <a:ext uri="{FF2B5EF4-FFF2-40B4-BE49-F238E27FC236}">
                <a16:creationId xmlns:a16="http://schemas.microsoft.com/office/drawing/2014/main" id="{29DA67F7-9E06-49BD-A8F7-907C889C510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 rot="5400000" flipH="1">
            <a:off x="7791978" y="3562070"/>
            <a:ext cx="565416" cy="146344"/>
          </a:xfrm>
          <a:prstGeom prst="triangle">
            <a:avLst/>
          </a:prstGeom>
          <a:solidFill>
            <a:srgbClr val="FFDFEA"/>
          </a:solidFill>
        </p:spPr>
        <p:txBody>
          <a:bodyPr anchor="ctr">
            <a:noAutofit/>
          </a:bodyPr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6684464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ird conta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7C784EB7-0D22-4F5B-5100-1CBED4089EA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1600" dirty="0"/>
            </a:lvl1pPr>
          </a:lstStyle>
          <a:p>
            <a:pPr marL="0" lvl="0" indent="0">
              <a:buNone/>
            </a:pPr>
            <a:r>
              <a:rPr lang="en-GB"/>
              <a:t>Optional sub-head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0C0A51-525B-B866-2342-C7CBBC887C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749425"/>
            <a:ext cx="3429809" cy="4410075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200"/>
            </a:lvl3pPr>
            <a:lvl4pPr marL="1371600" indent="0">
              <a:buNone/>
              <a:defRPr sz="1200"/>
            </a:lvl4pPr>
            <a:lvl5pPr marL="1828800" indent="0">
              <a:buNone/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A8D3A63-E32D-AC27-6C75-32269B5E6D88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3957819" y="1749425"/>
            <a:ext cx="7853181" cy="4410075"/>
          </a:xfrm>
        </p:spPr>
        <p:txBody>
          <a:bodyPr>
            <a:normAutofit/>
          </a:bodyPr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B3D49C-A884-FC35-712A-3A7F137AB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548743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part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21D9686-D61C-E3FA-D9D1-21E3EC958AA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228600" lvl="0" indent="-228600"/>
            <a:r>
              <a:rPr lang="en-GB"/>
              <a:t>Optional sub-head</a:t>
            </a:r>
            <a:endParaRPr lang="en-US"/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0770FB51-6B1D-43B0-AAAF-B8BCEABF364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81000" y="1749425"/>
            <a:ext cx="2880000" cy="504000"/>
          </a:xfrm>
          <a:prstGeom prst="chevron">
            <a:avLst>
              <a:gd name="adj" fmla="val 26962"/>
            </a:avLst>
          </a:prstGeom>
          <a:solidFill>
            <a:schemeClr val="bg2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 b="1" i="0" baseline="0"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82DA3F1F-56DE-4787-86A2-2B94AD7C77F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31000" y="1749425"/>
            <a:ext cx="2880000" cy="504000"/>
          </a:xfrm>
          <a:prstGeom prst="chevron">
            <a:avLst>
              <a:gd name="adj" fmla="val 26962"/>
            </a:avLst>
          </a:prstGeom>
          <a:solidFill>
            <a:schemeClr val="tx2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 b="1" i="0" baseline="0"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3271F74A-8499-4B2F-8285-329F39903DF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081000" y="1749425"/>
            <a:ext cx="2880000" cy="504000"/>
          </a:xfrm>
          <a:prstGeom prst="chevron">
            <a:avLst>
              <a:gd name="adj" fmla="val 26962"/>
            </a:avLst>
          </a:prstGeom>
          <a:solidFill>
            <a:schemeClr val="accent1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 b="1" i="0" baseline="0"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0E2F756F-AF03-4556-9289-CDB256A9295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931000" y="1749425"/>
            <a:ext cx="2880000" cy="504000"/>
          </a:xfrm>
          <a:prstGeom prst="chevron">
            <a:avLst>
              <a:gd name="adj" fmla="val 26962"/>
            </a:avLst>
          </a:prstGeom>
          <a:solidFill>
            <a:schemeClr val="accent2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 b="1" i="0" baseline="0">
                <a:solidFill>
                  <a:schemeClr val="tx1"/>
                </a:solidFill>
              </a:defRPr>
            </a:lvl1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0447A8-4907-468D-99F0-24075958AA7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81000" y="2417977"/>
            <a:ext cx="2740293" cy="3741523"/>
          </a:xfrm>
        </p:spPr>
        <p:txBody>
          <a:bodyPr>
            <a:noAutofit/>
          </a:bodyPr>
          <a:lstStyle>
            <a:lvl1pPr marL="228600">
              <a:defRPr sz="1200" baseline="0"/>
            </a:lvl1pPr>
            <a:lvl2pPr marL="457200">
              <a:defRPr sz="1200" baseline="0"/>
            </a:lvl2pPr>
            <a:lvl3pPr marL="685800">
              <a:defRPr sz="1200" baseline="0"/>
            </a:lvl3pPr>
            <a:lvl4pPr marL="914400">
              <a:defRPr sz="1200" baseline="0"/>
            </a:lvl4pPr>
            <a:lvl5pPr marL="1143000"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E4FD5B61-4970-4EDF-A8D3-1142E965C9A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231000" y="2417977"/>
            <a:ext cx="2740293" cy="3741523"/>
          </a:xfrm>
        </p:spPr>
        <p:txBody>
          <a:bodyPr>
            <a:noAutofit/>
          </a:bodyPr>
          <a:lstStyle>
            <a:lvl1pPr marL="228600">
              <a:defRPr sz="1200" baseline="0"/>
            </a:lvl1pPr>
            <a:lvl2pPr marL="457200">
              <a:defRPr sz="1200" baseline="0"/>
            </a:lvl2pPr>
            <a:lvl3pPr marL="685800">
              <a:defRPr sz="1200" baseline="0"/>
            </a:lvl3pPr>
            <a:lvl4pPr marL="914400">
              <a:defRPr sz="1200" baseline="0"/>
            </a:lvl4pPr>
            <a:lvl5pPr marL="1143000"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73517E32-367A-4F58-B9B2-4BBA9810B22A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081000" y="2417977"/>
            <a:ext cx="2740293" cy="3741523"/>
          </a:xfrm>
        </p:spPr>
        <p:txBody>
          <a:bodyPr>
            <a:noAutofit/>
          </a:bodyPr>
          <a:lstStyle>
            <a:lvl1pPr marL="228600">
              <a:defRPr sz="1200" baseline="0"/>
            </a:lvl1pPr>
            <a:lvl2pPr marL="457200">
              <a:defRPr sz="1200" baseline="0"/>
            </a:lvl2pPr>
            <a:lvl3pPr marL="685800">
              <a:defRPr sz="1200" baseline="0"/>
            </a:lvl3pPr>
            <a:lvl4pPr marL="914400">
              <a:defRPr sz="1200" baseline="0"/>
            </a:lvl4pPr>
            <a:lvl5pPr marL="1143000"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32" name="Text Placeholder 3">
            <a:extLst>
              <a:ext uri="{FF2B5EF4-FFF2-40B4-BE49-F238E27FC236}">
                <a16:creationId xmlns:a16="http://schemas.microsoft.com/office/drawing/2014/main" id="{27CFCDD1-7300-49D4-B6A4-17076059AC6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931000" y="2417977"/>
            <a:ext cx="2740293" cy="3741523"/>
          </a:xfrm>
        </p:spPr>
        <p:txBody>
          <a:bodyPr>
            <a:noAutofit/>
          </a:bodyPr>
          <a:lstStyle>
            <a:lvl1pPr marL="228600">
              <a:defRPr sz="1200" baseline="0"/>
            </a:lvl1pPr>
            <a:lvl2pPr marL="457200">
              <a:defRPr sz="1200" baseline="0"/>
            </a:lvl2pPr>
            <a:lvl3pPr marL="685800">
              <a:defRPr sz="1200" baseline="0"/>
            </a:lvl3pPr>
            <a:lvl4pPr marL="914400">
              <a:defRPr sz="1200" baseline="0"/>
            </a:lvl4pPr>
            <a:lvl5pPr marL="1143000"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A2933A-2DB0-ED61-A572-3A59CD197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583713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sty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21D9686-D61C-E3FA-D9D1-21E3EC958AA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228600" lvl="0" indent="-228600"/>
            <a:r>
              <a:rPr lang="en-GB"/>
              <a:t>Optional sub-head</a:t>
            </a:r>
            <a:endParaRPr lang="en-US"/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0770FB51-6B1D-43B0-AAAF-B8BCEABF364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81000" y="1749425"/>
            <a:ext cx="2880000" cy="504000"/>
          </a:xfrm>
          <a:prstGeom prst="parallelogram">
            <a:avLst/>
          </a:prstGeom>
          <a:solidFill>
            <a:schemeClr val="bg2"/>
          </a:solidFill>
          <a:ln>
            <a:noFill/>
          </a:ln>
        </p:spPr>
        <p:txBody>
          <a:bodyPr anchor="ctr">
            <a:normAutofit/>
          </a:bodyPr>
          <a:lstStyle>
            <a:lvl1pPr marL="0" indent="0" algn="ctr">
              <a:buNone/>
              <a:defRPr sz="1400" b="1" i="0" baseline="0"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ED6BD6F-3D42-44DD-B3DF-271B085640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81000" y="2350632"/>
            <a:ext cx="2743200" cy="806407"/>
          </a:xfrm>
        </p:spPr>
        <p:txBody>
          <a:bodyPr anchor="ctr">
            <a:noAutofit/>
          </a:bodyPr>
          <a:lstStyle>
            <a:lvl1pPr>
              <a:defRPr lang="en-GB" sz="1200" b="1" kern="1200" baseline="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AE43DB4-051C-4304-9631-9084EA035E8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210262" y="2350632"/>
            <a:ext cx="8472803" cy="806407"/>
          </a:xfrm>
        </p:spPr>
        <p:txBody>
          <a:bodyPr anchor="ctr">
            <a:noAutofit/>
          </a:bodyPr>
          <a:lstStyle>
            <a:lvl1pPr marL="228600" indent="-228600">
              <a:defRPr lang="en-GB" sz="1200" kern="1200" baseline="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28600" indent="-228600">
              <a:defRPr/>
            </a:lvl2pPr>
            <a:lvl3pPr marL="228600" indent="-228600">
              <a:defRPr/>
            </a:lvl3pPr>
            <a:lvl4pPr marL="228600" indent="-228600">
              <a:defRPr/>
            </a:lvl4pPr>
            <a:lvl5pPr marL="228600" indent="-228600"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/>
              <a:t>Click to edit Master text styles</a:t>
            </a:r>
          </a:p>
        </p:txBody>
      </p:sp>
      <p:sp>
        <p:nvSpPr>
          <p:cNvPr id="20" name="Text Placeholder 6">
            <a:extLst>
              <a:ext uri="{FF2B5EF4-FFF2-40B4-BE49-F238E27FC236}">
                <a16:creationId xmlns:a16="http://schemas.microsoft.com/office/drawing/2014/main" id="{90544517-A048-40DF-932A-B75E18619A6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81000" y="3351453"/>
            <a:ext cx="2743200" cy="806407"/>
          </a:xfrm>
        </p:spPr>
        <p:txBody>
          <a:bodyPr anchor="ctr">
            <a:noAutofit/>
          </a:bodyPr>
          <a:lstStyle>
            <a:lvl1pPr>
              <a:defRPr lang="en-GB" sz="1200" b="1" kern="1200" baseline="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2" name="Text Placeholder 17">
            <a:extLst>
              <a:ext uri="{FF2B5EF4-FFF2-40B4-BE49-F238E27FC236}">
                <a16:creationId xmlns:a16="http://schemas.microsoft.com/office/drawing/2014/main" id="{9347B8D2-A3BC-46D3-B7D9-A5AB1CA5E6F3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210262" y="3351453"/>
            <a:ext cx="8472803" cy="806407"/>
          </a:xfrm>
        </p:spPr>
        <p:txBody>
          <a:bodyPr anchor="ctr">
            <a:noAutofit/>
          </a:bodyPr>
          <a:lstStyle>
            <a:lvl1pPr marL="228600" indent="-228600">
              <a:defRPr lang="en-GB" sz="1200" kern="1200" baseline="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28600" indent="-228600">
              <a:defRPr/>
            </a:lvl2pPr>
            <a:lvl3pPr marL="228600" indent="-228600">
              <a:defRPr/>
            </a:lvl3pPr>
            <a:lvl4pPr marL="228600" indent="-228600">
              <a:defRPr/>
            </a:lvl4pPr>
            <a:lvl5pPr marL="228600" indent="-228600"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/>
              <a:t>Click to edit Master text styles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7C0B73FD-94B8-46D0-A27E-A927E824AF7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81000" y="4352274"/>
            <a:ext cx="2743200" cy="806407"/>
          </a:xfrm>
        </p:spPr>
        <p:txBody>
          <a:bodyPr anchor="ctr">
            <a:noAutofit/>
          </a:bodyPr>
          <a:lstStyle>
            <a:lvl1pPr>
              <a:defRPr lang="en-GB" sz="1200" b="1" kern="1200" baseline="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3" name="Text Placeholder 17">
            <a:extLst>
              <a:ext uri="{FF2B5EF4-FFF2-40B4-BE49-F238E27FC236}">
                <a16:creationId xmlns:a16="http://schemas.microsoft.com/office/drawing/2014/main" id="{3C71A331-AA90-4DD1-A4A6-8BB65ADFF2C2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210262" y="4352274"/>
            <a:ext cx="8472803" cy="806407"/>
          </a:xfrm>
        </p:spPr>
        <p:txBody>
          <a:bodyPr anchor="ctr">
            <a:noAutofit/>
          </a:bodyPr>
          <a:lstStyle>
            <a:lvl1pPr marL="228600" indent="-228600">
              <a:defRPr lang="en-GB" sz="1200" kern="1200" baseline="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28600" indent="-228600">
              <a:defRPr/>
            </a:lvl2pPr>
            <a:lvl3pPr marL="228600" indent="-228600">
              <a:defRPr/>
            </a:lvl3pPr>
            <a:lvl4pPr marL="228600" indent="-228600">
              <a:defRPr/>
            </a:lvl4pPr>
            <a:lvl5pPr marL="228600" indent="-228600"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/>
              <a:t>Click to edit Master text styles</a:t>
            </a:r>
          </a:p>
        </p:txBody>
      </p:sp>
      <p:sp>
        <p:nvSpPr>
          <p:cNvPr id="28" name="Text Placeholder 6">
            <a:extLst>
              <a:ext uri="{FF2B5EF4-FFF2-40B4-BE49-F238E27FC236}">
                <a16:creationId xmlns:a16="http://schemas.microsoft.com/office/drawing/2014/main" id="{A14452FE-099F-4196-9B11-FB7762D34F2E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81000" y="5353093"/>
            <a:ext cx="2743200" cy="806407"/>
          </a:xfrm>
        </p:spPr>
        <p:txBody>
          <a:bodyPr anchor="ctr">
            <a:noAutofit/>
          </a:bodyPr>
          <a:lstStyle>
            <a:lvl1pPr>
              <a:defRPr lang="en-GB" sz="1200" b="1" kern="1200" baseline="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AEA2D9F8-B0E3-41C4-8EFC-C18EDA4454FB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3210262" y="5353093"/>
            <a:ext cx="8472803" cy="806407"/>
          </a:xfrm>
        </p:spPr>
        <p:txBody>
          <a:bodyPr anchor="ctr">
            <a:noAutofit/>
          </a:bodyPr>
          <a:lstStyle>
            <a:lvl1pPr marL="228600" indent="-228600">
              <a:defRPr lang="en-GB" sz="1200" kern="1200" baseline="0" dirty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28600" indent="-228600">
              <a:defRPr/>
            </a:lvl2pPr>
            <a:lvl3pPr marL="228600" indent="-228600">
              <a:defRPr/>
            </a:lvl3pPr>
            <a:lvl4pPr marL="228600" indent="-228600">
              <a:defRPr/>
            </a:lvl4pPr>
            <a:lvl5pPr marL="228600" indent="-228600"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/>
              <a:t>Click to edit Master text styles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AA6A895-2040-4C3E-9A1B-8C415045D378}"/>
              </a:ext>
            </a:extLst>
          </p:cNvPr>
          <p:cNvCxnSpPr>
            <a:cxnSpLocks/>
          </p:cNvCxnSpPr>
          <p:nvPr userDrawn="1"/>
        </p:nvCxnSpPr>
        <p:spPr>
          <a:xfrm>
            <a:off x="381000" y="3254246"/>
            <a:ext cx="1143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EBF287A-0B2E-4BAB-B9FC-B2A7EB6D6166}"/>
              </a:ext>
            </a:extLst>
          </p:cNvPr>
          <p:cNvCxnSpPr>
            <a:cxnSpLocks/>
          </p:cNvCxnSpPr>
          <p:nvPr userDrawn="1"/>
        </p:nvCxnSpPr>
        <p:spPr>
          <a:xfrm>
            <a:off x="381000" y="4255067"/>
            <a:ext cx="1143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B68DB3D-437D-438E-8167-4A133275C366}"/>
              </a:ext>
            </a:extLst>
          </p:cNvPr>
          <p:cNvCxnSpPr>
            <a:cxnSpLocks/>
          </p:cNvCxnSpPr>
          <p:nvPr userDrawn="1"/>
        </p:nvCxnSpPr>
        <p:spPr>
          <a:xfrm>
            <a:off x="381000" y="5255888"/>
            <a:ext cx="1143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E8E31A0D-2EED-DF92-2B80-3CF38A89AB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D501CDF0-53BC-4002-9AFF-A24B6D4F243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210262" y="1749425"/>
            <a:ext cx="8600738" cy="504000"/>
          </a:xfrm>
          <a:custGeom>
            <a:avLst/>
            <a:gdLst>
              <a:gd name="connsiteX0" fmla="*/ 126000 w 8600738"/>
              <a:gd name="connsiteY0" fmla="*/ 0 h 504000"/>
              <a:gd name="connsiteX1" fmla="*/ 8600738 w 8600738"/>
              <a:gd name="connsiteY1" fmla="*/ 0 h 504000"/>
              <a:gd name="connsiteX2" fmla="*/ 8474738 w 8600738"/>
              <a:gd name="connsiteY2" fmla="*/ 504000 h 504000"/>
              <a:gd name="connsiteX3" fmla="*/ 0 w 8600738"/>
              <a:gd name="connsiteY3" fmla="*/ 504000 h 50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600738" h="504000">
                <a:moveTo>
                  <a:pt x="126000" y="0"/>
                </a:moveTo>
                <a:lnTo>
                  <a:pt x="8600738" y="0"/>
                </a:lnTo>
                <a:lnTo>
                  <a:pt x="8474738" y="504000"/>
                </a:lnTo>
                <a:lnTo>
                  <a:pt x="0" y="50400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txBody>
          <a:bodyPr wrap="square" lIns="228600" tIns="45720" rIns="228600" bIns="45720" anchor="ctr">
            <a:noAutofit/>
          </a:bodyPr>
          <a:lstStyle>
            <a:lvl1pPr marL="0" indent="0" algn="l">
              <a:buNone/>
              <a:defRPr sz="1400" b="1" i="0" baseline="0">
                <a:solidFill>
                  <a:schemeClr val="bg1"/>
                </a:solidFill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983421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21D9686-D61C-E3FA-D9D1-21E3EC958AA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228600" lvl="0" indent="-228600"/>
            <a:r>
              <a:rPr lang="en-GB"/>
              <a:t>Optional sub-head</a:t>
            </a:r>
            <a:endParaRPr lang="en-US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6E1AA924-420F-3F2E-AD54-8F437A89B11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1000" y="1749425"/>
            <a:ext cx="3686175" cy="504000"/>
          </a:xfrm>
          <a:prstGeom prst="parallelogram">
            <a:avLst/>
          </a:prstGeom>
          <a:solidFill>
            <a:schemeClr val="accent1"/>
          </a:solidFill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b="1" i="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1200"/>
            </a:lvl2pPr>
            <a:lvl3pPr marL="914400" indent="0" algn="ctr">
              <a:buNone/>
              <a:defRPr sz="1200"/>
            </a:lvl3pPr>
            <a:lvl4pPr marL="1371600" indent="0" algn="ctr">
              <a:buNone/>
              <a:defRPr sz="1200"/>
            </a:lvl4pPr>
            <a:lvl5pPr marL="1828800" indent="0" algn="ctr">
              <a:buNone/>
              <a:defRPr sz="1200"/>
            </a:lvl5pPr>
          </a:lstStyle>
          <a:p>
            <a:pPr lvl="0"/>
            <a:r>
              <a:rPr lang="en-GB"/>
              <a:t>Example copy</a:t>
            </a:r>
            <a:endParaRPr lang="en-US"/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07DFCC3D-79B1-B2C2-E5FE-DBB8CCD7D52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52912" y="1749425"/>
            <a:ext cx="3686175" cy="504000"/>
          </a:xfrm>
          <a:prstGeom prst="parallelogram">
            <a:avLst/>
          </a:prstGeom>
          <a:solidFill>
            <a:schemeClr val="accent1"/>
          </a:solidFill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b="1" i="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1200"/>
            </a:lvl2pPr>
            <a:lvl3pPr marL="914400" indent="0" algn="ctr">
              <a:buNone/>
              <a:defRPr sz="1200"/>
            </a:lvl3pPr>
            <a:lvl4pPr marL="1371600" indent="0" algn="ctr">
              <a:buNone/>
              <a:defRPr sz="1200"/>
            </a:lvl4pPr>
            <a:lvl5pPr marL="1828800" indent="0" algn="ctr">
              <a:buNone/>
              <a:defRPr sz="1200"/>
            </a:lvl5pPr>
          </a:lstStyle>
          <a:p>
            <a:pPr lvl="0"/>
            <a:r>
              <a:rPr lang="en-GB"/>
              <a:t>Example copy</a:t>
            </a:r>
            <a:endParaRPr lang="en-US"/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79B55756-003A-46FE-BC73-669E725E110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24825" y="1749425"/>
            <a:ext cx="3686175" cy="504000"/>
          </a:xfrm>
          <a:prstGeom prst="parallelogram">
            <a:avLst/>
          </a:prstGeom>
          <a:solidFill>
            <a:schemeClr val="accent1"/>
          </a:solidFill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b="1" i="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1200"/>
            </a:lvl2pPr>
            <a:lvl3pPr marL="914400" indent="0" algn="ctr">
              <a:buNone/>
              <a:defRPr sz="1200"/>
            </a:lvl3pPr>
            <a:lvl4pPr marL="1371600" indent="0" algn="ctr">
              <a:buNone/>
              <a:defRPr sz="1200"/>
            </a:lvl4pPr>
            <a:lvl5pPr marL="1828800" indent="0" algn="ctr">
              <a:buNone/>
              <a:defRPr sz="1200"/>
            </a:lvl5pPr>
          </a:lstStyle>
          <a:p>
            <a:pPr lvl="0"/>
            <a:r>
              <a:rPr lang="en-GB"/>
              <a:t>Example copy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18CB7F-C49D-47F1-87E2-FE511F83327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81000" y="2417977"/>
            <a:ext cx="3541321" cy="3741523"/>
          </a:xfrm>
        </p:spPr>
        <p:txBody>
          <a:bodyPr lIns="0" tIns="0" rIns="0" bIns="0">
            <a:noAutofit/>
          </a:bodyPr>
          <a:lstStyle>
            <a:lvl1pPr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C7DB576C-7497-43FD-8CA9-9BB41AA9146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252912" y="2417977"/>
            <a:ext cx="3541321" cy="3741523"/>
          </a:xfrm>
        </p:spPr>
        <p:txBody>
          <a:bodyPr lIns="0" tIns="0" rIns="0" bIns="0">
            <a:noAutofit/>
          </a:bodyPr>
          <a:lstStyle>
            <a:lvl1pPr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05D5D8F4-49EB-4ED6-A86D-7ACD625444D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124825" y="2417977"/>
            <a:ext cx="3541321" cy="3741523"/>
          </a:xfrm>
        </p:spPr>
        <p:txBody>
          <a:bodyPr lIns="0" tIns="0" rIns="0" bIns="0">
            <a:noAutofit/>
          </a:bodyPr>
          <a:lstStyle>
            <a:lvl1pPr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53CAFF-F64F-99F3-1C15-2943F43BC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076241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three part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21D9686-D61C-E3FA-D9D1-21E3EC958AA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1600" dirty="0"/>
            </a:lvl1pPr>
          </a:lstStyle>
          <a:p>
            <a:pPr marL="0" lvl="0" indent="0">
              <a:buNone/>
            </a:pPr>
            <a:r>
              <a:rPr lang="en-GB"/>
              <a:t>Optional sub-head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8178B9-9CAB-4111-AFE4-FCD91FCB342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81000" y="1755073"/>
            <a:ext cx="3749261" cy="595140"/>
          </a:xfrm>
          <a:prstGeom prst="homePlate">
            <a:avLst>
              <a:gd name="adj" fmla="val 27594"/>
            </a:avLst>
          </a:prstGeom>
          <a:solidFill>
            <a:schemeClr val="bg2"/>
          </a:solidFill>
          <a:ln w="3175">
            <a:noFill/>
          </a:ln>
        </p:spPr>
        <p:txBody>
          <a:bodyPr lIns="640080" anchor="ctr">
            <a:noAutofit/>
          </a:bodyPr>
          <a:lstStyle>
            <a:lvl1pPr marL="0" indent="0" algn="l">
              <a:buNone/>
              <a:defRPr sz="1400" b="1" baseline="0">
                <a:solidFill>
                  <a:schemeClr val="bg1"/>
                </a:solidFill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E43C7D5-1AE2-4969-8D61-6E81FFDA495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9565" y="1813638"/>
            <a:ext cx="478010" cy="478010"/>
          </a:xfrm>
          <a:solidFill>
            <a:schemeClr val="bg1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 b="1" i="0" baseline="0">
                <a:solidFill>
                  <a:schemeClr val="bg2"/>
                </a:solidFill>
              </a:defRPr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85800" indent="0" algn="ctr">
              <a:buNone/>
              <a:defRPr/>
            </a:lvl4pPr>
            <a:lvl5pPr marL="914400" indent="0" algn="ctr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3C12ACDB-7F6E-4D69-AC7C-B8CB4866B41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221370" y="1755073"/>
            <a:ext cx="3749261" cy="595140"/>
          </a:xfrm>
          <a:prstGeom prst="homePlate">
            <a:avLst>
              <a:gd name="adj" fmla="val 27594"/>
            </a:avLst>
          </a:prstGeom>
          <a:solidFill>
            <a:schemeClr val="tx2"/>
          </a:solidFill>
          <a:ln w="3175">
            <a:noFill/>
          </a:ln>
        </p:spPr>
        <p:txBody>
          <a:bodyPr lIns="640080" anchor="ctr">
            <a:noAutofit/>
          </a:bodyPr>
          <a:lstStyle>
            <a:lvl1pPr marL="0" indent="0" algn="l">
              <a:buNone/>
              <a:defRPr sz="1400" b="1" baseline="0">
                <a:solidFill>
                  <a:schemeClr val="bg1"/>
                </a:solidFill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6">
            <a:extLst>
              <a:ext uri="{FF2B5EF4-FFF2-40B4-BE49-F238E27FC236}">
                <a16:creationId xmlns:a16="http://schemas.microsoft.com/office/drawing/2014/main" id="{382F72FC-E817-4134-991D-E5C6F62508B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79935" y="1813638"/>
            <a:ext cx="478010" cy="478010"/>
          </a:xfrm>
          <a:solidFill>
            <a:schemeClr val="bg1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 b="1" i="0" baseline="0">
                <a:solidFill>
                  <a:schemeClr val="tx2"/>
                </a:solidFill>
              </a:defRPr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85800" indent="0" algn="ctr">
              <a:buNone/>
              <a:defRPr/>
            </a:lvl4pPr>
            <a:lvl5pPr marL="914400" indent="0" algn="ctr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4718546A-E34E-48A7-97E3-DA30E04D45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061739" y="1755073"/>
            <a:ext cx="3749261" cy="595140"/>
          </a:xfrm>
          <a:prstGeom prst="homePlate">
            <a:avLst>
              <a:gd name="adj" fmla="val 27594"/>
            </a:avLst>
          </a:prstGeom>
          <a:solidFill>
            <a:schemeClr val="accent1"/>
          </a:solidFill>
          <a:ln w="3175">
            <a:noFill/>
          </a:ln>
        </p:spPr>
        <p:txBody>
          <a:bodyPr lIns="640080" anchor="ctr">
            <a:noAutofit/>
          </a:bodyPr>
          <a:lstStyle>
            <a:lvl1pPr marL="0" indent="0" algn="l">
              <a:buNone/>
              <a:defRPr sz="1400" b="1" baseline="0">
                <a:solidFill>
                  <a:schemeClr val="bg1"/>
                </a:solidFill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C416119A-9667-46B0-9AAA-E60DFF5910E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120304" y="1813638"/>
            <a:ext cx="478010" cy="478010"/>
          </a:xfrm>
          <a:solidFill>
            <a:schemeClr val="bg1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 b="1" i="0" baseline="0">
                <a:solidFill>
                  <a:schemeClr val="accent1"/>
                </a:solidFill>
              </a:defRPr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85800" indent="0" algn="ctr">
              <a:buNone/>
              <a:defRPr/>
            </a:lvl4pPr>
            <a:lvl5pPr marL="914400" indent="0" algn="ctr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18CB7F-C49D-47F1-87E2-FE511F83327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81000" y="2417977"/>
            <a:ext cx="3578493" cy="3741523"/>
          </a:xfrm>
        </p:spPr>
        <p:txBody>
          <a:bodyPr>
            <a:noAutofit/>
          </a:bodyPr>
          <a:lstStyle>
            <a:lvl1pPr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C7DB576C-7497-43FD-8CA9-9BB41AA9146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221370" y="2417977"/>
            <a:ext cx="3578493" cy="3741523"/>
          </a:xfrm>
        </p:spPr>
        <p:txBody>
          <a:bodyPr>
            <a:noAutofit/>
          </a:bodyPr>
          <a:lstStyle>
            <a:lvl1pPr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05D5D8F4-49EB-4ED6-A86D-7ACD625444D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061739" y="2417977"/>
            <a:ext cx="3578493" cy="3741523"/>
          </a:xfrm>
        </p:spPr>
        <p:txBody>
          <a:bodyPr>
            <a:noAutofit/>
          </a:bodyPr>
          <a:lstStyle>
            <a:lvl1pPr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D172E33-86F4-7F47-E721-D74AD614F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4785156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text three parts v3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C52CABD9-F1FB-1BB2-1626-0C1DFA7770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anchor="ctr">
            <a:noAutofit/>
          </a:bodyPr>
          <a:lstStyle>
            <a:lvl1pPr marL="0" indent="0">
              <a:buNone/>
              <a:defRPr sz="1600"/>
            </a:lvl1pPr>
          </a:lstStyle>
          <a:p>
            <a:pPr lvl="0"/>
            <a:r>
              <a:rPr lang="en-GB"/>
              <a:t>Optional sub-head</a:t>
            </a:r>
            <a:endParaRPr lang="en-US"/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89613993-9D9F-5289-7DF2-83E3549ED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9B318FCF-7489-8375-35A6-A98945A34F8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81000" y="3235895"/>
            <a:ext cx="3461353" cy="2923605"/>
          </a:xfrm>
        </p:spPr>
        <p:txBody>
          <a:bodyPr lIns="0" tIns="45720" rIns="0" bIns="0">
            <a:noAutofit/>
          </a:bodyPr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30EB2423-B41D-3C94-04F2-9092D0613BB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252914" y="3235895"/>
            <a:ext cx="3461353" cy="2923605"/>
          </a:xfrm>
        </p:spPr>
        <p:txBody>
          <a:bodyPr lIns="0" tIns="45720" rIns="0" bIns="0">
            <a:noAutofit/>
          </a:bodyPr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Text Placeholder 17">
            <a:extLst>
              <a:ext uri="{FF2B5EF4-FFF2-40B4-BE49-F238E27FC236}">
                <a16:creationId xmlns:a16="http://schemas.microsoft.com/office/drawing/2014/main" id="{8B6DF26C-F1B7-F178-5867-9BC9A16A668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124829" y="3235895"/>
            <a:ext cx="3461353" cy="2923605"/>
          </a:xfrm>
        </p:spPr>
        <p:txBody>
          <a:bodyPr lIns="0" tIns="45720" rIns="0" bIns="0">
            <a:noAutofit/>
          </a:bodyPr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10" name="Text Placeholder 33">
            <a:extLst>
              <a:ext uri="{FF2B5EF4-FFF2-40B4-BE49-F238E27FC236}">
                <a16:creationId xmlns:a16="http://schemas.microsoft.com/office/drawing/2014/main" id="{C52984A1-1010-4A2E-A163-00FE56218E9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 rot="10800000" flipH="1">
            <a:off x="968676" y="2955299"/>
            <a:ext cx="2286000" cy="13586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11" name="Text Placeholder 33">
            <a:extLst>
              <a:ext uri="{FF2B5EF4-FFF2-40B4-BE49-F238E27FC236}">
                <a16:creationId xmlns:a16="http://schemas.microsoft.com/office/drawing/2014/main" id="{1C2A04E1-F1A7-4E26-B64E-64699EDF58E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 rot="10800000" flipH="1">
            <a:off x="4840591" y="2955299"/>
            <a:ext cx="2286000" cy="13586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12" name="Text Placeholder 33">
            <a:extLst>
              <a:ext uri="{FF2B5EF4-FFF2-40B4-BE49-F238E27FC236}">
                <a16:creationId xmlns:a16="http://schemas.microsoft.com/office/drawing/2014/main" id="{C13C4474-FFB3-4752-8C38-E108CE01360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 rot="10800000" flipH="1">
            <a:off x="8712505" y="2955299"/>
            <a:ext cx="2286000" cy="13586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97811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three parts v3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21D9686-D61C-E3FA-D9D1-21E3EC958AA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1600" dirty="0"/>
            </a:lvl1pPr>
          </a:lstStyle>
          <a:p>
            <a:pPr marL="0" lvl="0" indent="0">
              <a:buNone/>
            </a:pPr>
            <a:r>
              <a:rPr lang="en-GB"/>
              <a:t>Optional sub-head</a:t>
            </a:r>
            <a:endParaRPr lang="en-US"/>
          </a:p>
        </p:txBody>
      </p:sp>
      <p:sp>
        <p:nvSpPr>
          <p:cNvPr id="13" name="Text Placeholder 15">
            <a:extLst>
              <a:ext uri="{FF2B5EF4-FFF2-40B4-BE49-F238E27FC236}">
                <a16:creationId xmlns:a16="http://schemas.microsoft.com/office/drawing/2014/main" id="{5C1B5B8F-8F7F-4A26-BA85-D4BA4E0DD80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1000" y="1896171"/>
            <a:ext cx="3686171" cy="914400"/>
          </a:xfrm>
          <a:prstGeom prst="parallelogram">
            <a:avLst/>
          </a:prstGeom>
          <a:solidFill>
            <a:schemeClr val="bg2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1200"/>
            </a:lvl2pPr>
            <a:lvl3pPr marL="914400" indent="0" algn="ctr">
              <a:buNone/>
              <a:defRPr sz="1200"/>
            </a:lvl3pPr>
            <a:lvl4pPr marL="1371600" indent="0" algn="ctr">
              <a:buNone/>
              <a:defRPr sz="1200"/>
            </a:lvl4pPr>
            <a:lvl5pPr marL="1828800" indent="0" algn="ctr">
              <a:buNone/>
              <a:defRPr sz="1200"/>
            </a:lvl5pPr>
          </a:lstStyle>
          <a:p>
            <a:pPr lvl="0"/>
            <a:r>
              <a:rPr lang="en-GB"/>
              <a:t>Example copy</a:t>
            </a:r>
            <a:endParaRPr lang="en-US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D5696695-91BA-4DC5-8AD3-6D631610005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725" y="1744665"/>
            <a:ext cx="274320" cy="2743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93437A52-D8B5-4EC5-893E-8E9C14C9782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52914" y="1896171"/>
            <a:ext cx="3686171" cy="914400"/>
          </a:xfrm>
          <a:prstGeom prst="parallelogram">
            <a:avLst/>
          </a:prstGeom>
          <a:solidFill>
            <a:schemeClr val="bg2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1200"/>
            </a:lvl2pPr>
            <a:lvl3pPr marL="914400" indent="0" algn="ctr">
              <a:buNone/>
              <a:defRPr sz="1200"/>
            </a:lvl3pPr>
            <a:lvl4pPr marL="1371600" indent="0" algn="ctr">
              <a:buNone/>
              <a:defRPr sz="1200"/>
            </a:lvl4pPr>
            <a:lvl5pPr marL="1828800" indent="0" algn="ctr">
              <a:buNone/>
              <a:defRPr sz="1200"/>
            </a:lvl5pPr>
          </a:lstStyle>
          <a:p>
            <a:pPr lvl="0"/>
            <a:r>
              <a:rPr lang="en-GB"/>
              <a:t>Example copy</a:t>
            </a:r>
            <a:endParaRPr lang="en-US"/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AD406D3A-5C08-4C2E-95C7-B4F54419389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38639" y="1744665"/>
            <a:ext cx="274320" cy="2743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754A8B8C-8F54-4392-A714-5B1F21C6F90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24829" y="1896171"/>
            <a:ext cx="3686171" cy="914400"/>
          </a:xfrm>
          <a:prstGeom prst="parallelogram">
            <a:avLst/>
          </a:prstGeom>
          <a:solidFill>
            <a:schemeClr val="bg2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1200"/>
            </a:lvl2pPr>
            <a:lvl3pPr marL="914400" indent="0" algn="ctr">
              <a:buNone/>
              <a:defRPr sz="1200"/>
            </a:lvl3pPr>
            <a:lvl4pPr marL="1371600" indent="0" algn="ctr">
              <a:buNone/>
              <a:defRPr sz="1200"/>
            </a:lvl4pPr>
            <a:lvl5pPr marL="1828800" indent="0" algn="ctr">
              <a:buNone/>
              <a:defRPr sz="1200"/>
            </a:lvl5pPr>
          </a:lstStyle>
          <a:p>
            <a:pPr lvl="0"/>
            <a:r>
              <a:rPr lang="en-GB"/>
              <a:t>Example copy</a:t>
            </a:r>
            <a:endParaRPr lang="en-US"/>
          </a:p>
        </p:txBody>
      </p:sp>
      <p:sp>
        <p:nvSpPr>
          <p:cNvPr id="25" name="Text Placeholder 22">
            <a:extLst>
              <a:ext uri="{FF2B5EF4-FFF2-40B4-BE49-F238E27FC236}">
                <a16:creationId xmlns:a16="http://schemas.microsoft.com/office/drawing/2014/main" id="{5A82B1AE-89C0-4198-9AA9-402DB3406A5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210554" y="1744665"/>
            <a:ext cx="274320" cy="2743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lIns="0" tIns="0" rIns="0" bIns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83BEE76C-FDC0-4E76-8723-9E9D8A5D989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81000" y="3235895"/>
            <a:ext cx="3461353" cy="2923605"/>
          </a:xfrm>
        </p:spPr>
        <p:txBody>
          <a:bodyPr lIns="0" tIns="45720" rIns="0" bIns="0">
            <a:noAutofit/>
          </a:bodyPr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5278850B-74B2-4F43-8452-FEE8AEA3003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252914" y="3235895"/>
            <a:ext cx="3461353" cy="2923605"/>
          </a:xfrm>
        </p:spPr>
        <p:txBody>
          <a:bodyPr lIns="0" tIns="45720" rIns="0" bIns="0">
            <a:noAutofit/>
          </a:bodyPr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43C9F12F-ED06-41E8-99FD-389F9E09485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124829" y="3235895"/>
            <a:ext cx="3461353" cy="2923605"/>
          </a:xfrm>
        </p:spPr>
        <p:txBody>
          <a:bodyPr lIns="0" tIns="45720" rIns="0" bIns="0">
            <a:noAutofit/>
          </a:bodyPr>
          <a:lstStyle>
            <a:lvl1pPr>
              <a:defRPr sz="12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BFFA38-4355-040C-6637-C75BBF684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17" name="Text Placeholder 33">
            <a:extLst>
              <a:ext uri="{FF2B5EF4-FFF2-40B4-BE49-F238E27FC236}">
                <a16:creationId xmlns:a16="http://schemas.microsoft.com/office/drawing/2014/main" id="{581B735E-0A7D-404F-AF50-ECD0DF6C38E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 rot="10800000" flipH="1">
            <a:off x="968676" y="2955299"/>
            <a:ext cx="2286000" cy="13586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18" name="Text Placeholder 33">
            <a:extLst>
              <a:ext uri="{FF2B5EF4-FFF2-40B4-BE49-F238E27FC236}">
                <a16:creationId xmlns:a16="http://schemas.microsoft.com/office/drawing/2014/main" id="{FA067AC5-AD8D-44E6-8C58-DC1EFE6D56B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 rot="10800000" flipH="1">
            <a:off x="4840591" y="2955299"/>
            <a:ext cx="2286000" cy="13586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29" name="Text Placeholder 33">
            <a:extLst>
              <a:ext uri="{FF2B5EF4-FFF2-40B4-BE49-F238E27FC236}">
                <a16:creationId xmlns:a16="http://schemas.microsoft.com/office/drawing/2014/main" id="{CC3191A3-6685-4D82-8271-A0BD9314584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 rot="10800000" flipH="1">
            <a:off x="8712505" y="2955299"/>
            <a:ext cx="2286000" cy="13586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244866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part action and result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C52CABD9-F1FB-1BB2-1626-0C1DFA7770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</a:lstStyle>
          <a:p>
            <a:pPr lvl="0"/>
            <a:r>
              <a:rPr lang="en-GB"/>
              <a:t>Optional sub-head</a:t>
            </a:r>
            <a:endParaRPr lang="en-US"/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89613993-9D9F-5289-7DF2-83E3549ED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358B9C44-67A1-F19A-2F90-8D163C4BCE3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81000" y="1749425"/>
            <a:ext cx="6858000" cy="274320"/>
          </a:xfrm>
        </p:spPr>
        <p:txBody>
          <a:bodyPr tIns="45720" anchor="t">
            <a:noAutofit/>
          </a:bodyPr>
          <a:lstStyle>
            <a:lvl1pPr marL="0" indent="0">
              <a:buNone/>
              <a:defRPr sz="14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F33E1813-119B-F20B-6245-2B1293AEBFA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696200" y="1749425"/>
            <a:ext cx="4114800" cy="274320"/>
          </a:xfrm>
        </p:spPr>
        <p:txBody>
          <a:bodyPr tIns="45720" anchor="t">
            <a:noAutofit/>
          </a:bodyPr>
          <a:lstStyle>
            <a:lvl1pPr marL="0" indent="0">
              <a:buNone/>
              <a:defRPr sz="14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C6052DD7-6318-B41C-E822-0A9B0261D4B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81000" y="2181637"/>
            <a:ext cx="1168400" cy="685800"/>
          </a:xfrm>
        </p:spPr>
        <p:txBody>
          <a:bodyPr tIns="45720" anchor="ctr"/>
          <a:lstStyle>
            <a:lvl1pPr marL="0" indent="0">
              <a:spcBef>
                <a:spcPts val="0"/>
              </a:spcBef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C2DA6305-14EF-58A7-D4A9-53DF9F80464B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7696200" y="2181637"/>
            <a:ext cx="4114800" cy="685800"/>
          </a:xfrm>
        </p:spPr>
        <p:txBody>
          <a:bodyPr tIns="0" anchor="ctr"/>
          <a:lstStyle>
            <a:lvl1pPr marL="0" indent="0"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0B295A86-55EA-E45B-DE4B-3A4F945641B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81000" y="3004653"/>
            <a:ext cx="1168400" cy="685800"/>
          </a:xfrm>
        </p:spPr>
        <p:txBody>
          <a:bodyPr tIns="45720" anchor="ctr"/>
          <a:lstStyle>
            <a:lvl1pPr marL="0" indent="0">
              <a:spcBef>
                <a:spcPts val="0"/>
              </a:spcBef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32A1CD0D-D016-7206-D06A-2F07D0C4575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7696200" y="3004653"/>
            <a:ext cx="4114800" cy="685800"/>
          </a:xfrm>
        </p:spPr>
        <p:txBody>
          <a:bodyPr tIns="0" anchor="ctr"/>
          <a:lstStyle>
            <a:lvl1pPr marL="0" indent="0"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36C08BA1-17A1-DE85-A338-38E67AB5916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81000" y="3827669"/>
            <a:ext cx="1168400" cy="685800"/>
          </a:xfrm>
        </p:spPr>
        <p:txBody>
          <a:bodyPr tIns="45720" anchor="ctr"/>
          <a:lstStyle>
            <a:lvl1pPr marL="0" indent="0">
              <a:spcBef>
                <a:spcPts val="0"/>
              </a:spcBef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A6910E45-C528-843E-E68C-96381B332C8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696200" y="3827669"/>
            <a:ext cx="4114800" cy="685800"/>
          </a:xfrm>
        </p:spPr>
        <p:txBody>
          <a:bodyPr tIns="0" anchor="ctr"/>
          <a:lstStyle>
            <a:lvl1pPr marL="0" indent="0"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C146AFD0-EB4E-19A1-2B98-AF43D3C4245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81000" y="4650685"/>
            <a:ext cx="1168400" cy="685800"/>
          </a:xfrm>
        </p:spPr>
        <p:txBody>
          <a:bodyPr tIns="45720" anchor="ctr"/>
          <a:lstStyle>
            <a:lvl1pPr marL="0" indent="0">
              <a:spcBef>
                <a:spcPts val="0"/>
              </a:spcBef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74EAEBFB-1FC7-20E0-2AF9-DF1DE42449B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7696200" y="4650685"/>
            <a:ext cx="4114800" cy="685800"/>
          </a:xfrm>
        </p:spPr>
        <p:txBody>
          <a:bodyPr tIns="0" anchor="ctr"/>
          <a:lstStyle>
            <a:lvl1pPr marL="0" indent="0"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249BE5BE-1B8E-A14C-8514-E56E51B7931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81000" y="5473700"/>
            <a:ext cx="1168400" cy="685800"/>
          </a:xfrm>
        </p:spPr>
        <p:txBody>
          <a:bodyPr tIns="45720" anchor="ctr"/>
          <a:lstStyle>
            <a:lvl1pPr marL="0" indent="0">
              <a:spcBef>
                <a:spcPts val="0"/>
              </a:spcBef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F51EDD64-FBB9-AC9B-0D49-1C0778F2764F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7696200" y="5473700"/>
            <a:ext cx="4114800" cy="685800"/>
          </a:xfrm>
        </p:spPr>
        <p:txBody>
          <a:bodyPr tIns="0" anchor="ctr"/>
          <a:lstStyle>
            <a:lvl1pPr marL="0" indent="0"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3">
            <a:extLst>
              <a:ext uri="{FF2B5EF4-FFF2-40B4-BE49-F238E27FC236}">
                <a16:creationId xmlns:a16="http://schemas.microsoft.com/office/drawing/2014/main" id="{D0FA5101-23ED-4274-8DE4-4D15014FC2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 rot="5400000" flipH="1">
            <a:off x="7136906" y="2454688"/>
            <a:ext cx="712187" cy="13969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21" name="Text Placeholder 33">
            <a:extLst>
              <a:ext uri="{FF2B5EF4-FFF2-40B4-BE49-F238E27FC236}">
                <a16:creationId xmlns:a16="http://schemas.microsoft.com/office/drawing/2014/main" id="{C8AB2199-85DF-43D2-9C91-C454A629DC2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 rot="5400000" flipH="1">
            <a:off x="7136906" y="3274405"/>
            <a:ext cx="712187" cy="13969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22" name="Text Placeholder 33">
            <a:extLst>
              <a:ext uri="{FF2B5EF4-FFF2-40B4-BE49-F238E27FC236}">
                <a16:creationId xmlns:a16="http://schemas.microsoft.com/office/drawing/2014/main" id="{31187B0D-2526-43B5-9BA9-02DDEAC64A15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 rot="5400000" flipH="1">
            <a:off x="7136906" y="4094122"/>
            <a:ext cx="712187" cy="13969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23" name="Text Placeholder 33">
            <a:extLst>
              <a:ext uri="{FF2B5EF4-FFF2-40B4-BE49-F238E27FC236}">
                <a16:creationId xmlns:a16="http://schemas.microsoft.com/office/drawing/2014/main" id="{FA307AD5-7634-4142-A822-22527C29404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 rot="5400000" flipH="1">
            <a:off x="7136906" y="4913839"/>
            <a:ext cx="712187" cy="13969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24" name="Text Placeholder 33">
            <a:extLst>
              <a:ext uri="{FF2B5EF4-FFF2-40B4-BE49-F238E27FC236}">
                <a16:creationId xmlns:a16="http://schemas.microsoft.com/office/drawing/2014/main" id="{A906489B-C890-41CB-99F1-DC3F60AFDE6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 rot="5400000" flipH="1">
            <a:off x="7136906" y="5733557"/>
            <a:ext cx="712187" cy="13969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72237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art action and result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21D9686-D61C-E3FA-D9D1-21E3EC958AA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1600" dirty="0"/>
            </a:lvl1pPr>
          </a:lstStyle>
          <a:p>
            <a:pPr marL="0" lvl="0" indent="0">
              <a:buNone/>
            </a:pPr>
            <a:r>
              <a:rPr lang="en-GB"/>
              <a:t>Optional sub-head</a:t>
            </a:r>
            <a:endParaRPr lang="en-US"/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C512CF03-D66D-4D74-84B4-1EA1A76822B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81000" y="1749425"/>
            <a:ext cx="6858000" cy="274320"/>
          </a:xfrm>
        </p:spPr>
        <p:txBody>
          <a:bodyPr tIns="45720" anchor="t">
            <a:noAutofit/>
          </a:bodyPr>
          <a:lstStyle>
            <a:lvl1pPr marL="0" indent="0">
              <a:buNone/>
              <a:defRPr sz="14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6A796000-C557-4E7F-995F-76BEDD8AC99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696200" y="1749425"/>
            <a:ext cx="4114800" cy="274320"/>
          </a:xfrm>
        </p:spPr>
        <p:txBody>
          <a:bodyPr tIns="45720" anchor="t">
            <a:noAutofit/>
          </a:bodyPr>
          <a:lstStyle>
            <a:lvl1pPr marL="0" indent="0">
              <a:buNone/>
              <a:defRPr sz="14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">
            <a:extLst>
              <a:ext uri="{FF2B5EF4-FFF2-40B4-BE49-F238E27FC236}">
                <a16:creationId xmlns:a16="http://schemas.microsoft.com/office/drawing/2014/main" id="{A6F900C4-405C-454A-81EA-4FC1885A631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81000" y="2181637"/>
            <a:ext cx="1168400" cy="685800"/>
          </a:xfrm>
        </p:spPr>
        <p:txBody>
          <a:bodyPr tIns="45720" anchor="ctr"/>
          <a:lstStyle>
            <a:lvl1pPr marL="0" indent="0">
              <a:spcBef>
                <a:spcPts val="0"/>
              </a:spcBef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48">
            <a:extLst>
              <a:ext uri="{FF2B5EF4-FFF2-40B4-BE49-F238E27FC236}">
                <a16:creationId xmlns:a16="http://schemas.microsoft.com/office/drawing/2014/main" id="{62643F1E-76F9-442A-B8AD-BE6A6EB42079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1641207" y="2181637"/>
            <a:ext cx="5597793" cy="685800"/>
          </a:xfrm>
          <a:custGeom>
            <a:avLst/>
            <a:gdLst>
              <a:gd name="connsiteX0" fmla="*/ 171450 w 5597793"/>
              <a:gd name="connsiteY0" fmla="*/ 0 h 685800"/>
              <a:gd name="connsiteX1" fmla="*/ 5597793 w 5597793"/>
              <a:gd name="connsiteY1" fmla="*/ 0 h 685800"/>
              <a:gd name="connsiteX2" fmla="*/ 5426343 w 5597793"/>
              <a:gd name="connsiteY2" fmla="*/ 685800 h 685800"/>
              <a:gd name="connsiteX3" fmla="*/ 0 w 5597793"/>
              <a:gd name="connsiteY3" fmla="*/ 685800 h 685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97793" h="685800">
                <a:moveTo>
                  <a:pt x="171450" y="0"/>
                </a:moveTo>
                <a:lnTo>
                  <a:pt x="5597793" y="0"/>
                </a:lnTo>
                <a:lnTo>
                  <a:pt x="5426343" y="685800"/>
                </a:lnTo>
                <a:lnTo>
                  <a:pt x="0" y="6858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lIns="228600" tIns="45720" rIns="228600" bIns="45720" anchor="ctr">
            <a:noAutofit/>
          </a:bodyPr>
          <a:lstStyle>
            <a:lvl1pPr>
              <a:defRPr sz="1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E927C6C5-504D-432A-9BD7-45C613B85F79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7696200" y="2181637"/>
            <a:ext cx="4114800" cy="685800"/>
          </a:xfrm>
        </p:spPr>
        <p:txBody>
          <a:bodyPr tIns="0" anchor="ctr"/>
          <a:lstStyle>
            <a:lvl1pPr marL="0" indent="0"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997A4ED5-09F6-4AC5-B3A5-FD24DC74614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81000" y="3004653"/>
            <a:ext cx="1168400" cy="685800"/>
          </a:xfrm>
        </p:spPr>
        <p:txBody>
          <a:bodyPr tIns="45720" anchor="ctr"/>
          <a:lstStyle>
            <a:lvl1pPr marL="0" indent="0">
              <a:spcBef>
                <a:spcPts val="0"/>
              </a:spcBef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49">
            <a:extLst>
              <a:ext uri="{FF2B5EF4-FFF2-40B4-BE49-F238E27FC236}">
                <a16:creationId xmlns:a16="http://schemas.microsoft.com/office/drawing/2014/main" id="{EE95F459-E185-4546-8C80-020A402DB22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1641207" y="3004653"/>
            <a:ext cx="5597793" cy="685800"/>
          </a:xfrm>
          <a:custGeom>
            <a:avLst/>
            <a:gdLst>
              <a:gd name="connsiteX0" fmla="*/ 171450 w 5597793"/>
              <a:gd name="connsiteY0" fmla="*/ 0 h 685800"/>
              <a:gd name="connsiteX1" fmla="*/ 5597793 w 5597793"/>
              <a:gd name="connsiteY1" fmla="*/ 0 h 685800"/>
              <a:gd name="connsiteX2" fmla="*/ 5426343 w 5597793"/>
              <a:gd name="connsiteY2" fmla="*/ 685800 h 685800"/>
              <a:gd name="connsiteX3" fmla="*/ 0 w 5597793"/>
              <a:gd name="connsiteY3" fmla="*/ 685800 h 685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97793" h="685800">
                <a:moveTo>
                  <a:pt x="171450" y="0"/>
                </a:moveTo>
                <a:lnTo>
                  <a:pt x="5597793" y="0"/>
                </a:lnTo>
                <a:lnTo>
                  <a:pt x="5426343" y="685800"/>
                </a:lnTo>
                <a:lnTo>
                  <a:pt x="0" y="6858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lIns="228600" tIns="45720" rIns="228600" bIns="45720" anchor="ctr">
            <a:noAutofit/>
          </a:bodyPr>
          <a:lstStyle>
            <a:lvl1pPr>
              <a:defRPr sz="1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">
            <a:extLst>
              <a:ext uri="{FF2B5EF4-FFF2-40B4-BE49-F238E27FC236}">
                <a16:creationId xmlns:a16="http://schemas.microsoft.com/office/drawing/2014/main" id="{D77DC317-11BF-486F-A388-FAD12B1AE213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7696200" y="3004653"/>
            <a:ext cx="4114800" cy="685800"/>
          </a:xfrm>
        </p:spPr>
        <p:txBody>
          <a:bodyPr tIns="0" anchor="ctr"/>
          <a:lstStyle>
            <a:lvl1pPr marL="0" indent="0"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79396707-D59D-4E31-8254-C1705CE2FA24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81000" y="3827669"/>
            <a:ext cx="1168400" cy="685800"/>
          </a:xfrm>
        </p:spPr>
        <p:txBody>
          <a:bodyPr tIns="45720" anchor="ctr"/>
          <a:lstStyle>
            <a:lvl1pPr marL="0" indent="0">
              <a:spcBef>
                <a:spcPts val="0"/>
              </a:spcBef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50">
            <a:extLst>
              <a:ext uri="{FF2B5EF4-FFF2-40B4-BE49-F238E27FC236}">
                <a16:creationId xmlns:a16="http://schemas.microsoft.com/office/drawing/2014/main" id="{95D79A87-1447-4A86-951C-CA234F784B34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1641207" y="3827669"/>
            <a:ext cx="5597793" cy="685800"/>
          </a:xfrm>
          <a:custGeom>
            <a:avLst/>
            <a:gdLst>
              <a:gd name="connsiteX0" fmla="*/ 171450 w 5597793"/>
              <a:gd name="connsiteY0" fmla="*/ 0 h 685800"/>
              <a:gd name="connsiteX1" fmla="*/ 5597793 w 5597793"/>
              <a:gd name="connsiteY1" fmla="*/ 0 h 685800"/>
              <a:gd name="connsiteX2" fmla="*/ 5426343 w 5597793"/>
              <a:gd name="connsiteY2" fmla="*/ 685800 h 685800"/>
              <a:gd name="connsiteX3" fmla="*/ 0 w 5597793"/>
              <a:gd name="connsiteY3" fmla="*/ 685800 h 685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97793" h="685800">
                <a:moveTo>
                  <a:pt x="171450" y="0"/>
                </a:moveTo>
                <a:lnTo>
                  <a:pt x="5597793" y="0"/>
                </a:lnTo>
                <a:lnTo>
                  <a:pt x="5426343" y="685800"/>
                </a:lnTo>
                <a:lnTo>
                  <a:pt x="0" y="6858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lIns="228600" tIns="45720" rIns="228600" bIns="45720" anchor="ctr">
            <a:noAutofit/>
          </a:bodyPr>
          <a:lstStyle>
            <a:lvl1pPr>
              <a:defRPr sz="1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97EDA6C5-4C2D-4BB8-9876-4D833AC8E943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696200" y="3827669"/>
            <a:ext cx="4114800" cy="685800"/>
          </a:xfrm>
        </p:spPr>
        <p:txBody>
          <a:bodyPr tIns="0" anchor="ctr"/>
          <a:lstStyle>
            <a:lvl1pPr marL="0" indent="0"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89C41724-B810-40DF-B21C-7339CC94BC9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81000" y="4650685"/>
            <a:ext cx="1168400" cy="685800"/>
          </a:xfrm>
        </p:spPr>
        <p:txBody>
          <a:bodyPr tIns="45720" anchor="ctr"/>
          <a:lstStyle>
            <a:lvl1pPr marL="0" indent="0">
              <a:spcBef>
                <a:spcPts val="0"/>
              </a:spcBef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139A1ACD-75F1-4441-A0DB-901412348C64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641207" y="4650685"/>
            <a:ext cx="5597793" cy="685800"/>
          </a:xfrm>
          <a:custGeom>
            <a:avLst/>
            <a:gdLst>
              <a:gd name="connsiteX0" fmla="*/ 171450 w 5597793"/>
              <a:gd name="connsiteY0" fmla="*/ 0 h 685800"/>
              <a:gd name="connsiteX1" fmla="*/ 5597793 w 5597793"/>
              <a:gd name="connsiteY1" fmla="*/ 0 h 685800"/>
              <a:gd name="connsiteX2" fmla="*/ 5426343 w 5597793"/>
              <a:gd name="connsiteY2" fmla="*/ 685800 h 685800"/>
              <a:gd name="connsiteX3" fmla="*/ 0 w 5597793"/>
              <a:gd name="connsiteY3" fmla="*/ 685800 h 685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97793" h="685800">
                <a:moveTo>
                  <a:pt x="171450" y="0"/>
                </a:moveTo>
                <a:lnTo>
                  <a:pt x="5597793" y="0"/>
                </a:lnTo>
                <a:lnTo>
                  <a:pt x="5426343" y="685800"/>
                </a:lnTo>
                <a:lnTo>
                  <a:pt x="0" y="6858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lIns="228600" tIns="45720" rIns="228600" bIns="45720" anchor="ctr">
            <a:noAutofit/>
          </a:bodyPr>
          <a:lstStyle>
            <a:lvl1pPr>
              <a:defRPr sz="1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40CB098D-5E0D-4A19-BC00-AE505E3DB7C7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7696200" y="4650685"/>
            <a:ext cx="4114800" cy="685800"/>
          </a:xfrm>
        </p:spPr>
        <p:txBody>
          <a:bodyPr tIns="0" anchor="ctr"/>
          <a:lstStyle>
            <a:lvl1pPr marL="0" indent="0"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D0FB2364-CFBD-4EE3-BDB9-9EEFA34847CA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81000" y="5473700"/>
            <a:ext cx="1168400" cy="685800"/>
          </a:xfrm>
        </p:spPr>
        <p:txBody>
          <a:bodyPr tIns="45720" anchor="ctr"/>
          <a:lstStyle>
            <a:lvl1pPr marL="0" indent="0">
              <a:spcBef>
                <a:spcPts val="0"/>
              </a:spcBef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3" name="Text Placeholder 52">
            <a:extLst>
              <a:ext uri="{FF2B5EF4-FFF2-40B4-BE49-F238E27FC236}">
                <a16:creationId xmlns:a16="http://schemas.microsoft.com/office/drawing/2014/main" id="{1139AAF7-1B76-4259-B3D7-661E1F3C93C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1641207" y="5473700"/>
            <a:ext cx="5597793" cy="685800"/>
          </a:xfrm>
          <a:custGeom>
            <a:avLst/>
            <a:gdLst>
              <a:gd name="connsiteX0" fmla="*/ 171450 w 5597793"/>
              <a:gd name="connsiteY0" fmla="*/ 0 h 685800"/>
              <a:gd name="connsiteX1" fmla="*/ 5597793 w 5597793"/>
              <a:gd name="connsiteY1" fmla="*/ 0 h 685800"/>
              <a:gd name="connsiteX2" fmla="*/ 5426343 w 5597793"/>
              <a:gd name="connsiteY2" fmla="*/ 685800 h 685800"/>
              <a:gd name="connsiteX3" fmla="*/ 0 w 5597793"/>
              <a:gd name="connsiteY3" fmla="*/ 685800 h 685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97793" h="685800">
                <a:moveTo>
                  <a:pt x="171450" y="0"/>
                </a:moveTo>
                <a:lnTo>
                  <a:pt x="5597793" y="0"/>
                </a:lnTo>
                <a:lnTo>
                  <a:pt x="5426343" y="685800"/>
                </a:lnTo>
                <a:lnTo>
                  <a:pt x="0" y="6858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lIns="228600" tIns="45720" rIns="228600" bIns="45720" anchor="ctr">
            <a:noAutofit/>
          </a:bodyPr>
          <a:lstStyle>
            <a:lvl1pPr>
              <a:defRPr sz="1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2">
            <a:extLst>
              <a:ext uri="{FF2B5EF4-FFF2-40B4-BE49-F238E27FC236}">
                <a16:creationId xmlns:a16="http://schemas.microsoft.com/office/drawing/2014/main" id="{676491DB-0C2E-4812-9D5C-6BCA7723FD78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7696200" y="5473700"/>
            <a:ext cx="4114800" cy="685800"/>
          </a:xfrm>
        </p:spPr>
        <p:txBody>
          <a:bodyPr tIns="0" anchor="ctr"/>
          <a:lstStyle>
            <a:lvl1pPr marL="0" indent="0"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018A2A-AA09-8E73-1A10-68723CDBF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26" name="Text Placeholder 33">
            <a:extLst>
              <a:ext uri="{FF2B5EF4-FFF2-40B4-BE49-F238E27FC236}">
                <a16:creationId xmlns:a16="http://schemas.microsoft.com/office/drawing/2014/main" id="{7B373DA1-EE0E-40AC-A266-BBB7F53A396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 rot="5400000" flipH="1">
            <a:off x="7136906" y="2454688"/>
            <a:ext cx="712187" cy="13969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36" name="Text Placeholder 33">
            <a:extLst>
              <a:ext uri="{FF2B5EF4-FFF2-40B4-BE49-F238E27FC236}">
                <a16:creationId xmlns:a16="http://schemas.microsoft.com/office/drawing/2014/main" id="{4A2A1A34-D52D-48FF-AD62-A25E52FB122E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 rot="5400000" flipH="1">
            <a:off x="7136906" y="3274405"/>
            <a:ext cx="712187" cy="13969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37" name="Text Placeholder 33">
            <a:extLst>
              <a:ext uri="{FF2B5EF4-FFF2-40B4-BE49-F238E27FC236}">
                <a16:creationId xmlns:a16="http://schemas.microsoft.com/office/drawing/2014/main" id="{D19256F3-2F9A-4BB4-9D4E-F4875722DB45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 rot="5400000" flipH="1">
            <a:off x="7136906" y="4094122"/>
            <a:ext cx="712187" cy="13969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38" name="Text Placeholder 33">
            <a:extLst>
              <a:ext uri="{FF2B5EF4-FFF2-40B4-BE49-F238E27FC236}">
                <a16:creationId xmlns:a16="http://schemas.microsoft.com/office/drawing/2014/main" id="{337D84D3-3CB5-488A-ACEF-978A1569D8DF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 rot="5400000" flipH="1">
            <a:off x="7136906" y="4913839"/>
            <a:ext cx="712187" cy="13969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39" name="Text Placeholder 33">
            <a:extLst>
              <a:ext uri="{FF2B5EF4-FFF2-40B4-BE49-F238E27FC236}">
                <a16:creationId xmlns:a16="http://schemas.microsoft.com/office/drawing/2014/main" id="{EEA7829B-5B85-4045-9F1C-B7C185E2DF45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 rot="5400000" flipH="1">
            <a:off x="7136906" y="5733557"/>
            <a:ext cx="712187" cy="13969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761057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4_Two part action and result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C52CABD9-F1FB-1BB2-1626-0C1DFA7770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</a:lstStyle>
          <a:p>
            <a:pPr lvl="0"/>
            <a:r>
              <a:rPr lang="en-GB"/>
              <a:t>Optional sub-head</a:t>
            </a:r>
            <a:endParaRPr lang="en-US"/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89613993-9D9F-5289-7DF2-83E3549ED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358B9C44-67A1-F19A-2F90-8D163C4BCE3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81000" y="1749425"/>
            <a:ext cx="6858000" cy="274320"/>
          </a:xfrm>
        </p:spPr>
        <p:txBody>
          <a:bodyPr tIns="45720" anchor="t">
            <a:noAutofit/>
          </a:bodyPr>
          <a:lstStyle>
            <a:lvl1pPr marL="0" indent="0">
              <a:buNone/>
              <a:defRPr sz="14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F33E1813-119B-F20B-6245-2B1293AEBFA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696200" y="1749425"/>
            <a:ext cx="4114800" cy="274320"/>
          </a:xfrm>
        </p:spPr>
        <p:txBody>
          <a:bodyPr tIns="45720" anchor="t">
            <a:noAutofit/>
          </a:bodyPr>
          <a:lstStyle>
            <a:lvl1pPr marL="0" indent="0">
              <a:buNone/>
              <a:defRPr sz="14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C2DA6305-14EF-58A7-D4A9-53DF9F80464B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7696200" y="2181637"/>
            <a:ext cx="4114800" cy="685800"/>
          </a:xfrm>
        </p:spPr>
        <p:txBody>
          <a:bodyPr tIns="0" anchor="ctr"/>
          <a:lstStyle>
            <a:lvl1pPr marL="0" indent="0"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32A1CD0D-D016-7206-D06A-2F07D0C4575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7696200" y="3004653"/>
            <a:ext cx="4114800" cy="685800"/>
          </a:xfrm>
        </p:spPr>
        <p:txBody>
          <a:bodyPr tIns="0" anchor="ctr"/>
          <a:lstStyle>
            <a:lvl1pPr marL="0" indent="0"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A6910E45-C528-843E-E68C-96381B332C8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696200" y="3827669"/>
            <a:ext cx="4114800" cy="685800"/>
          </a:xfrm>
        </p:spPr>
        <p:txBody>
          <a:bodyPr tIns="0" anchor="ctr"/>
          <a:lstStyle>
            <a:lvl1pPr marL="0" indent="0"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74EAEBFB-1FC7-20E0-2AF9-DF1DE42449B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7696200" y="4650685"/>
            <a:ext cx="4114800" cy="685800"/>
          </a:xfrm>
        </p:spPr>
        <p:txBody>
          <a:bodyPr tIns="0" anchor="ctr"/>
          <a:lstStyle>
            <a:lvl1pPr marL="0" indent="0"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F51EDD64-FBB9-AC9B-0D49-1C0778F2764F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7696200" y="5473700"/>
            <a:ext cx="4114800" cy="685800"/>
          </a:xfrm>
        </p:spPr>
        <p:txBody>
          <a:bodyPr tIns="0" anchor="ctr"/>
          <a:lstStyle>
            <a:lvl1pPr marL="0" indent="0">
              <a:buNone/>
              <a:defRPr sz="12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EEEDCDFB-8BFA-E782-A4FE-F57140A82D4D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381000" y="2181637"/>
            <a:ext cx="1168400" cy="685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 baseline="0"/>
            </a:lvl1pPr>
          </a:lstStyle>
          <a:p>
            <a:endParaRPr lang="en-GB"/>
          </a:p>
        </p:txBody>
      </p:sp>
      <p:sp>
        <p:nvSpPr>
          <p:cNvPr id="21" name="Picture Placeholder 2">
            <a:extLst>
              <a:ext uri="{FF2B5EF4-FFF2-40B4-BE49-F238E27FC236}">
                <a16:creationId xmlns:a16="http://schemas.microsoft.com/office/drawing/2014/main" id="{0490B643-0E6F-61C3-B22E-B373203F25B9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381000" y="3004653"/>
            <a:ext cx="1168400" cy="685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 baseline="0"/>
            </a:lvl1pPr>
          </a:lstStyle>
          <a:p>
            <a:endParaRPr lang="en-GB"/>
          </a:p>
        </p:txBody>
      </p:sp>
      <p:sp>
        <p:nvSpPr>
          <p:cNvPr id="22" name="Picture Placeholder 2">
            <a:extLst>
              <a:ext uri="{FF2B5EF4-FFF2-40B4-BE49-F238E27FC236}">
                <a16:creationId xmlns:a16="http://schemas.microsoft.com/office/drawing/2014/main" id="{947C2B64-F15F-E98D-12A4-0BE98D5CDDD3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381000" y="3827669"/>
            <a:ext cx="1168400" cy="685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 baseline="0"/>
            </a:lvl1pPr>
          </a:lstStyle>
          <a:p>
            <a:endParaRPr lang="en-GB"/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7A29A00E-12C5-4793-95DB-72DB4148ED0B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381000" y="4650685"/>
            <a:ext cx="1168400" cy="685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 baseline="0"/>
            </a:lvl1pPr>
          </a:lstStyle>
          <a:p>
            <a:endParaRPr lang="en-GB"/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5462CFCE-2CA7-9DA4-54BC-0A51F2736FE2}"/>
              </a:ext>
            </a:extLst>
          </p:cNvPr>
          <p:cNvSpPr>
            <a:spLocks noGrp="1"/>
          </p:cNvSpPr>
          <p:nvPr>
            <p:ph type="pic" sz="quarter" idx="43"/>
          </p:nvPr>
        </p:nvSpPr>
        <p:spPr>
          <a:xfrm>
            <a:off x="381000" y="5473700"/>
            <a:ext cx="1168400" cy="685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 baseline="0"/>
            </a:lvl1pPr>
          </a:lstStyle>
          <a:p>
            <a:endParaRPr lang="en-GB"/>
          </a:p>
        </p:txBody>
      </p:sp>
      <p:sp>
        <p:nvSpPr>
          <p:cNvPr id="16" name="Text Placeholder 33">
            <a:extLst>
              <a:ext uri="{FF2B5EF4-FFF2-40B4-BE49-F238E27FC236}">
                <a16:creationId xmlns:a16="http://schemas.microsoft.com/office/drawing/2014/main" id="{CBCD294F-BC81-4BDC-8BB1-094D4D81B14A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 rot="5400000" flipH="1">
            <a:off x="7136906" y="2454688"/>
            <a:ext cx="712187" cy="13969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18" name="Text Placeholder 33">
            <a:extLst>
              <a:ext uri="{FF2B5EF4-FFF2-40B4-BE49-F238E27FC236}">
                <a16:creationId xmlns:a16="http://schemas.microsoft.com/office/drawing/2014/main" id="{32ECDF77-2C22-4C0D-9D55-3035E0A755A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 rot="5400000" flipH="1">
            <a:off x="7136906" y="3274405"/>
            <a:ext cx="712187" cy="13969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25" name="Text Placeholder 33">
            <a:extLst>
              <a:ext uri="{FF2B5EF4-FFF2-40B4-BE49-F238E27FC236}">
                <a16:creationId xmlns:a16="http://schemas.microsoft.com/office/drawing/2014/main" id="{29DC7404-43FF-4B4D-9E8D-8A8B73D38E3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 rot="5400000" flipH="1">
            <a:off x="7136906" y="4094122"/>
            <a:ext cx="712187" cy="13969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26" name="Text Placeholder 33">
            <a:extLst>
              <a:ext uri="{FF2B5EF4-FFF2-40B4-BE49-F238E27FC236}">
                <a16:creationId xmlns:a16="http://schemas.microsoft.com/office/drawing/2014/main" id="{1DF62F19-4861-4FE3-8611-11A886CDEE0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 rot="5400000" flipH="1">
            <a:off x="7136906" y="4913839"/>
            <a:ext cx="712187" cy="13969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  <p:sp>
        <p:nvSpPr>
          <p:cNvPr id="27" name="Text Placeholder 33">
            <a:extLst>
              <a:ext uri="{FF2B5EF4-FFF2-40B4-BE49-F238E27FC236}">
                <a16:creationId xmlns:a16="http://schemas.microsoft.com/office/drawing/2014/main" id="{636E88C3-4213-4CBC-BA6E-A568099F3ACE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 rot="5400000" flipH="1">
            <a:off x="7136906" y="5733557"/>
            <a:ext cx="712187" cy="139698"/>
          </a:xfrm>
          <a:prstGeom prst="triangle">
            <a:avLst/>
          </a:prstGeom>
          <a:solidFill>
            <a:srgbClr val="C1BAF3"/>
          </a:solidFill>
        </p:spPr>
        <p:txBody>
          <a:bodyPr anchor="ctr"/>
          <a:lstStyle>
            <a:lvl1pPr marL="0" indent="0" algn="ctr">
              <a:buNone/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IN"/>
              <a:t> 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9834612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Two part action and result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21D9686-D61C-E3FA-D9D1-21E3EC958AA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1600" dirty="0"/>
            </a:lvl1pPr>
          </a:lstStyle>
          <a:p>
            <a:pPr marL="0" lvl="0" indent="0">
              <a:buNone/>
            </a:pPr>
            <a:r>
              <a:rPr lang="en-GB"/>
              <a:t>Optional sub-head</a:t>
            </a:r>
            <a:endParaRPr lang="en-US"/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C512CF03-D66D-4D74-84B4-1EA1A76822B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81000" y="1749425"/>
            <a:ext cx="6858000" cy="274320"/>
          </a:xfrm>
        </p:spPr>
        <p:txBody>
          <a:bodyPr tIns="45720" anchor="t">
            <a:noAutofit/>
          </a:bodyPr>
          <a:lstStyle>
            <a:lvl1pPr marL="0" indent="0">
              <a:buNone/>
              <a:defRPr sz="1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6A796000-C557-4E7F-995F-76BEDD8AC99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696200" y="1749425"/>
            <a:ext cx="4114800" cy="274320"/>
          </a:xfrm>
        </p:spPr>
        <p:txBody>
          <a:bodyPr tIns="45720" anchor="t">
            <a:noAutofit/>
          </a:bodyPr>
          <a:lstStyle>
            <a:lvl1pPr marL="0" indent="0">
              <a:buNone/>
              <a:defRPr sz="1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470996-A4F8-449B-B340-983A6DBC894C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381000" y="2181637"/>
            <a:ext cx="1168400" cy="685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 baseline="0"/>
            </a:lvl1pPr>
          </a:lstStyle>
          <a:p>
            <a:endParaRPr lang="en-GB"/>
          </a:p>
        </p:txBody>
      </p:sp>
      <p:sp>
        <p:nvSpPr>
          <p:cNvPr id="49" name="Text Placeholder 48">
            <a:extLst>
              <a:ext uri="{FF2B5EF4-FFF2-40B4-BE49-F238E27FC236}">
                <a16:creationId xmlns:a16="http://schemas.microsoft.com/office/drawing/2014/main" id="{62643F1E-76F9-442A-B8AD-BE6A6EB42079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1641207" y="2181637"/>
            <a:ext cx="5597793" cy="685800"/>
          </a:xfrm>
          <a:custGeom>
            <a:avLst/>
            <a:gdLst>
              <a:gd name="connsiteX0" fmla="*/ 171450 w 5597793"/>
              <a:gd name="connsiteY0" fmla="*/ 0 h 685800"/>
              <a:gd name="connsiteX1" fmla="*/ 5597793 w 5597793"/>
              <a:gd name="connsiteY1" fmla="*/ 0 h 685800"/>
              <a:gd name="connsiteX2" fmla="*/ 5426343 w 5597793"/>
              <a:gd name="connsiteY2" fmla="*/ 685800 h 685800"/>
              <a:gd name="connsiteX3" fmla="*/ 0 w 5597793"/>
              <a:gd name="connsiteY3" fmla="*/ 685800 h 685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97793" h="685800">
                <a:moveTo>
                  <a:pt x="171450" y="0"/>
                </a:moveTo>
                <a:lnTo>
                  <a:pt x="5597793" y="0"/>
                </a:lnTo>
                <a:lnTo>
                  <a:pt x="5426343" y="685800"/>
                </a:lnTo>
                <a:lnTo>
                  <a:pt x="0" y="6858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lIns="228600" tIns="45720" rIns="228600" bIns="45720" anchor="ctr">
            <a:noAutofit/>
          </a:bodyPr>
          <a:lstStyle>
            <a:lvl1pPr marL="0" indent="0">
              <a:buNone/>
              <a:defRPr sz="120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E927C6C5-504D-432A-9BD7-45C613B85F79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7696200" y="2181637"/>
            <a:ext cx="4114800" cy="685800"/>
          </a:xfrm>
        </p:spPr>
        <p:txBody>
          <a:bodyPr tIns="0" anchor="ctr">
            <a:normAutofit/>
          </a:bodyPr>
          <a:lstStyle>
            <a:lvl1pPr marL="0" indent="0">
              <a:buNone/>
              <a:defRPr sz="12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Picture Placeholder 2">
            <a:extLst>
              <a:ext uri="{FF2B5EF4-FFF2-40B4-BE49-F238E27FC236}">
                <a16:creationId xmlns:a16="http://schemas.microsoft.com/office/drawing/2014/main" id="{74615E4E-BED6-4C53-B144-CF882C2FA46D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381000" y="3004653"/>
            <a:ext cx="1168400" cy="685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 baseline="0"/>
            </a:lvl1pPr>
          </a:lstStyle>
          <a:p>
            <a:endParaRPr lang="en-GB"/>
          </a:p>
        </p:txBody>
      </p:sp>
      <p:sp>
        <p:nvSpPr>
          <p:cNvPr id="50" name="Text Placeholder 49">
            <a:extLst>
              <a:ext uri="{FF2B5EF4-FFF2-40B4-BE49-F238E27FC236}">
                <a16:creationId xmlns:a16="http://schemas.microsoft.com/office/drawing/2014/main" id="{EE95F459-E185-4546-8C80-020A402DB22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1641207" y="3004653"/>
            <a:ext cx="5597793" cy="685800"/>
          </a:xfrm>
          <a:custGeom>
            <a:avLst/>
            <a:gdLst>
              <a:gd name="connsiteX0" fmla="*/ 171450 w 5597793"/>
              <a:gd name="connsiteY0" fmla="*/ 0 h 685800"/>
              <a:gd name="connsiteX1" fmla="*/ 5597793 w 5597793"/>
              <a:gd name="connsiteY1" fmla="*/ 0 h 685800"/>
              <a:gd name="connsiteX2" fmla="*/ 5426343 w 5597793"/>
              <a:gd name="connsiteY2" fmla="*/ 685800 h 685800"/>
              <a:gd name="connsiteX3" fmla="*/ 0 w 5597793"/>
              <a:gd name="connsiteY3" fmla="*/ 685800 h 685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97793" h="685800">
                <a:moveTo>
                  <a:pt x="171450" y="0"/>
                </a:moveTo>
                <a:lnTo>
                  <a:pt x="5597793" y="0"/>
                </a:lnTo>
                <a:lnTo>
                  <a:pt x="5426343" y="685800"/>
                </a:lnTo>
                <a:lnTo>
                  <a:pt x="0" y="6858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lIns="228600" tIns="45720" rIns="228600" bIns="45720" anchor="ctr">
            <a:noAutofit/>
          </a:bodyPr>
          <a:lstStyle>
            <a:lvl1pPr marL="0" indent="0">
              <a:buNone/>
              <a:defRPr sz="120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">
            <a:extLst>
              <a:ext uri="{FF2B5EF4-FFF2-40B4-BE49-F238E27FC236}">
                <a16:creationId xmlns:a16="http://schemas.microsoft.com/office/drawing/2014/main" id="{D77DC317-11BF-486F-A388-FAD12B1AE213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7696200" y="3004653"/>
            <a:ext cx="4114800" cy="685800"/>
          </a:xfrm>
        </p:spPr>
        <p:txBody>
          <a:bodyPr tIns="0" anchor="ctr">
            <a:normAutofit/>
          </a:bodyPr>
          <a:lstStyle>
            <a:lvl1pPr marL="0" indent="0">
              <a:buNone/>
              <a:defRPr sz="12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Picture Placeholder 2">
            <a:extLst>
              <a:ext uri="{FF2B5EF4-FFF2-40B4-BE49-F238E27FC236}">
                <a16:creationId xmlns:a16="http://schemas.microsoft.com/office/drawing/2014/main" id="{249F7BF1-EA28-4401-A283-1F22667C13A0}"/>
              </a:ext>
            </a:extLst>
          </p:cNvPr>
          <p:cNvSpPr>
            <a:spLocks noGrp="1"/>
          </p:cNvSpPr>
          <p:nvPr>
            <p:ph type="pic" sz="quarter" idx="41"/>
          </p:nvPr>
        </p:nvSpPr>
        <p:spPr>
          <a:xfrm>
            <a:off x="381000" y="3827669"/>
            <a:ext cx="1168400" cy="685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 baseline="0"/>
            </a:lvl1pPr>
          </a:lstStyle>
          <a:p>
            <a:endParaRPr lang="en-GB"/>
          </a:p>
        </p:txBody>
      </p:sp>
      <p:sp>
        <p:nvSpPr>
          <p:cNvPr id="51" name="Text Placeholder 50">
            <a:extLst>
              <a:ext uri="{FF2B5EF4-FFF2-40B4-BE49-F238E27FC236}">
                <a16:creationId xmlns:a16="http://schemas.microsoft.com/office/drawing/2014/main" id="{95D79A87-1447-4A86-951C-CA234F784B34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1641207" y="3827669"/>
            <a:ext cx="5597793" cy="685800"/>
          </a:xfrm>
          <a:custGeom>
            <a:avLst/>
            <a:gdLst>
              <a:gd name="connsiteX0" fmla="*/ 171450 w 5597793"/>
              <a:gd name="connsiteY0" fmla="*/ 0 h 685800"/>
              <a:gd name="connsiteX1" fmla="*/ 5597793 w 5597793"/>
              <a:gd name="connsiteY1" fmla="*/ 0 h 685800"/>
              <a:gd name="connsiteX2" fmla="*/ 5426343 w 5597793"/>
              <a:gd name="connsiteY2" fmla="*/ 685800 h 685800"/>
              <a:gd name="connsiteX3" fmla="*/ 0 w 5597793"/>
              <a:gd name="connsiteY3" fmla="*/ 685800 h 685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97793" h="685800">
                <a:moveTo>
                  <a:pt x="171450" y="0"/>
                </a:moveTo>
                <a:lnTo>
                  <a:pt x="5597793" y="0"/>
                </a:lnTo>
                <a:lnTo>
                  <a:pt x="5426343" y="685800"/>
                </a:lnTo>
                <a:lnTo>
                  <a:pt x="0" y="6858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lIns="228600" tIns="45720" rIns="228600" bIns="45720" anchor="ctr">
            <a:noAutofit/>
          </a:bodyPr>
          <a:lstStyle>
            <a:lvl1pPr marL="0" indent="0">
              <a:buNone/>
              <a:defRPr sz="120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97EDA6C5-4C2D-4BB8-9876-4D833AC8E943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696200" y="3827669"/>
            <a:ext cx="4114800" cy="685800"/>
          </a:xfrm>
        </p:spPr>
        <p:txBody>
          <a:bodyPr tIns="0" anchor="ctr">
            <a:normAutofit/>
          </a:bodyPr>
          <a:lstStyle>
            <a:lvl1pPr marL="0" indent="0">
              <a:buNone/>
              <a:defRPr sz="12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2">
            <a:extLst>
              <a:ext uri="{FF2B5EF4-FFF2-40B4-BE49-F238E27FC236}">
                <a16:creationId xmlns:a16="http://schemas.microsoft.com/office/drawing/2014/main" id="{AA8A5F31-9D52-42DF-BA9B-F65F5293264A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381000" y="4650685"/>
            <a:ext cx="1168400" cy="685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 baseline="0"/>
            </a:lvl1pPr>
          </a:lstStyle>
          <a:p>
            <a:endParaRPr lang="en-GB"/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139A1ACD-75F1-4441-A0DB-901412348C64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641207" y="4650685"/>
            <a:ext cx="5597793" cy="685800"/>
          </a:xfrm>
          <a:custGeom>
            <a:avLst/>
            <a:gdLst>
              <a:gd name="connsiteX0" fmla="*/ 171450 w 5597793"/>
              <a:gd name="connsiteY0" fmla="*/ 0 h 685800"/>
              <a:gd name="connsiteX1" fmla="*/ 5597793 w 5597793"/>
              <a:gd name="connsiteY1" fmla="*/ 0 h 685800"/>
              <a:gd name="connsiteX2" fmla="*/ 5426343 w 5597793"/>
              <a:gd name="connsiteY2" fmla="*/ 685800 h 685800"/>
              <a:gd name="connsiteX3" fmla="*/ 0 w 5597793"/>
              <a:gd name="connsiteY3" fmla="*/ 685800 h 685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97793" h="685800">
                <a:moveTo>
                  <a:pt x="171450" y="0"/>
                </a:moveTo>
                <a:lnTo>
                  <a:pt x="5597793" y="0"/>
                </a:lnTo>
                <a:lnTo>
                  <a:pt x="5426343" y="685800"/>
                </a:lnTo>
                <a:lnTo>
                  <a:pt x="0" y="6858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lIns="228600" tIns="45720" rIns="228600" bIns="45720" anchor="ctr">
            <a:noAutofit/>
          </a:bodyPr>
          <a:lstStyle>
            <a:lvl1pPr marL="0" indent="0">
              <a:buNone/>
              <a:defRPr sz="120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40CB098D-5E0D-4A19-BC00-AE505E3DB7C7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7696200" y="4650685"/>
            <a:ext cx="4114800" cy="685800"/>
          </a:xfrm>
        </p:spPr>
        <p:txBody>
          <a:bodyPr tIns="0" anchor="ctr">
            <a:normAutofit/>
          </a:bodyPr>
          <a:lstStyle>
            <a:lvl1pPr marL="0" indent="0">
              <a:buNone/>
              <a:defRPr sz="12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Picture Placeholder 2">
            <a:extLst>
              <a:ext uri="{FF2B5EF4-FFF2-40B4-BE49-F238E27FC236}">
                <a16:creationId xmlns:a16="http://schemas.microsoft.com/office/drawing/2014/main" id="{77ED4AAD-A9EA-4EF0-80DC-97350707DB14}"/>
              </a:ext>
            </a:extLst>
          </p:cNvPr>
          <p:cNvSpPr>
            <a:spLocks noGrp="1"/>
          </p:cNvSpPr>
          <p:nvPr>
            <p:ph type="pic" sz="quarter" idx="43"/>
          </p:nvPr>
        </p:nvSpPr>
        <p:spPr>
          <a:xfrm>
            <a:off x="381000" y="5473700"/>
            <a:ext cx="1168400" cy="685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 baseline="0"/>
            </a:lvl1pPr>
          </a:lstStyle>
          <a:p>
            <a:endParaRPr lang="en-GB"/>
          </a:p>
        </p:txBody>
      </p:sp>
      <p:sp>
        <p:nvSpPr>
          <p:cNvPr id="53" name="Text Placeholder 52">
            <a:extLst>
              <a:ext uri="{FF2B5EF4-FFF2-40B4-BE49-F238E27FC236}">
                <a16:creationId xmlns:a16="http://schemas.microsoft.com/office/drawing/2014/main" id="{1139AAF7-1B76-4259-B3D7-661E1F3C93C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1641207" y="5473700"/>
            <a:ext cx="5597793" cy="685800"/>
          </a:xfrm>
          <a:custGeom>
            <a:avLst/>
            <a:gdLst>
              <a:gd name="connsiteX0" fmla="*/ 171450 w 5597793"/>
              <a:gd name="connsiteY0" fmla="*/ 0 h 685800"/>
              <a:gd name="connsiteX1" fmla="*/ 5597793 w 5597793"/>
              <a:gd name="connsiteY1" fmla="*/ 0 h 685800"/>
              <a:gd name="connsiteX2" fmla="*/ 5426343 w 5597793"/>
              <a:gd name="connsiteY2" fmla="*/ 685800 h 685800"/>
              <a:gd name="connsiteX3" fmla="*/ 0 w 5597793"/>
              <a:gd name="connsiteY3" fmla="*/ 685800 h 685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97793" h="685800">
                <a:moveTo>
                  <a:pt x="171450" y="0"/>
                </a:moveTo>
                <a:lnTo>
                  <a:pt x="5597793" y="0"/>
                </a:lnTo>
                <a:lnTo>
                  <a:pt x="5426343" y="685800"/>
                </a:lnTo>
                <a:lnTo>
                  <a:pt x="0" y="6858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lIns="228600" tIns="45720" rIns="228600" bIns="45720" anchor="ctr">
            <a:noAutofit/>
          </a:bodyPr>
          <a:lstStyle>
            <a:lvl1pPr marL="0" indent="0">
              <a:buNone/>
              <a:defRPr sz="120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2">
            <a:extLst>
              <a:ext uri="{FF2B5EF4-FFF2-40B4-BE49-F238E27FC236}">
                <a16:creationId xmlns:a16="http://schemas.microsoft.com/office/drawing/2014/main" id="{676491DB-0C2E-4812-9D5C-6BCA7723FD78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7696200" y="5473700"/>
            <a:ext cx="4114800" cy="685800"/>
          </a:xfrm>
        </p:spPr>
        <p:txBody>
          <a:bodyPr tIns="0" anchor="ctr">
            <a:normAutofit/>
          </a:bodyPr>
          <a:lstStyle>
            <a:lvl1pPr marL="0" indent="0">
              <a:buNone/>
              <a:defRPr sz="1200" b="0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429169CD-DA8D-4C23-8F64-2CDCF3497FA1}"/>
              </a:ext>
            </a:extLst>
          </p:cNvPr>
          <p:cNvSpPr/>
          <p:nvPr userDrawn="1"/>
        </p:nvSpPr>
        <p:spPr>
          <a:xfrm rot="5400000">
            <a:off x="7136906" y="2454688"/>
            <a:ext cx="712187" cy="139698"/>
          </a:xfrm>
          <a:prstGeom prst="triangl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5" name="Isosceles Triangle 44">
            <a:extLst>
              <a:ext uri="{FF2B5EF4-FFF2-40B4-BE49-F238E27FC236}">
                <a16:creationId xmlns:a16="http://schemas.microsoft.com/office/drawing/2014/main" id="{1592CE64-9654-45B2-8AC9-D669D961B4E1}"/>
              </a:ext>
            </a:extLst>
          </p:cNvPr>
          <p:cNvSpPr/>
          <p:nvPr userDrawn="1"/>
        </p:nvSpPr>
        <p:spPr>
          <a:xfrm rot="5400000">
            <a:off x="7136906" y="3274405"/>
            <a:ext cx="712187" cy="139698"/>
          </a:xfrm>
          <a:prstGeom prst="triangl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6" name="Isosceles Triangle 45">
            <a:extLst>
              <a:ext uri="{FF2B5EF4-FFF2-40B4-BE49-F238E27FC236}">
                <a16:creationId xmlns:a16="http://schemas.microsoft.com/office/drawing/2014/main" id="{80FFE2C3-79D1-48F2-AF54-2E690202A016}"/>
              </a:ext>
            </a:extLst>
          </p:cNvPr>
          <p:cNvSpPr/>
          <p:nvPr userDrawn="1"/>
        </p:nvSpPr>
        <p:spPr>
          <a:xfrm rot="5400000">
            <a:off x="7136906" y="4094122"/>
            <a:ext cx="712187" cy="139698"/>
          </a:xfrm>
          <a:prstGeom prst="triangl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C5AE279A-BB08-432F-BBA7-44CB03317E10}"/>
              </a:ext>
            </a:extLst>
          </p:cNvPr>
          <p:cNvSpPr/>
          <p:nvPr userDrawn="1"/>
        </p:nvSpPr>
        <p:spPr>
          <a:xfrm rot="5400000">
            <a:off x="7136906" y="4913839"/>
            <a:ext cx="712187" cy="139698"/>
          </a:xfrm>
          <a:prstGeom prst="triangl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0EB4584D-9B06-4BB2-B971-BA987A0DEAFA}"/>
              </a:ext>
            </a:extLst>
          </p:cNvPr>
          <p:cNvSpPr/>
          <p:nvPr userDrawn="1"/>
        </p:nvSpPr>
        <p:spPr>
          <a:xfrm rot="5400000">
            <a:off x="7136906" y="5733557"/>
            <a:ext cx="712187" cy="139698"/>
          </a:xfrm>
          <a:prstGeom prst="triangle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12C692-5886-DB72-F174-06C0B4662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7655166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split -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7C6E1C4F-6A0A-E048-517F-DE70EFB0D15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228600" lvl="0" indent="-228600"/>
            <a:r>
              <a:rPr lang="en-GB"/>
              <a:t>Optional sub-head</a:t>
            </a:r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30E87CA4-DF8B-A4B2-C104-A83381D20488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812131" y="2108200"/>
            <a:ext cx="823912" cy="82391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Icon</a:t>
            </a:r>
          </a:p>
        </p:txBody>
      </p:sp>
      <p:sp>
        <p:nvSpPr>
          <p:cNvPr id="15" name="Picture Placeholder 4">
            <a:extLst>
              <a:ext uri="{FF2B5EF4-FFF2-40B4-BE49-F238E27FC236}">
                <a16:creationId xmlns:a16="http://schemas.microsoft.com/office/drawing/2014/main" id="{FCC34BF6-3093-6B2E-E777-84264269CA9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5684044" y="2118266"/>
            <a:ext cx="823912" cy="82391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Icon</a:t>
            </a:r>
          </a:p>
        </p:txBody>
      </p:sp>
      <p:sp>
        <p:nvSpPr>
          <p:cNvPr id="17" name="Picture Placeholder 4">
            <a:extLst>
              <a:ext uri="{FF2B5EF4-FFF2-40B4-BE49-F238E27FC236}">
                <a16:creationId xmlns:a16="http://schemas.microsoft.com/office/drawing/2014/main" id="{D9F3BDAD-C8AA-5417-4BAB-2ACE29EC05D3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9555956" y="2118266"/>
            <a:ext cx="823912" cy="82391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Icon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6E1AA924-420F-3F2E-AD54-8F437A89B11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1000" y="3221391"/>
            <a:ext cx="3686175" cy="415925"/>
          </a:xfrm>
          <a:prstGeom prst="parallelogram">
            <a:avLst/>
          </a:prstGeom>
          <a:solidFill>
            <a:schemeClr val="bg2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 b="1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1200"/>
            </a:lvl2pPr>
            <a:lvl3pPr marL="914400" indent="0" algn="ctr">
              <a:buNone/>
              <a:defRPr sz="1200"/>
            </a:lvl3pPr>
            <a:lvl4pPr marL="1371600" indent="0" algn="ctr">
              <a:buNone/>
              <a:defRPr sz="1200"/>
            </a:lvl4pPr>
            <a:lvl5pPr marL="1828800" indent="0" algn="ctr">
              <a:buNone/>
              <a:defRPr sz="1200"/>
            </a:lvl5pPr>
          </a:lstStyle>
          <a:p>
            <a:pPr lvl="0"/>
            <a:r>
              <a:rPr lang="en-GB"/>
              <a:t>Example copy</a:t>
            </a:r>
            <a:endParaRPr lang="en-US"/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07DFCC3D-79B1-B2C2-E5FE-DBB8CCD7D52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52912" y="3221391"/>
            <a:ext cx="3686175" cy="415925"/>
          </a:xfrm>
          <a:prstGeom prst="parallelogram">
            <a:avLst/>
          </a:prstGeom>
          <a:solidFill>
            <a:schemeClr val="bg2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 b="1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1200"/>
            </a:lvl2pPr>
            <a:lvl3pPr marL="914400" indent="0" algn="ctr">
              <a:buNone/>
              <a:defRPr sz="1200"/>
            </a:lvl3pPr>
            <a:lvl4pPr marL="1371600" indent="0" algn="ctr">
              <a:buNone/>
              <a:defRPr sz="1200"/>
            </a:lvl4pPr>
            <a:lvl5pPr marL="1828800" indent="0" algn="ctr">
              <a:buNone/>
              <a:defRPr sz="1200"/>
            </a:lvl5pPr>
          </a:lstStyle>
          <a:p>
            <a:pPr lvl="0"/>
            <a:r>
              <a:rPr lang="en-GB"/>
              <a:t>Example copy</a:t>
            </a:r>
            <a:endParaRPr lang="en-US"/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79B55756-003A-46FE-BC73-669E725E110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24825" y="3221391"/>
            <a:ext cx="3686175" cy="415925"/>
          </a:xfrm>
          <a:prstGeom prst="parallelogram">
            <a:avLst/>
          </a:prstGeom>
          <a:solidFill>
            <a:schemeClr val="bg2"/>
          </a:solidFill>
        </p:spPr>
        <p:txBody>
          <a:bodyPr anchor="ctr">
            <a:noAutofit/>
          </a:bodyPr>
          <a:lstStyle>
            <a:lvl1pPr marL="0" indent="0" algn="ctr">
              <a:buNone/>
              <a:defRPr sz="1400" b="1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1200"/>
            </a:lvl2pPr>
            <a:lvl3pPr marL="914400" indent="0" algn="ctr">
              <a:buNone/>
              <a:defRPr sz="1200"/>
            </a:lvl3pPr>
            <a:lvl4pPr marL="1371600" indent="0" algn="ctr">
              <a:buNone/>
              <a:defRPr sz="1200"/>
            </a:lvl4pPr>
            <a:lvl5pPr marL="1828800" indent="0" algn="ctr">
              <a:buNone/>
              <a:defRPr sz="1200"/>
            </a:lvl5pPr>
          </a:lstStyle>
          <a:p>
            <a:pPr lvl="0"/>
            <a:r>
              <a:rPr lang="en-GB"/>
              <a:t>Example copy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A7486A-BA2F-47B0-B17B-07CF50190FF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81000" y="3816836"/>
            <a:ext cx="3541321" cy="1698593"/>
          </a:xfrm>
        </p:spPr>
        <p:txBody>
          <a:bodyPr lIns="0" tIns="0" rIns="0" bIns="0">
            <a:normAutofit/>
          </a:bodyPr>
          <a:lstStyle>
            <a:lvl1pPr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2EC6CD97-5EED-4819-81CE-B94BB95F9D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252912" y="3816836"/>
            <a:ext cx="3541321" cy="1698593"/>
          </a:xfrm>
        </p:spPr>
        <p:txBody>
          <a:bodyPr lIns="0" tIns="0" rIns="0" bIns="0">
            <a:normAutofit/>
          </a:bodyPr>
          <a:lstStyle>
            <a:lvl1pPr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04792009-834D-4287-8EAF-781BE9D027D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124825" y="3816836"/>
            <a:ext cx="3541321" cy="1698593"/>
          </a:xfrm>
        </p:spPr>
        <p:txBody>
          <a:bodyPr lIns="0" tIns="0" rIns="0" bIns="0">
            <a:normAutofit/>
          </a:bodyPr>
          <a:lstStyle>
            <a:lvl1pPr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805833-1A1E-7B64-6C5F-03745732D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0603934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ree split -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B897E263-ECEB-EE83-7268-E374F16AA264}"/>
              </a:ext>
            </a:extLst>
          </p:cNvPr>
          <p:cNvGrpSpPr/>
          <p:nvPr userDrawn="1"/>
        </p:nvGrpSpPr>
        <p:grpSpPr>
          <a:xfrm>
            <a:off x="381000" y="1872371"/>
            <a:ext cx="11430000" cy="3468510"/>
            <a:chOff x="383568" y="1872371"/>
            <a:chExt cx="11461750" cy="3468510"/>
          </a:xfrm>
        </p:grpSpPr>
        <p:grpSp>
          <p:nvGrpSpPr>
            <p:cNvPr id="21" name="object 4">
              <a:extLst>
                <a:ext uri="{FF2B5EF4-FFF2-40B4-BE49-F238E27FC236}">
                  <a16:creationId xmlns:a16="http://schemas.microsoft.com/office/drawing/2014/main" id="{F7A370E8-9642-AF54-D44B-CDEDF2FD7EED}"/>
                </a:ext>
              </a:extLst>
            </p:cNvPr>
            <p:cNvGrpSpPr/>
            <p:nvPr/>
          </p:nvGrpSpPr>
          <p:grpSpPr>
            <a:xfrm>
              <a:off x="383568" y="3351205"/>
              <a:ext cx="2954072" cy="1989161"/>
              <a:chOff x="1585475" y="5701396"/>
              <a:chExt cx="4362450" cy="2937510"/>
            </a:xfrm>
          </p:grpSpPr>
          <p:sp>
            <p:nvSpPr>
              <p:cNvPr id="58" name="object 5">
                <a:extLst>
                  <a:ext uri="{FF2B5EF4-FFF2-40B4-BE49-F238E27FC236}">
                    <a16:creationId xmlns:a16="http://schemas.microsoft.com/office/drawing/2014/main" id="{1BF65D0E-0627-F234-B1E9-DAF71F8731CB}"/>
                  </a:ext>
                </a:extLst>
              </p:cNvPr>
              <p:cNvSpPr/>
              <p:nvPr/>
            </p:nvSpPr>
            <p:spPr>
              <a:xfrm>
                <a:off x="1627358" y="5805739"/>
                <a:ext cx="0" cy="2467610"/>
              </a:xfrm>
              <a:custGeom>
                <a:avLst/>
                <a:gdLst/>
                <a:ahLst/>
                <a:cxnLst/>
                <a:rect l="l" t="t" r="r" b="b"/>
                <a:pathLst>
                  <a:path h="2467609">
                    <a:moveTo>
                      <a:pt x="0" y="0"/>
                    </a:moveTo>
                    <a:lnTo>
                      <a:pt x="0" y="2467139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9" name="object 6">
                <a:extLst>
                  <a:ext uri="{FF2B5EF4-FFF2-40B4-BE49-F238E27FC236}">
                    <a16:creationId xmlns:a16="http://schemas.microsoft.com/office/drawing/2014/main" id="{DC32E038-6AD5-5D99-0B7E-155514E82E9D}"/>
                  </a:ext>
                </a:extLst>
              </p:cNvPr>
              <p:cNvSpPr/>
              <p:nvPr/>
            </p:nvSpPr>
            <p:spPr>
              <a:xfrm>
                <a:off x="1633340" y="8365459"/>
                <a:ext cx="277495" cy="252095"/>
              </a:xfrm>
              <a:custGeom>
                <a:avLst/>
                <a:gdLst/>
                <a:ahLst/>
                <a:cxnLst/>
                <a:rect l="l" t="t" r="r" b="b"/>
                <a:pathLst>
                  <a:path w="277494" h="252095">
                    <a:moveTo>
                      <a:pt x="0" y="0"/>
                    </a:moveTo>
                    <a:lnTo>
                      <a:pt x="13866" y="48836"/>
                    </a:lnTo>
                    <a:lnTo>
                      <a:pt x="35063" y="94111"/>
                    </a:lnTo>
                    <a:lnTo>
                      <a:pt x="62897" y="135126"/>
                    </a:lnTo>
                    <a:lnTo>
                      <a:pt x="96675" y="171188"/>
                    </a:lnTo>
                    <a:lnTo>
                      <a:pt x="135701" y="201599"/>
                    </a:lnTo>
                    <a:lnTo>
                      <a:pt x="179281" y="225664"/>
                    </a:lnTo>
                    <a:lnTo>
                      <a:pt x="226723" y="242687"/>
                    </a:lnTo>
                    <a:lnTo>
                      <a:pt x="277331" y="251971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0" name="object 7">
                <a:extLst>
                  <a:ext uri="{FF2B5EF4-FFF2-40B4-BE49-F238E27FC236}">
                    <a16:creationId xmlns:a16="http://schemas.microsoft.com/office/drawing/2014/main" id="{6559E618-A26D-63F7-F1CA-FCA4249795C8}"/>
                  </a:ext>
                </a:extLst>
              </p:cNvPr>
              <p:cNvSpPr/>
              <p:nvPr/>
            </p:nvSpPr>
            <p:spPr>
              <a:xfrm>
                <a:off x="1616887" y="8293642"/>
                <a:ext cx="20955" cy="2095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20954">
                    <a:moveTo>
                      <a:pt x="0" y="10470"/>
                    </a:moveTo>
                    <a:lnTo>
                      <a:pt x="3066" y="3066"/>
                    </a:lnTo>
                    <a:lnTo>
                      <a:pt x="10470" y="0"/>
                    </a:lnTo>
                    <a:lnTo>
                      <a:pt x="17874" y="3066"/>
                    </a:lnTo>
                    <a:lnTo>
                      <a:pt x="20941" y="10470"/>
                    </a:lnTo>
                    <a:lnTo>
                      <a:pt x="17874" y="17874"/>
                    </a:lnTo>
                    <a:lnTo>
                      <a:pt x="10470" y="20941"/>
                    </a:lnTo>
                    <a:lnTo>
                      <a:pt x="3066" y="17874"/>
                    </a:lnTo>
                    <a:lnTo>
                      <a:pt x="0" y="10470"/>
                    </a:lnTo>
                    <a:close/>
                  </a:path>
                </a:pathLst>
              </a:custGeom>
              <a:solidFill>
                <a:srgbClr val="1A0F5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1" name="object 8">
                <a:extLst>
                  <a:ext uri="{FF2B5EF4-FFF2-40B4-BE49-F238E27FC236}">
                    <a16:creationId xmlns:a16="http://schemas.microsoft.com/office/drawing/2014/main" id="{75AD6B4D-56CD-CBD5-1D27-42052B48904C}"/>
                  </a:ext>
                </a:extLst>
              </p:cNvPr>
              <p:cNvSpPr/>
              <p:nvPr/>
            </p:nvSpPr>
            <p:spPr>
              <a:xfrm>
                <a:off x="2003881" y="8619154"/>
                <a:ext cx="3588385" cy="8890"/>
              </a:xfrm>
              <a:custGeom>
                <a:avLst/>
                <a:gdLst/>
                <a:ahLst/>
                <a:cxnLst/>
                <a:rect l="l" t="t" r="r" b="b"/>
                <a:pathLst>
                  <a:path w="3588385" h="8890">
                    <a:moveTo>
                      <a:pt x="0" y="0"/>
                    </a:moveTo>
                    <a:lnTo>
                      <a:pt x="3587786" y="8711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2" name="object 9">
                <a:extLst>
                  <a:ext uri="{FF2B5EF4-FFF2-40B4-BE49-F238E27FC236}">
                    <a16:creationId xmlns:a16="http://schemas.microsoft.com/office/drawing/2014/main" id="{1B562921-8B76-0027-F506-8F88B6F6D1A6}"/>
                  </a:ext>
                </a:extLst>
              </p:cNvPr>
              <p:cNvSpPr/>
              <p:nvPr/>
            </p:nvSpPr>
            <p:spPr>
              <a:xfrm>
                <a:off x="1931014" y="8608533"/>
                <a:ext cx="20955" cy="2095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20954">
                    <a:moveTo>
                      <a:pt x="0" y="10470"/>
                    </a:moveTo>
                    <a:lnTo>
                      <a:pt x="3066" y="3066"/>
                    </a:lnTo>
                    <a:lnTo>
                      <a:pt x="10470" y="0"/>
                    </a:lnTo>
                    <a:lnTo>
                      <a:pt x="17874" y="3066"/>
                    </a:lnTo>
                    <a:lnTo>
                      <a:pt x="20941" y="10470"/>
                    </a:lnTo>
                    <a:lnTo>
                      <a:pt x="17874" y="17874"/>
                    </a:lnTo>
                    <a:lnTo>
                      <a:pt x="10470" y="20941"/>
                    </a:lnTo>
                    <a:lnTo>
                      <a:pt x="3066" y="17874"/>
                    </a:lnTo>
                    <a:lnTo>
                      <a:pt x="0" y="10470"/>
                    </a:lnTo>
                    <a:close/>
                  </a:path>
                </a:pathLst>
              </a:custGeom>
              <a:solidFill>
                <a:srgbClr val="1A0F5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3" name="object 10">
                <a:extLst>
                  <a:ext uri="{FF2B5EF4-FFF2-40B4-BE49-F238E27FC236}">
                    <a16:creationId xmlns:a16="http://schemas.microsoft.com/office/drawing/2014/main" id="{D7C8A975-CA69-0CBC-BA39-90E954E29B65}"/>
                  </a:ext>
                </a:extLst>
              </p:cNvPr>
              <p:cNvSpPr/>
              <p:nvPr/>
            </p:nvSpPr>
            <p:spPr>
              <a:xfrm>
                <a:off x="5684136" y="8345358"/>
                <a:ext cx="251460" cy="276860"/>
              </a:xfrm>
              <a:custGeom>
                <a:avLst/>
                <a:gdLst/>
                <a:ahLst/>
                <a:cxnLst/>
                <a:rect l="l" t="t" r="r" b="b"/>
                <a:pathLst>
                  <a:path w="251460" h="276859">
                    <a:moveTo>
                      <a:pt x="0" y="276766"/>
                    </a:moveTo>
                    <a:lnTo>
                      <a:pt x="48818" y="263026"/>
                    </a:lnTo>
                    <a:lnTo>
                      <a:pt x="94055" y="241941"/>
                    </a:lnTo>
                    <a:lnTo>
                      <a:pt x="135016" y="214203"/>
                    </a:lnTo>
                    <a:lnTo>
                      <a:pt x="171006" y="180507"/>
                    </a:lnTo>
                    <a:lnTo>
                      <a:pt x="201330" y="141545"/>
                    </a:lnTo>
                    <a:lnTo>
                      <a:pt x="225295" y="98011"/>
                    </a:lnTo>
                    <a:lnTo>
                      <a:pt x="242204" y="50598"/>
                    </a:lnTo>
                    <a:lnTo>
                      <a:pt x="251364" y="0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4" name="object 11">
                <a:extLst>
                  <a:ext uri="{FF2B5EF4-FFF2-40B4-BE49-F238E27FC236}">
                    <a16:creationId xmlns:a16="http://schemas.microsoft.com/office/drawing/2014/main" id="{E35F7A5F-EF6A-E203-F651-F599DCEFFF35}"/>
                  </a:ext>
                </a:extLst>
              </p:cNvPr>
              <p:cNvSpPr/>
              <p:nvPr/>
            </p:nvSpPr>
            <p:spPr>
              <a:xfrm>
                <a:off x="1616887" y="5732811"/>
                <a:ext cx="4330700" cy="2905760"/>
              </a:xfrm>
              <a:custGeom>
                <a:avLst/>
                <a:gdLst/>
                <a:ahLst/>
                <a:cxnLst/>
                <a:rect l="l" t="t" r="r" b="b"/>
                <a:pathLst>
                  <a:path w="4330700" h="2905759">
                    <a:moveTo>
                      <a:pt x="20929" y="10477"/>
                    </a:moveTo>
                    <a:lnTo>
                      <a:pt x="17868" y="3073"/>
                    </a:lnTo>
                    <a:lnTo>
                      <a:pt x="10464" y="0"/>
                    </a:lnTo>
                    <a:lnTo>
                      <a:pt x="3060" y="3073"/>
                    </a:lnTo>
                    <a:lnTo>
                      <a:pt x="0" y="10477"/>
                    </a:lnTo>
                    <a:lnTo>
                      <a:pt x="3060" y="17881"/>
                    </a:lnTo>
                    <a:lnTo>
                      <a:pt x="10464" y="20942"/>
                    </a:lnTo>
                    <a:lnTo>
                      <a:pt x="17868" y="17881"/>
                    </a:lnTo>
                    <a:lnTo>
                      <a:pt x="20929" y="10477"/>
                    </a:lnTo>
                    <a:close/>
                  </a:path>
                  <a:path w="4330700" h="2905759">
                    <a:moveTo>
                      <a:pt x="4016451" y="2895142"/>
                    </a:moveTo>
                    <a:lnTo>
                      <a:pt x="4013377" y="2887738"/>
                    </a:lnTo>
                    <a:lnTo>
                      <a:pt x="4005973" y="2884665"/>
                    </a:lnTo>
                    <a:lnTo>
                      <a:pt x="3998569" y="2887738"/>
                    </a:lnTo>
                    <a:lnTo>
                      <a:pt x="3995509" y="2895142"/>
                    </a:lnTo>
                    <a:lnTo>
                      <a:pt x="3998569" y="2902547"/>
                    </a:lnTo>
                    <a:lnTo>
                      <a:pt x="4005973" y="2905607"/>
                    </a:lnTo>
                    <a:lnTo>
                      <a:pt x="4013377" y="2902547"/>
                    </a:lnTo>
                    <a:lnTo>
                      <a:pt x="4016451" y="2895142"/>
                    </a:lnTo>
                    <a:close/>
                  </a:path>
                  <a:path w="4330700" h="2905759">
                    <a:moveTo>
                      <a:pt x="4330573" y="2581783"/>
                    </a:moveTo>
                    <a:lnTo>
                      <a:pt x="4327512" y="2574379"/>
                    </a:lnTo>
                    <a:lnTo>
                      <a:pt x="4320108" y="2571305"/>
                    </a:lnTo>
                    <a:lnTo>
                      <a:pt x="4312704" y="2574379"/>
                    </a:lnTo>
                    <a:lnTo>
                      <a:pt x="4309630" y="2581783"/>
                    </a:lnTo>
                    <a:lnTo>
                      <a:pt x="4312704" y="2589187"/>
                    </a:lnTo>
                    <a:lnTo>
                      <a:pt x="4320108" y="2592247"/>
                    </a:lnTo>
                    <a:lnTo>
                      <a:pt x="4327512" y="2589187"/>
                    </a:lnTo>
                    <a:lnTo>
                      <a:pt x="4330573" y="2581783"/>
                    </a:lnTo>
                    <a:close/>
                  </a:path>
                </a:pathLst>
              </a:custGeom>
              <a:solidFill>
                <a:srgbClr val="1A0F5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5" name="object 12">
                <a:extLst>
                  <a:ext uri="{FF2B5EF4-FFF2-40B4-BE49-F238E27FC236}">
                    <a16:creationId xmlns:a16="http://schemas.microsoft.com/office/drawing/2014/main" id="{E0943846-5820-FB6C-9E9E-7981A949FD6C}"/>
                  </a:ext>
                </a:extLst>
              </p:cNvPr>
              <p:cNvSpPr/>
              <p:nvPr/>
            </p:nvSpPr>
            <p:spPr>
              <a:xfrm>
                <a:off x="1585475" y="5701396"/>
                <a:ext cx="83820" cy="83820"/>
              </a:xfrm>
              <a:custGeom>
                <a:avLst/>
                <a:gdLst/>
                <a:ahLst/>
                <a:cxnLst/>
                <a:rect l="l" t="t" r="r" b="b"/>
                <a:pathLst>
                  <a:path w="83819" h="83820">
                    <a:moveTo>
                      <a:pt x="41883" y="0"/>
                    </a:moveTo>
                    <a:lnTo>
                      <a:pt x="25581" y="3291"/>
                    </a:lnTo>
                    <a:lnTo>
                      <a:pt x="12267" y="12267"/>
                    </a:lnTo>
                    <a:lnTo>
                      <a:pt x="3291" y="25581"/>
                    </a:lnTo>
                    <a:lnTo>
                      <a:pt x="0" y="41883"/>
                    </a:lnTo>
                    <a:lnTo>
                      <a:pt x="3291" y="58185"/>
                    </a:lnTo>
                    <a:lnTo>
                      <a:pt x="12267" y="71499"/>
                    </a:lnTo>
                    <a:lnTo>
                      <a:pt x="25581" y="80475"/>
                    </a:lnTo>
                    <a:lnTo>
                      <a:pt x="41883" y="83767"/>
                    </a:lnTo>
                    <a:lnTo>
                      <a:pt x="58185" y="80475"/>
                    </a:lnTo>
                    <a:lnTo>
                      <a:pt x="71499" y="71499"/>
                    </a:lnTo>
                    <a:lnTo>
                      <a:pt x="80475" y="58185"/>
                    </a:lnTo>
                    <a:lnTo>
                      <a:pt x="83767" y="41883"/>
                    </a:lnTo>
                    <a:lnTo>
                      <a:pt x="80475" y="25581"/>
                    </a:lnTo>
                    <a:lnTo>
                      <a:pt x="71499" y="12267"/>
                    </a:lnTo>
                    <a:lnTo>
                      <a:pt x="58185" y="3291"/>
                    </a:lnTo>
                    <a:lnTo>
                      <a:pt x="41883" y="0"/>
                    </a:lnTo>
                    <a:close/>
                  </a:path>
                </a:pathLst>
              </a:custGeom>
              <a:solidFill>
                <a:srgbClr val="1A0F5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22" name="object 13">
              <a:extLst>
                <a:ext uri="{FF2B5EF4-FFF2-40B4-BE49-F238E27FC236}">
                  <a16:creationId xmlns:a16="http://schemas.microsoft.com/office/drawing/2014/main" id="{7E5B0826-F496-42D4-2ABF-A97CDA263D6D}"/>
                </a:ext>
              </a:extLst>
            </p:cNvPr>
            <p:cNvGrpSpPr/>
            <p:nvPr/>
          </p:nvGrpSpPr>
          <p:grpSpPr>
            <a:xfrm>
              <a:off x="3323146" y="1872371"/>
              <a:ext cx="227038" cy="3206049"/>
              <a:chOff x="5926521" y="3517515"/>
              <a:chExt cx="335280" cy="4734560"/>
            </a:xfrm>
          </p:grpSpPr>
          <p:sp>
            <p:nvSpPr>
              <p:cNvPr id="55" name="object 14">
                <a:extLst>
                  <a:ext uri="{FF2B5EF4-FFF2-40B4-BE49-F238E27FC236}">
                    <a16:creationId xmlns:a16="http://schemas.microsoft.com/office/drawing/2014/main" id="{89E6EA38-6A81-1582-D5A7-B6C407B97A45}"/>
                  </a:ext>
                </a:extLst>
              </p:cNvPr>
              <p:cNvSpPr/>
              <p:nvPr/>
            </p:nvSpPr>
            <p:spPr>
              <a:xfrm>
                <a:off x="5936992" y="3873609"/>
                <a:ext cx="0" cy="4378325"/>
              </a:xfrm>
              <a:custGeom>
                <a:avLst/>
                <a:gdLst/>
                <a:ahLst/>
                <a:cxnLst/>
                <a:rect l="l" t="t" r="r" b="b"/>
                <a:pathLst>
                  <a:path h="4378325">
                    <a:moveTo>
                      <a:pt x="0" y="4377981"/>
                    </a:moveTo>
                    <a:lnTo>
                      <a:pt x="0" y="0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6" name="object 15">
                <a:extLst>
                  <a:ext uri="{FF2B5EF4-FFF2-40B4-BE49-F238E27FC236}">
                    <a16:creationId xmlns:a16="http://schemas.microsoft.com/office/drawing/2014/main" id="{CD50E4F5-5DF4-942D-898B-6E08EE983B75}"/>
                  </a:ext>
                </a:extLst>
              </p:cNvPr>
              <p:cNvSpPr/>
              <p:nvPr/>
            </p:nvSpPr>
            <p:spPr>
              <a:xfrm>
                <a:off x="5942968" y="3529483"/>
                <a:ext cx="277495" cy="2514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251460">
                    <a:moveTo>
                      <a:pt x="0" y="251332"/>
                    </a:moveTo>
                    <a:lnTo>
                      <a:pt x="13863" y="202521"/>
                    </a:lnTo>
                    <a:lnTo>
                      <a:pt x="35059" y="157290"/>
                    </a:lnTo>
                    <a:lnTo>
                      <a:pt x="62894" y="116335"/>
                    </a:lnTo>
                    <a:lnTo>
                      <a:pt x="96673" y="80349"/>
                    </a:lnTo>
                    <a:lnTo>
                      <a:pt x="135703" y="50028"/>
                    </a:lnTo>
                    <a:lnTo>
                      <a:pt x="179289" y="26067"/>
                    </a:lnTo>
                    <a:lnTo>
                      <a:pt x="226737" y="9159"/>
                    </a:lnTo>
                    <a:lnTo>
                      <a:pt x="277352" y="0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7" name="object 16">
                <a:extLst>
                  <a:ext uri="{FF2B5EF4-FFF2-40B4-BE49-F238E27FC236}">
                    <a16:creationId xmlns:a16="http://schemas.microsoft.com/office/drawing/2014/main" id="{A559A6FC-BE2B-F5C4-050A-EFAABB4C054F}"/>
                  </a:ext>
                </a:extLst>
              </p:cNvPr>
              <p:cNvSpPr/>
              <p:nvPr/>
            </p:nvSpPr>
            <p:spPr>
              <a:xfrm>
                <a:off x="5926518" y="3517524"/>
                <a:ext cx="335280" cy="335280"/>
              </a:xfrm>
              <a:custGeom>
                <a:avLst/>
                <a:gdLst/>
                <a:ahLst/>
                <a:cxnLst/>
                <a:rect l="l" t="t" r="r" b="b"/>
                <a:pathLst>
                  <a:path w="335279" h="335279">
                    <a:moveTo>
                      <a:pt x="20942" y="324599"/>
                    </a:moveTo>
                    <a:lnTo>
                      <a:pt x="17881" y="317195"/>
                    </a:lnTo>
                    <a:lnTo>
                      <a:pt x="10477" y="314121"/>
                    </a:lnTo>
                    <a:lnTo>
                      <a:pt x="3073" y="317195"/>
                    </a:lnTo>
                    <a:lnTo>
                      <a:pt x="0" y="324599"/>
                    </a:lnTo>
                    <a:lnTo>
                      <a:pt x="3073" y="332003"/>
                    </a:lnTo>
                    <a:lnTo>
                      <a:pt x="10477" y="335064"/>
                    </a:lnTo>
                    <a:lnTo>
                      <a:pt x="17881" y="332003"/>
                    </a:lnTo>
                    <a:lnTo>
                      <a:pt x="20942" y="324599"/>
                    </a:lnTo>
                    <a:close/>
                  </a:path>
                  <a:path w="335279" h="335279">
                    <a:moveTo>
                      <a:pt x="335064" y="10464"/>
                    </a:moveTo>
                    <a:lnTo>
                      <a:pt x="332003" y="3060"/>
                    </a:lnTo>
                    <a:lnTo>
                      <a:pt x="324599" y="0"/>
                    </a:lnTo>
                    <a:lnTo>
                      <a:pt x="317195" y="3060"/>
                    </a:lnTo>
                    <a:lnTo>
                      <a:pt x="314134" y="10464"/>
                    </a:lnTo>
                    <a:lnTo>
                      <a:pt x="317195" y="17868"/>
                    </a:lnTo>
                    <a:lnTo>
                      <a:pt x="324599" y="20942"/>
                    </a:lnTo>
                    <a:lnTo>
                      <a:pt x="332003" y="17868"/>
                    </a:lnTo>
                    <a:lnTo>
                      <a:pt x="335064" y="10464"/>
                    </a:lnTo>
                    <a:close/>
                  </a:path>
                </a:pathLst>
              </a:custGeom>
              <a:solidFill>
                <a:srgbClr val="1A0F5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23" name="object 17">
              <a:extLst>
                <a:ext uri="{FF2B5EF4-FFF2-40B4-BE49-F238E27FC236}">
                  <a16:creationId xmlns:a16="http://schemas.microsoft.com/office/drawing/2014/main" id="{B28073F3-6020-CCD2-BECA-EBD2532009DF}"/>
                </a:ext>
              </a:extLst>
            </p:cNvPr>
            <p:cNvGrpSpPr/>
            <p:nvPr/>
          </p:nvGrpSpPr>
          <p:grpSpPr>
            <a:xfrm>
              <a:off x="3585493" y="1872371"/>
              <a:ext cx="2559765" cy="227038"/>
              <a:chOff x="6313944" y="3517515"/>
              <a:chExt cx="3780154" cy="335280"/>
            </a:xfrm>
          </p:grpSpPr>
          <p:sp>
            <p:nvSpPr>
              <p:cNvPr id="52" name="object 18">
                <a:extLst>
                  <a:ext uri="{FF2B5EF4-FFF2-40B4-BE49-F238E27FC236}">
                    <a16:creationId xmlns:a16="http://schemas.microsoft.com/office/drawing/2014/main" id="{4C38A7E6-1066-98D2-C580-D735479826F2}"/>
                  </a:ext>
                </a:extLst>
              </p:cNvPr>
              <p:cNvSpPr/>
              <p:nvPr/>
            </p:nvSpPr>
            <p:spPr>
              <a:xfrm>
                <a:off x="6313944" y="3527986"/>
                <a:ext cx="3424554" cy="0"/>
              </a:xfrm>
              <a:custGeom>
                <a:avLst/>
                <a:gdLst/>
                <a:ahLst/>
                <a:cxnLst/>
                <a:rect l="l" t="t" r="r" b="b"/>
                <a:pathLst>
                  <a:path w="3424554">
                    <a:moveTo>
                      <a:pt x="0" y="0"/>
                    </a:moveTo>
                    <a:lnTo>
                      <a:pt x="3423979" y="0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3" name="object 19">
                <a:extLst>
                  <a:ext uri="{FF2B5EF4-FFF2-40B4-BE49-F238E27FC236}">
                    <a16:creationId xmlns:a16="http://schemas.microsoft.com/office/drawing/2014/main" id="{3BE53713-1ABF-45F7-2F82-56A2797C6E61}"/>
                  </a:ext>
                </a:extLst>
              </p:cNvPr>
              <p:cNvSpPr/>
              <p:nvPr/>
            </p:nvSpPr>
            <p:spPr>
              <a:xfrm>
                <a:off x="9830637" y="3533965"/>
                <a:ext cx="251460" cy="277495"/>
              </a:xfrm>
              <a:custGeom>
                <a:avLst/>
                <a:gdLst/>
                <a:ahLst/>
                <a:cxnLst/>
                <a:rect l="l" t="t" r="r" b="b"/>
                <a:pathLst>
                  <a:path w="251459" h="277495">
                    <a:moveTo>
                      <a:pt x="0" y="0"/>
                    </a:moveTo>
                    <a:lnTo>
                      <a:pt x="48810" y="13860"/>
                    </a:lnTo>
                    <a:lnTo>
                      <a:pt x="94040" y="35055"/>
                    </a:lnTo>
                    <a:lnTo>
                      <a:pt x="134994" y="62889"/>
                    </a:lnTo>
                    <a:lnTo>
                      <a:pt x="170979" y="96669"/>
                    </a:lnTo>
                    <a:lnTo>
                      <a:pt x="201299" y="135700"/>
                    </a:lnTo>
                    <a:lnTo>
                      <a:pt x="225261" y="179287"/>
                    </a:lnTo>
                    <a:lnTo>
                      <a:pt x="242170" y="226736"/>
                    </a:lnTo>
                    <a:lnTo>
                      <a:pt x="251332" y="277352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4" name="object 20">
                <a:extLst>
                  <a:ext uri="{FF2B5EF4-FFF2-40B4-BE49-F238E27FC236}">
                    <a16:creationId xmlns:a16="http://schemas.microsoft.com/office/drawing/2014/main" id="{D73F6B89-9C24-E685-B8F7-5143CDEADC63}"/>
                  </a:ext>
                </a:extLst>
              </p:cNvPr>
              <p:cNvSpPr/>
              <p:nvPr/>
            </p:nvSpPr>
            <p:spPr>
              <a:xfrm>
                <a:off x="9758870" y="3517524"/>
                <a:ext cx="335280" cy="335280"/>
              </a:xfrm>
              <a:custGeom>
                <a:avLst/>
                <a:gdLst/>
                <a:ahLst/>
                <a:cxnLst/>
                <a:rect l="l" t="t" r="r" b="b"/>
                <a:pathLst>
                  <a:path w="335279" h="335279">
                    <a:moveTo>
                      <a:pt x="20929" y="10464"/>
                    </a:moveTo>
                    <a:lnTo>
                      <a:pt x="17868" y="3060"/>
                    </a:lnTo>
                    <a:lnTo>
                      <a:pt x="10464" y="0"/>
                    </a:lnTo>
                    <a:lnTo>
                      <a:pt x="3060" y="3060"/>
                    </a:lnTo>
                    <a:lnTo>
                      <a:pt x="0" y="10464"/>
                    </a:lnTo>
                    <a:lnTo>
                      <a:pt x="3060" y="17868"/>
                    </a:lnTo>
                    <a:lnTo>
                      <a:pt x="10464" y="20942"/>
                    </a:lnTo>
                    <a:lnTo>
                      <a:pt x="17868" y="17868"/>
                    </a:lnTo>
                    <a:lnTo>
                      <a:pt x="20929" y="10464"/>
                    </a:lnTo>
                    <a:close/>
                  </a:path>
                  <a:path w="335279" h="335279">
                    <a:moveTo>
                      <a:pt x="335064" y="324599"/>
                    </a:moveTo>
                    <a:lnTo>
                      <a:pt x="331990" y="317195"/>
                    </a:lnTo>
                    <a:lnTo>
                      <a:pt x="324586" y="314121"/>
                    </a:lnTo>
                    <a:lnTo>
                      <a:pt x="317182" y="317195"/>
                    </a:lnTo>
                    <a:lnTo>
                      <a:pt x="314121" y="324599"/>
                    </a:lnTo>
                    <a:lnTo>
                      <a:pt x="317182" y="332003"/>
                    </a:lnTo>
                    <a:lnTo>
                      <a:pt x="324586" y="335064"/>
                    </a:lnTo>
                    <a:lnTo>
                      <a:pt x="331990" y="332003"/>
                    </a:lnTo>
                    <a:lnTo>
                      <a:pt x="335064" y="324599"/>
                    </a:lnTo>
                    <a:close/>
                  </a:path>
                </a:pathLst>
              </a:custGeom>
              <a:solidFill>
                <a:srgbClr val="1A0F5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24" name="object 21">
              <a:extLst>
                <a:ext uri="{FF2B5EF4-FFF2-40B4-BE49-F238E27FC236}">
                  <a16:creationId xmlns:a16="http://schemas.microsoft.com/office/drawing/2014/main" id="{D912B15F-8799-7B6C-5F34-E6263B7F1C69}"/>
                </a:ext>
              </a:extLst>
            </p:cNvPr>
            <p:cNvGrpSpPr/>
            <p:nvPr/>
          </p:nvGrpSpPr>
          <p:grpSpPr>
            <a:xfrm>
              <a:off x="6130966" y="2134832"/>
              <a:ext cx="227038" cy="3206049"/>
              <a:chOff x="10072992" y="3905106"/>
              <a:chExt cx="335280" cy="4734560"/>
            </a:xfrm>
          </p:grpSpPr>
          <p:sp>
            <p:nvSpPr>
              <p:cNvPr id="49" name="object 22">
                <a:extLst>
                  <a:ext uri="{FF2B5EF4-FFF2-40B4-BE49-F238E27FC236}">
                    <a16:creationId xmlns:a16="http://schemas.microsoft.com/office/drawing/2014/main" id="{AFF3A81E-518C-7E77-7EB0-B276417480FA}"/>
                  </a:ext>
                </a:extLst>
              </p:cNvPr>
              <p:cNvSpPr/>
              <p:nvPr/>
            </p:nvSpPr>
            <p:spPr>
              <a:xfrm>
                <a:off x="10083463" y="3905106"/>
                <a:ext cx="0" cy="4378325"/>
              </a:xfrm>
              <a:custGeom>
                <a:avLst/>
                <a:gdLst/>
                <a:ahLst/>
                <a:cxnLst/>
                <a:rect l="l" t="t" r="r" b="b"/>
                <a:pathLst>
                  <a:path h="4378325">
                    <a:moveTo>
                      <a:pt x="0" y="0"/>
                    </a:moveTo>
                    <a:lnTo>
                      <a:pt x="0" y="4377981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0" name="object 23">
                <a:extLst>
                  <a:ext uri="{FF2B5EF4-FFF2-40B4-BE49-F238E27FC236}">
                    <a16:creationId xmlns:a16="http://schemas.microsoft.com/office/drawing/2014/main" id="{5F5B3569-3F4E-477A-6BE3-C16E0D116B18}"/>
                  </a:ext>
                </a:extLst>
              </p:cNvPr>
              <p:cNvSpPr/>
              <p:nvPr/>
            </p:nvSpPr>
            <p:spPr>
              <a:xfrm>
                <a:off x="10089439" y="8375882"/>
                <a:ext cx="277495" cy="2514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251459">
                    <a:moveTo>
                      <a:pt x="0" y="0"/>
                    </a:moveTo>
                    <a:lnTo>
                      <a:pt x="13863" y="48811"/>
                    </a:lnTo>
                    <a:lnTo>
                      <a:pt x="35059" y="94042"/>
                    </a:lnTo>
                    <a:lnTo>
                      <a:pt x="62894" y="134998"/>
                    </a:lnTo>
                    <a:lnTo>
                      <a:pt x="96673" y="170984"/>
                    </a:lnTo>
                    <a:lnTo>
                      <a:pt x="135703" y="201306"/>
                    </a:lnTo>
                    <a:lnTo>
                      <a:pt x="179289" y="225269"/>
                    </a:lnTo>
                    <a:lnTo>
                      <a:pt x="226737" y="242180"/>
                    </a:lnTo>
                    <a:lnTo>
                      <a:pt x="277352" y="251343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1" name="object 24">
                <a:extLst>
                  <a:ext uri="{FF2B5EF4-FFF2-40B4-BE49-F238E27FC236}">
                    <a16:creationId xmlns:a16="http://schemas.microsoft.com/office/drawing/2014/main" id="{C5468CE2-1CE4-A6A3-B35D-A9CFBFB1BA49}"/>
                  </a:ext>
                </a:extLst>
              </p:cNvPr>
              <p:cNvSpPr/>
              <p:nvPr/>
            </p:nvSpPr>
            <p:spPr>
              <a:xfrm>
                <a:off x="10072993" y="8304117"/>
                <a:ext cx="335280" cy="335280"/>
              </a:xfrm>
              <a:custGeom>
                <a:avLst/>
                <a:gdLst/>
                <a:ahLst/>
                <a:cxnLst/>
                <a:rect l="l" t="t" r="r" b="b"/>
                <a:pathLst>
                  <a:path w="335279" h="335279">
                    <a:moveTo>
                      <a:pt x="20942" y="10477"/>
                    </a:moveTo>
                    <a:lnTo>
                      <a:pt x="17868" y="3073"/>
                    </a:lnTo>
                    <a:lnTo>
                      <a:pt x="10464" y="0"/>
                    </a:lnTo>
                    <a:lnTo>
                      <a:pt x="3060" y="3073"/>
                    </a:lnTo>
                    <a:lnTo>
                      <a:pt x="0" y="10477"/>
                    </a:lnTo>
                    <a:lnTo>
                      <a:pt x="3060" y="17881"/>
                    </a:lnTo>
                    <a:lnTo>
                      <a:pt x="10464" y="20942"/>
                    </a:lnTo>
                    <a:lnTo>
                      <a:pt x="17868" y="17881"/>
                    </a:lnTo>
                    <a:lnTo>
                      <a:pt x="20942" y="10477"/>
                    </a:lnTo>
                    <a:close/>
                  </a:path>
                  <a:path w="335279" h="335279">
                    <a:moveTo>
                      <a:pt x="335064" y="324599"/>
                    </a:moveTo>
                    <a:lnTo>
                      <a:pt x="332003" y="317195"/>
                    </a:lnTo>
                    <a:lnTo>
                      <a:pt x="324599" y="314134"/>
                    </a:lnTo>
                    <a:lnTo>
                      <a:pt x="317195" y="317195"/>
                    </a:lnTo>
                    <a:lnTo>
                      <a:pt x="314121" y="324599"/>
                    </a:lnTo>
                    <a:lnTo>
                      <a:pt x="317195" y="332003"/>
                    </a:lnTo>
                    <a:lnTo>
                      <a:pt x="324599" y="335076"/>
                    </a:lnTo>
                    <a:lnTo>
                      <a:pt x="332003" y="332003"/>
                    </a:lnTo>
                    <a:lnTo>
                      <a:pt x="335064" y="324599"/>
                    </a:lnTo>
                    <a:close/>
                  </a:path>
                </a:pathLst>
              </a:custGeom>
              <a:solidFill>
                <a:srgbClr val="1A0F5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25" name="object 25">
              <a:extLst>
                <a:ext uri="{FF2B5EF4-FFF2-40B4-BE49-F238E27FC236}">
                  <a16:creationId xmlns:a16="http://schemas.microsoft.com/office/drawing/2014/main" id="{EF0EC330-A54E-0A08-05C3-18798EA6B50D}"/>
                </a:ext>
              </a:extLst>
            </p:cNvPr>
            <p:cNvGrpSpPr/>
            <p:nvPr/>
          </p:nvGrpSpPr>
          <p:grpSpPr>
            <a:xfrm>
              <a:off x="6393312" y="5113658"/>
              <a:ext cx="2559765" cy="227038"/>
              <a:chOff x="10460414" y="8304114"/>
              <a:chExt cx="3780154" cy="335280"/>
            </a:xfrm>
          </p:grpSpPr>
          <p:sp>
            <p:nvSpPr>
              <p:cNvPr id="46" name="object 26">
                <a:extLst>
                  <a:ext uri="{FF2B5EF4-FFF2-40B4-BE49-F238E27FC236}">
                    <a16:creationId xmlns:a16="http://schemas.microsoft.com/office/drawing/2014/main" id="{50C051EC-07DA-E1CC-F6A5-24FCD3457D01}"/>
                  </a:ext>
                </a:extLst>
              </p:cNvPr>
              <p:cNvSpPr/>
              <p:nvPr/>
            </p:nvSpPr>
            <p:spPr>
              <a:xfrm>
                <a:off x="10460414" y="8628710"/>
                <a:ext cx="3424554" cy="0"/>
              </a:xfrm>
              <a:custGeom>
                <a:avLst/>
                <a:gdLst/>
                <a:ahLst/>
                <a:cxnLst/>
                <a:rect l="l" t="t" r="r" b="b"/>
                <a:pathLst>
                  <a:path w="3424555">
                    <a:moveTo>
                      <a:pt x="0" y="0"/>
                    </a:moveTo>
                    <a:lnTo>
                      <a:pt x="3423979" y="0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7" name="object 27">
                <a:extLst>
                  <a:ext uri="{FF2B5EF4-FFF2-40B4-BE49-F238E27FC236}">
                    <a16:creationId xmlns:a16="http://schemas.microsoft.com/office/drawing/2014/main" id="{0B53266E-05BF-7F85-FEEE-B771F63DCE06}"/>
                  </a:ext>
                </a:extLst>
              </p:cNvPr>
              <p:cNvSpPr/>
              <p:nvPr/>
            </p:nvSpPr>
            <p:spPr>
              <a:xfrm>
                <a:off x="13977108" y="8345379"/>
                <a:ext cx="251460" cy="277495"/>
              </a:xfrm>
              <a:custGeom>
                <a:avLst/>
                <a:gdLst/>
                <a:ahLst/>
                <a:cxnLst/>
                <a:rect l="l" t="t" r="r" b="b"/>
                <a:pathLst>
                  <a:path w="251459" h="277495">
                    <a:moveTo>
                      <a:pt x="0" y="277352"/>
                    </a:moveTo>
                    <a:lnTo>
                      <a:pt x="48810" y="263492"/>
                    </a:lnTo>
                    <a:lnTo>
                      <a:pt x="94040" y="242297"/>
                    </a:lnTo>
                    <a:lnTo>
                      <a:pt x="134994" y="214462"/>
                    </a:lnTo>
                    <a:lnTo>
                      <a:pt x="170979" y="180682"/>
                    </a:lnTo>
                    <a:lnTo>
                      <a:pt x="201299" y="141652"/>
                    </a:lnTo>
                    <a:lnTo>
                      <a:pt x="225261" y="98065"/>
                    </a:lnTo>
                    <a:lnTo>
                      <a:pt x="242170" y="50616"/>
                    </a:lnTo>
                    <a:lnTo>
                      <a:pt x="251332" y="0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8" name="object 28">
                <a:extLst>
                  <a:ext uri="{FF2B5EF4-FFF2-40B4-BE49-F238E27FC236}">
                    <a16:creationId xmlns:a16="http://schemas.microsoft.com/office/drawing/2014/main" id="{7CFA776A-F2E4-123F-8245-2A8CB70570F4}"/>
                  </a:ext>
                </a:extLst>
              </p:cNvPr>
              <p:cNvSpPr/>
              <p:nvPr/>
            </p:nvSpPr>
            <p:spPr>
              <a:xfrm>
                <a:off x="13905331" y="8304117"/>
                <a:ext cx="335280" cy="335280"/>
              </a:xfrm>
              <a:custGeom>
                <a:avLst/>
                <a:gdLst/>
                <a:ahLst/>
                <a:cxnLst/>
                <a:rect l="l" t="t" r="r" b="b"/>
                <a:pathLst>
                  <a:path w="335280" h="335279">
                    <a:moveTo>
                      <a:pt x="20942" y="324599"/>
                    </a:moveTo>
                    <a:lnTo>
                      <a:pt x="17881" y="317195"/>
                    </a:lnTo>
                    <a:lnTo>
                      <a:pt x="10477" y="314134"/>
                    </a:lnTo>
                    <a:lnTo>
                      <a:pt x="3073" y="317195"/>
                    </a:lnTo>
                    <a:lnTo>
                      <a:pt x="0" y="324599"/>
                    </a:lnTo>
                    <a:lnTo>
                      <a:pt x="3073" y="332003"/>
                    </a:lnTo>
                    <a:lnTo>
                      <a:pt x="10477" y="335076"/>
                    </a:lnTo>
                    <a:lnTo>
                      <a:pt x="17881" y="332003"/>
                    </a:lnTo>
                    <a:lnTo>
                      <a:pt x="20942" y="324599"/>
                    </a:lnTo>
                    <a:close/>
                  </a:path>
                  <a:path w="335280" h="335279">
                    <a:moveTo>
                      <a:pt x="335076" y="10477"/>
                    </a:moveTo>
                    <a:lnTo>
                      <a:pt x="332003" y="3073"/>
                    </a:lnTo>
                    <a:lnTo>
                      <a:pt x="324599" y="0"/>
                    </a:lnTo>
                    <a:lnTo>
                      <a:pt x="317195" y="3073"/>
                    </a:lnTo>
                    <a:lnTo>
                      <a:pt x="314134" y="10477"/>
                    </a:lnTo>
                    <a:lnTo>
                      <a:pt x="317195" y="17881"/>
                    </a:lnTo>
                    <a:lnTo>
                      <a:pt x="324599" y="20942"/>
                    </a:lnTo>
                    <a:lnTo>
                      <a:pt x="332003" y="17881"/>
                    </a:lnTo>
                    <a:lnTo>
                      <a:pt x="335076" y="10477"/>
                    </a:lnTo>
                    <a:close/>
                  </a:path>
                </a:pathLst>
              </a:custGeom>
              <a:solidFill>
                <a:srgbClr val="1A0F5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26" name="object 29">
              <a:extLst>
                <a:ext uri="{FF2B5EF4-FFF2-40B4-BE49-F238E27FC236}">
                  <a16:creationId xmlns:a16="http://schemas.microsoft.com/office/drawing/2014/main" id="{8FA7A9C2-7F49-B7E0-8589-A8C8E932789E}"/>
                </a:ext>
              </a:extLst>
            </p:cNvPr>
            <p:cNvGrpSpPr/>
            <p:nvPr/>
          </p:nvGrpSpPr>
          <p:grpSpPr>
            <a:xfrm>
              <a:off x="8938785" y="1872371"/>
              <a:ext cx="227038" cy="3206049"/>
              <a:chOff x="14219462" y="3517515"/>
              <a:chExt cx="335280" cy="4734560"/>
            </a:xfrm>
          </p:grpSpPr>
          <p:sp>
            <p:nvSpPr>
              <p:cNvPr id="43" name="object 30">
                <a:extLst>
                  <a:ext uri="{FF2B5EF4-FFF2-40B4-BE49-F238E27FC236}">
                    <a16:creationId xmlns:a16="http://schemas.microsoft.com/office/drawing/2014/main" id="{9FE12F61-0FB4-94ED-80BC-31C82915D246}"/>
                  </a:ext>
                </a:extLst>
              </p:cNvPr>
              <p:cNvSpPr/>
              <p:nvPr/>
            </p:nvSpPr>
            <p:spPr>
              <a:xfrm>
                <a:off x="14229933" y="3873609"/>
                <a:ext cx="0" cy="4378325"/>
              </a:xfrm>
              <a:custGeom>
                <a:avLst/>
                <a:gdLst/>
                <a:ahLst/>
                <a:cxnLst/>
                <a:rect l="l" t="t" r="r" b="b"/>
                <a:pathLst>
                  <a:path h="4378325">
                    <a:moveTo>
                      <a:pt x="0" y="4377981"/>
                    </a:moveTo>
                    <a:lnTo>
                      <a:pt x="0" y="0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4" name="object 31">
                <a:extLst>
                  <a:ext uri="{FF2B5EF4-FFF2-40B4-BE49-F238E27FC236}">
                    <a16:creationId xmlns:a16="http://schemas.microsoft.com/office/drawing/2014/main" id="{7AE019EF-E4A6-0AED-4E99-8DF49446C91A}"/>
                  </a:ext>
                </a:extLst>
              </p:cNvPr>
              <p:cNvSpPr/>
              <p:nvPr/>
            </p:nvSpPr>
            <p:spPr>
              <a:xfrm>
                <a:off x="14235909" y="3529483"/>
                <a:ext cx="277495" cy="251460"/>
              </a:xfrm>
              <a:custGeom>
                <a:avLst/>
                <a:gdLst/>
                <a:ahLst/>
                <a:cxnLst/>
                <a:rect l="l" t="t" r="r" b="b"/>
                <a:pathLst>
                  <a:path w="277494" h="251460">
                    <a:moveTo>
                      <a:pt x="0" y="251332"/>
                    </a:moveTo>
                    <a:lnTo>
                      <a:pt x="13863" y="202521"/>
                    </a:lnTo>
                    <a:lnTo>
                      <a:pt x="35059" y="157290"/>
                    </a:lnTo>
                    <a:lnTo>
                      <a:pt x="62894" y="116335"/>
                    </a:lnTo>
                    <a:lnTo>
                      <a:pt x="96673" y="80349"/>
                    </a:lnTo>
                    <a:lnTo>
                      <a:pt x="135703" y="50028"/>
                    </a:lnTo>
                    <a:lnTo>
                      <a:pt x="179289" y="26067"/>
                    </a:lnTo>
                    <a:lnTo>
                      <a:pt x="226737" y="9159"/>
                    </a:lnTo>
                    <a:lnTo>
                      <a:pt x="277352" y="0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5" name="object 32">
                <a:extLst>
                  <a:ext uri="{FF2B5EF4-FFF2-40B4-BE49-F238E27FC236}">
                    <a16:creationId xmlns:a16="http://schemas.microsoft.com/office/drawing/2014/main" id="{427E641D-8805-E277-9625-A8B0CD58682F}"/>
                  </a:ext>
                </a:extLst>
              </p:cNvPr>
              <p:cNvSpPr/>
              <p:nvPr/>
            </p:nvSpPr>
            <p:spPr>
              <a:xfrm>
                <a:off x="14219466" y="3517524"/>
                <a:ext cx="335280" cy="335280"/>
              </a:xfrm>
              <a:custGeom>
                <a:avLst/>
                <a:gdLst/>
                <a:ahLst/>
                <a:cxnLst/>
                <a:rect l="l" t="t" r="r" b="b"/>
                <a:pathLst>
                  <a:path w="335280" h="335279">
                    <a:moveTo>
                      <a:pt x="20942" y="324599"/>
                    </a:moveTo>
                    <a:lnTo>
                      <a:pt x="17868" y="317195"/>
                    </a:lnTo>
                    <a:lnTo>
                      <a:pt x="10464" y="314121"/>
                    </a:lnTo>
                    <a:lnTo>
                      <a:pt x="3060" y="317195"/>
                    </a:lnTo>
                    <a:lnTo>
                      <a:pt x="0" y="324599"/>
                    </a:lnTo>
                    <a:lnTo>
                      <a:pt x="3060" y="332003"/>
                    </a:lnTo>
                    <a:lnTo>
                      <a:pt x="10464" y="335064"/>
                    </a:lnTo>
                    <a:lnTo>
                      <a:pt x="17868" y="332003"/>
                    </a:lnTo>
                    <a:lnTo>
                      <a:pt x="20942" y="324599"/>
                    </a:lnTo>
                    <a:close/>
                  </a:path>
                  <a:path w="335280" h="335279">
                    <a:moveTo>
                      <a:pt x="335064" y="10464"/>
                    </a:moveTo>
                    <a:lnTo>
                      <a:pt x="331990" y="3060"/>
                    </a:lnTo>
                    <a:lnTo>
                      <a:pt x="324586" y="0"/>
                    </a:lnTo>
                    <a:lnTo>
                      <a:pt x="317195" y="3060"/>
                    </a:lnTo>
                    <a:lnTo>
                      <a:pt x="314121" y="10464"/>
                    </a:lnTo>
                    <a:lnTo>
                      <a:pt x="317195" y="17868"/>
                    </a:lnTo>
                    <a:lnTo>
                      <a:pt x="324586" y="20942"/>
                    </a:lnTo>
                    <a:lnTo>
                      <a:pt x="331990" y="17868"/>
                    </a:lnTo>
                    <a:lnTo>
                      <a:pt x="335064" y="10464"/>
                    </a:lnTo>
                    <a:close/>
                  </a:path>
                </a:pathLst>
              </a:custGeom>
              <a:solidFill>
                <a:srgbClr val="1A0F5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27" name="object 33">
              <a:extLst>
                <a:ext uri="{FF2B5EF4-FFF2-40B4-BE49-F238E27FC236}">
                  <a16:creationId xmlns:a16="http://schemas.microsoft.com/office/drawing/2014/main" id="{897E395E-A42B-F93A-89D3-E4E38620C2DA}"/>
                </a:ext>
              </a:extLst>
            </p:cNvPr>
            <p:cNvGrpSpPr/>
            <p:nvPr/>
          </p:nvGrpSpPr>
          <p:grpSpPr>
            <a:xfrm>
              <a:off x="9201506" y="1872371"/>
              <a:ext cx="2623405" cy="227038"/>
              <a:chOff x="14607437" y="3517515"/>
              <a:chExt cx="3874135" cy="335280"/>
            </a:xfrm>
          </p:grpSpPr>
          <p:sp>
            <p:nvSpPr>
              <p:cNvPr id="40" name="object 34">
                <a:extLst>
                  <a:ext uri="{FF2B5EF4-FFF2-40B4-BE49-F238E27FC236}">
                    <a16:creationId xmlns:a16="http://schemas.microsoft.com/office/drawing/2014/main" id="{A72F11A5-F3CB-EBCF-33D6-C86B7A8F2542}"/>
                  </a:ext>
                </a:extLst>
              </p:cNvPr>
              <p:cNvSpPr/>
              <p:nvPr/>
            </p:nvSpPr>
            <p:spPr>
              <a:xfrm>
                <a:off x="14607437" y="3527986"/>
                <a:ext cx="35179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3517900">
                    <a:moveTo>
                      <a:pt x="0" y="0"/>
                    </a:moveTo>
                    <a:lnTo>
                      <a:pt x="3517390" y="0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1" name="object 35">
                <a:extLst>
                  <a:ext uri="{FF2B5EF4-FFF2-40B4-BE49-F238E27FC236}">
                    <a16:creationId xmlns:a16="http://schemas.microsoft.com/office/drawing/2014/main" id="{E9FBEA00-C184-8D4E-59C3-200048294678}"/>
                  </a:ext>
                </a:extLst>
              </p:cNvPr>
              <p:cNvSpPr/>
              <p:nvPr/>
            </p:nvSpPr>
            <p:spPr>
              <a:xfrm>
                <a:off x="18217817" y="3533965"/>
                <a:ext cx="251460" cy="277495"/>
              </a:xfrm>
              <a:custGeom>
                <a:avLst/>
                <a:gdLst/>
                <a:ahLst/>
                <a:cxnLst/>
                <a:rect l="l" t="t" r="r" b="b"/>
                <a:pathLst>
                  <a:path w="251459" h="277495">
                    <a:moveTo>
                      <a:pt x="0" y="0"/>
                    </a:moveTo>
                    <a:lnTo>
                      <a:pt x="48810" y="13860"/>
                    </a:lnTo>
                    <a:lnTo>
                      <a:pt x="94040" y="35055"/>
                    </a:lnTo>
                    <a:lnTo>
                      <a:pt x="134994" y="62889"/>
                    </a:lnTo>
                    <a:lnTo>
                      <a:pt x="170979" y="96669"/>
                    </a:lnTo>
                    <a:lnTo>
                      <a:pt x="201299" y="135700"/>
                    </a:lnTo>
                    <a:lnTo>
                      <a:pt x="225261" y="179287"/>
                    </a:lnTo>
                    <a:lnTo>
                      <a:pt x="242170" y="226736"/>
                    </a:lnTo>
                    <a:lnTo>
                      <a:pt x="251332" y="277352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2" name="object 36">
                <a:extLst>
                  <a:ext uri="{FF2B5EF4-FFF2-40B4-BE49-F238E27FC236}">
                    <a16:creationId xmlns:a16="http://schemas.microsoft.com/office/drawing/2014/main" id="{DB1DF6D1-9675-BFD5-7522-A5686653BAC9}"/>
                  </a:ext>
                </a:extLst>
              </p:cNvPr>
              <p:cNvSpPr/>
              <p:nvPr/>
            </p:nvSpPr>
            <p:spPr>
              <a:xfrm>
                <a:off x="18146040" y="3517524"/>
                <a:ext cx="335280" cy="335280"/>
              </a:xfrm>
              <a:custGeom>
                <a:avLst/>
                <a:gdLst/>
                <a:ahLst/>
                <a:cxnLst/>
                <a:rect l="l" t="t" r="r" b="b"/>
                <a:pathLst>
                  <a:path w="335280" h="335279">
                    <a:moveTo>
                      <a:pt x="20942" y="10464"/>
                    </a:moveTo>
                    <a:lnTo>
                      <a:pt x="17881" y="3060"/>
                    </a:lnTo>
                    <a:lnTo>
                      <a:pt x="10477" y="0"/>
                    </a:lnTo>
                    <a:lnTo>
                      <a:pt x="3073" y="3060"/>
                    </a:lnTo>
                    <a:lnTo>
                      <a:pt x="0" y="10464"/>
                    </a:lnTo>
                    <a:lnTo>
                      <a:pt x="3073" y="17868"/>
                    </a:lnTo>
                    <a:lnTo>
                      <a:pt x="10477" y="20942"/>
                    </a:lnTo>
                    <a:lnTo>
                      <a:pt x="17881" y="17868"/>
                    </a:lnTo>
                    <a:lnTo>
                      <a:pt x="20942" y="10464"/>
                    </a:lnTo>
                    <a:close/>
                  </a:path>
                  <a:path w="335280" h="335279">
                    <a:moveTo>
                      <a:pt x="335076" y="324599"/>
                    </a:moveTo>
                    <a:lnTo>
                      <a:pt x="332003" y="317195"/>
                    </a:lnTo>
                    <a:lnTo>
                      <a:pt x="324599" y="314121"/>
                    </a:lnTo>
                    <a:lnTo>
                      <a:pt x="317195" y="317195"/>
                    </a:lnTo>
                    <a:lnTo>
                      <a:pt x="314134" y="324599"/>
                    </a:lnTo>
                    <a:lnTo>
                      <a:pt x="317195" y="332003"/>
                    </a:lnTo>
                    <a:lnTo>
                      <a:pt x="324599" y="335064"/>
                    </a:lnTo>
                    <a:lnTo>
                      <a:pt x="332003" y="332003"/>
                    </a:lnTo>
                    <a:lnTo>
                      <a:pt x="335076" y="324599"/>
                    </a:lnTo>
                    <a:close/>
                  </a:path>
                </a:pathLst>
              </a:custGeom>
              <a:solidFill>
                <a:srgbClr val="1A0F5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28" name="object 37">
              <a:extLst>
                <a:ext uri="{FF2B5EF4-FFF2-40B4-BE49-F238E27FC236}">
                  <a16:creationId xmlns:a16="http://schemas.microsoft.com/office/drawing/2014/main" id="{628F4EC7-BC30-BDE7-8951-7946439D516A}"/>
                </a:ext>
              </a:extLst>
            </p:cNvPr>
            <p:cNvGrpSpPr/>
            <p:nvPr/>
          </p:nvGrpSpPr>
          <p:grpSpPr>
            <a:xfrm>
              <a:off x="11789849" y="2134641"/>
              <a:ext cx="55469" cy="1408236"/>
              <a:chOff x="18429794" y="3904825"/>
              <a:chExt cx="81915" cy="2079625"/>
            </a:xfrm>
          </p:grpSpPr>
          <p:sp>
            <p:nvSpPr>
              <p:cNvPr id="37" name="object 38">
                <a:extLst>
                  <a:ext uri="{FF2B5EF4-FFF2-40B4-BE49-F238E27FC236}">
                    <a16:creationId xmlns:a16="http://schemas.microsoft.com/office/drawing/2014/main" id="{02C09891-3C21-02C6-D9EB-D6D62ACAA23D}"/>
                  </a:ext>
                </a:extLst>
              </p:cNvPr>
              <p:cNvSpPr/>
              <p:nvPr/>
            </p:nvSpPr>
            <p:spPr>
              <a:xfrm>
                <a:off x="18470641" y="3904825"/>
                <a:ext cx="0" cy="1975485"/>
              </a:xfrm>
              <a:custGeom>
                <a:avLst/>
                <a:gdLst/>
                <a:ahLst/>
                <a:cxnLst/>
                <a:rect l="l" t="t" r="r" b="b"/>
                <a:pathLst>
                  <a:path h="1975485">
                    <a:moveTo>
                      <a:pt x="0" y="0"/>
                    </a:moveTo>
                    <a:lnTo>
                      <a:pt x="0" y="1975426"/>
                    </a:lnTo>
                  </a:path>
                </a:pathLst>
              </a:custGeom>
              <a:ln w="20941">
                <a:solidFill>
                  <a:srgbClr val="1A0F5C"/>
                </a:solidFill>
                <a:prstDash val="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8" name="object 39">
                <a:extLst>
                  <a:ext uri="{FF2B5EF4-FFF2-40B4-BE49-F238E27FC236}">
                    <a16:creationId xmlns:a16="http://schemas.microsoft.com/office/drawing/2014/main" id="{151E7C42-172D-6132-7624-738CC62D3ECC}"/>
                  </a:ext>
                </a:extLst>
              </p:cNvPr>
              <p:cNvSpPr/>
              <p:nvPr/>
            </p:nvSpPr>
            <p:spPr>
              <a:xfrm>
                <a:off x="18460175" y="5901139"/>
                <a:ext cx="20955" cy="2095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20954">
                    <a:moveTo>
                      <a:pt x="0" y="10470"/>
                    </a:moveTo>
                    <a:lnTo>
                      <a:pt x="3066" y="3066"/>
                    </a:lnTo>
                    <a:lnTo>
                      <a:pt x="10470" y="0"/>
                    </a:lnTo>
                    <a:lnTo>
                      <a:pt x="17874" y="3066"/>
                    </a:lnTo>
                    <a:lnTo>
                      <a:pt x="20941" y="10470"/>
                    </a:lnTo>
                    <a:lnTo>
                      <a:pt x="17874" y="17874"/>
                    </a:lnTo>
                    <a:lnTo>
                      <a:pt x="10470" y="20941"/>
                    </a:lnTo>
                    <a:lnTo>
                      <a:pt x="3066" y="17874"/>
                    </a:lnTo>
                    <a:lnTo>
                      <a:pt x="0" y="10470"/>
                    </a:lnTo>
                    <a:close/>
                  </a:path>
                </a:pathLst>
              </a:custGeom>
              <a:solidFill>
                <a:srgbClr val="1A0F5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9" name="object 40">
                <a:extLst>
                  <a:ext uri="{FF2B5EF4-FFF2-40B4-BE49-F238E27FC236}">
                    <a16:creationId xmlns:a16="http://schemas.microsoft.com/office/drawing/2014/main" id="{982D1E67-ADDC-FDB4-C1BE-B34D2B83D864}"/>
                  </a:ext>
                </a:extLst>
              </p:cNvPr>
              <p:cNvSpPr/>
              <p:nvPr/>
            </p:nvSpPr>
            <p:spPr>
              <a:xfrm>
                <a:off x="18429794" y="5871842"/>
                <a:ext cx="81915" cy="112395"/>
              </a:xfrm>
              <a:custGeom>
                <a:avLst/>
                <a:gdLst/>
                <a:ahLst/>
                <a:cxnLst/>
                <a:rect l="l" t="t" r="r" b="b"/>
                <a:pathLst>
                  <a:path w="81915" h="112395">
                    <a:moveTo>
                      <a:pt x="81704" y="0"/>
                    </a:moveTo>
                    <a:lnTo>
                      <a:pt x="0" y="0"/>
                    </a:lnTo>
                    <a:lnTo>
                      <a:pt x="40846" y="112268"/>
                    </a:lnTo>
                    <a:lnTo>
                      <a:pt x="81704" y="0"/>
                    </a:lnTo>
                    <a:close/>
                  </a:path>
                </a:pathLst>
              </a:custGeom>
              <a:solidFill>
                <a:srgbClr val="1A0F5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</p:grpSp>
      <p:sp>
        <p:nvSpPr>
          <p:cNvPr id="29" name="object 41">
            <a:extLst>
              <a:ext uri="{FF2B5EF4-FFF2-40B4-BE49-F238E27FC236}">
                <a16:creationId xmlns:a16="http://schemas.microsoft.com/office/drawing/2014/main" id="{F4C96F15-577B-B15C-203B-09FF3BC4F88D}"/>
              </a:ext>
            </a:extLst>
          </p:cNvPr>
          <p:cNvSpPr txBox="1"/>
          <p:nvPr/>
        </p:nvSpPr>
        <p:spPr>
          <a:xfrm>
            <a:off x="940753" y="2362087"/>
            <a:ext cx="1900582" cy="2488815"/>
          </a:xfrm>
          <a:prstGeom prst="rect">
            <a:avLst/>
          </a:prstGeom>
          <a:solidFill>
            <a:srgbClr val="E8E7EF"/>
          </a:solidFill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0000"/>
              </a:lnSpc>
            </a:pPr>
            <a:endParaRPr sz="1800">
              <a:latin typeface="Times New Roman"/>
              <a:cs typeface="Times New Roman"/>
            </a:endParaRPr>
          </a:p>
        </p:txBody>
      </p:sp>
      <p:sp>
        <p:nvSpPr>
          <p:cNvPr id="30" name="object 42">
            <a:extLst>
              <a:ext uri="{FF2B5EF4-FFF2-40B4-BE49-F238E27FC236}">
                <a16:creationId xmlns:a16="http://schemas.microsoft.com/office/drawing/2014/main" id="{B506E51F-5613-26E7-A353-A53E1C21727E}"/>
              </a:ext>
            </a:extLst>
          </p:cNvPr>
          <p:cNvSpPr txBox="1"/>
          <p:nvPr/>
        </p:nvSpPr>
        <p:spPr>
          <a:xfrm>
            <a:off x="3760393" y="2362087"/>
            <a:ext cx="1900582" cy="2488815"/>
          </a:xfrm>
          <a:prstGeom prst="rect">
            <a:avLst/>
          </a:prstGeom>
          <a:solidFill>
            <a:srgbClr val="E8E7EF"/>
          </a:solidFill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0000"/>
              </a:lnSpc>
            </a:pPr>
            <a:endParaRPr sz="1650">
              <a:latin typeface="Arial"/>
              <a:cs typeface="Arial"/>
            </a:endParaRPr>
          </a:p>
        </p:txBody>
      </p:sp>
      <p:sp>
        <p:nvSpPr>
          <p:cNvPr id="31" name="object 43">
            <a:extLst>
              <a:ext uri="{FF2B5EF4-FFF2-40B4-BE49-F238E27FC236}">
                <a16:creationId xmlns:a16="http://schemas.microsoft.com/office/drawing/2014/main" id="{5A505723-704E-CFFD-48A1-8EC4B72D17D6}"/>
              </a:ext>
            </a:extLst>
          </p:cNvPr>
          <p:cNvSpPr txBox="1"/>
          <p:nvPr/>
        </p:nvSpPr>
        <p:spPr>
          <a:xfrm>
            <a:off x="6580025" y="2362087"/>
            <a:ext cx="1900582" cy="2488815"/>
          </a:xfrm>
          <a:prstGeom prst="rect">
            <a:avLst/>
          </a:prstGeom>
          <a:solidFill>
            <a:srgbClr val="E8E7EF"/>
          </a:solidFill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0000"/>
              </a:lnSpc>
            </a:pPr>
            <a:endParaRPr sz="1650">
              <a:latin typeface="Arial"/>
              <a:cs typeface="Arial"/>
            </a:endParaRPr>
          </a:p>
        </p:txBody>
      </p:sp>
      <p:sp>
        <p:nvSpPr>
          <p:cNvPr id="32" name="object 44">
            <a:extLst>
              <a:ext uri="{FF2B5EF4-FFF2-40B4-BE49-F238E27FC236}">
                <a16:creationId xmlns:a16="http://schemas.microsoft.com/office/drawing/2014/main" id="{08E01FBA-D2DC-58F0-60E0-F5A1D7DBDB34}"/>
              </a:ext>
            </a:extLst>
          </p:cNvPr>
          <p:cNvSpPr txBox="1"/>
          <p:nvPr/>
        </p:nvSpPr>
        <p:spPr>
          <a:xfrm>
            <a:off x="9399665" y="2362087"/>
            <a:ext cx="1900582" cy="2488815"/>
          </a:xfrm>
          <a:prstGeom prst="rect">
            <a:avLst/>
          </a:prstGeom>
          <a:solidFill>
            <a:srgbClr val="E8E7EF"/>
          </a:solidFill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0000"/>
              </a:lnSpc>
            </a:pPr>
            <a:endParaRPr sz="1650">
              <a:latin typeface="Arial"/>
              <a:cs typeface="Arial"/>
            </a:endParaRPr>
          </a:p>
        </p:txBody>
      </p:sp>
      <p:sp>
        <p:nvSpPr>
          <p:cNvPr id="68" name="Picture Placeholder 4">
            <a:extLst>
              <a:ext uri="{FF2B5EF4-FFF2-40B4-BE49-F238E27FC236}">
                <a16:creationId xmlns:a16="http://schemas.microsoft.com/office/drawing/2014/main" id="{14ECFD4A-0700-35A8-B66C-B18241C1EF4B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7118360" y="2750635"/>
            <a:ext cx="823912" cy="82391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Icon</a:t>
            </a:r>
          </a:p>
        </p:txBody>
      </p:sp>
      <p:sp>
        <p:nvSpPr>
          <p:cNvPr id="69" name="Picture Placeholder 4">
            <a:extLst>
              <a:ext uri="{FF2B5EF4-FFF2-40B4-BE49-F238E27FC236}">
                <a16:creationId xmlns:a16="http://schemas.microsoft.com/office/drawing/2014/main" id="{92AEF7A3-2A0A-2B14-37C2-B829F7959BD1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479088" y="2740569"/>
            <a:ext cx="823912" cy="82391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Icon</a:t>
            </a:r>
          </a:p>
        </p:txBody>
      </p:sp>
      <p:sp>
        <p:nvSpPr>
          <p:cNvPr id="70" name="Picture Placeholder 4">
            <a:extLst>
              <a:ext uri="{FF2B5EF4-FFF2-40B4-BE49-F238E27FC236}">
                <a16:creationId xmlns:a16="http://schemas.microsoft.com/office/drawing/2014/main" id="{98FA5A22-04AD-EB8D-179A-35A9DB75145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298728" y="2750635"/>
            <a:ext cx="823912" cy="82391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Icon</a:t>
            </a:r>
          </a:p>
        </p:txBody>
      </p:sp>
      <p:sp>
        <p:nvSpPr>
          <p:cNvPr id="72" name="Picture Placeholder 4">
            <a:extLst>
              <a:ext uri="{FF2B5EF4-FFF2-40B4-BE49-F238E27FC236}">
                <a16:creationId xmlns:a16="http://schemas.microsoft.com/office/drawing/2014/main" id="{F8186E98-2FE0-A4D5-DD37-7EE653949618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9938000" y="2746418"/>
            <a:ext cx="823912" cy="82391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</a:lstStyle>
          <a:p>
            <a:r>
              <a:rPr lang="en-US"/>
              <a:t>Icon</a:t>
            </a:r>
          </a:p>
        </p:txBody>
      </p:sp>
      <p:sp>
        <p:nvSpPr>
          <p:cNvPr id="73" name="Content Placeholder 2">
            <a:extLst>
              <a:ext uri="{FF2B5EF4-FFF2-40B4-BE49-F238E27FC236}">
                <a16:creationId xmlns:a16="http://schemas.microsoft.com/office/drawing/2014/main" id="{4D77C58D-E444-0CF9-27E3-810F2AA1F9F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1074196" y="3860379"/>
            <a:ext cx="1633697" cy="823913"/>
          </a:xfrm>
        </p:spPr>
        <p:txBody>
          <a:bodyPr>
            <a:noAutofit/>
          </a:bodyPr>
          <a:lstStyle>
            <a:lvl1pPr marL="0" indent="0" algn="ctr">
              <a:buNone/>
              <a:defRPr sz="1000"/>
            </a:lvl1pPr>
            <a:lvl2pPr marL="457200" indent="0" algn="ctr">
              <a:buNone/>
              <a:defRPr sz="1000"/>
            </a:lvl2pPr>
            <a:lvl3pPr marL="914400" indent="0" algn="ctr">
              <a:buNone/>
              <a:defRPr sz="1000"/>
            </a:lvl3pPr>
            <a:lvl4pPr marL="1371600" indent="0" algn="ctr">
              <a:buNone/>
              <a:defRPr sz="1000"/>
            </a:lvl4pPr>
            <a:lvl5pPr marL="1828800" indent="0" algn="ctr">
              <a:buNone/>
              <a:defRPr sz="1000"/>
            </a:lvl5pPr>
          </a:lstStyle>
          <a:p>
            <a:pPr lvl="0"/>
            <a:r>
              <a:rPr lang="en-US"/>
              <a:t>Copy to go here</a:t>
            </a:r>
          </a:p>
        </p:txBody>
      </p:sp>
      <p:sp>
        <p:nvSpPr>
          <p:cNvPr id="74" name="Content Placeholder 2">
            <a:extLst>
              <a:ext uri="{FF2B5EF4-FFF2-40B4-BE49-F238E27FC236}">
                <a16:creationId xmlns:a16="http://schemas.microsoft.com/office/drawing/2014/main" id="{24319FDF-4BC8-DA5F-A36B-A72E07F231B8}"/>
              </a:ext>
            </a:extLst>
          </p:cNvPr>
          <p:cNvSpPr>
            <a:spLocks noGrp="1"/>
          </p:cNvSpPr>
          <p:nvPr>
            <p:ph sz="half" idx="20" hasCustomPrompt="1"/>
          </p:nvPr>
        </p:nvSpPr>
        <p:spPr>
          <a:xfrm>
            <a:off x="3893836" y="3860379"/>
            <a:ext cx="1633697" cy="823913"/>
          </a:xfrm>
        </p:spPr>
        <p:txBody>
          <a:bodyPr>
            <a:noAutofit/>
          </a:bodyPr>
          <a:lstStyle>
            <a:lvl1pPr marL="0" indent="0" algn="ctr">
              <a:buNone/>
              <a:defRPr sz="1000"/>
            </a:lvl1pPr>
            <a:lvl2pPr marL="457200" indent="0" algn="ctr">
              <a:buNone/>
              <a:defRPr sz="1000"/>
            </a:lvl2pPr>
            <a:lvl3pPr marL="914400" indent="0" algn="ctr">
              <a:buNone/>
              <a:defRPr sz="1000"/>
            </a:lvl3pPr>
            <a:lvl4pPr marL="1371600" indent="0" algn="ctr">
              <a:buNone/>
              <a:defRPr sz="1000"/>
            </a:lvl4pPr>
            <a:lvl5pPr marL="1828800" indent="0" algn="ctr">
              <a:buNone/>
              <a:defRPr sz="1000"/>
            </a:lvl5pPr>
          </a:lstStyle>
          <a:p>
            <a:pPr lvl="0"/>
            <a:r>
              <a:rPr lang="en-US"/>
              <a:t>Copy to go here</a:t>
            </a:r>
          </a:p>
        </p:txBody>
      </p:sp>
      <p:sp>
        <p:nvSpPr>
          <p:cNvPr id="75" name="Content Placeholder 2">
            <a:extLst>
              <a:ext uri="{FF2B5EF4-FFF2-40B4-BE49-F238E27FC236}">
                <a16:creationId xmlns:a16="http://schemas.microsoft.com/office/drawing/2014/main" id="{42977D04-ADBD-7281-8389-427A84DE9B79}"/>
              </a:ext>
            </a:extLst>
          </p:cNvPr>
          <p:cNvSpPr>
            <a:spLocks noGrp="1"/>
          </p:cNvSpPr>
          <p:nvPr>
            <p:ph sz="half" idx="21" hasCustomPrompt="1"/>
          </p:nvPr>
        </p:nvSpPr>
        <p:spPr>
          <a:xfrm>
            <a:off x="6713468" y="3860379"/>
            <a:ext cx="1633697" cy="823913"/>
          </a:xfrm>
        </p:spPr>
        <p:txBody>
          <a:bodyPr>
            <a:noAutofit/>
          </a:bodyPr>
          <a:lstStyle>
            <a:lvl1pPr marL="0" indent="0" algn="ctr">
              <a:buNone/>
              <a:defRPr sz="1000"/>
            </a:lvl1pPr>
            <a:lvl2pPr marL="457200" indent="0" algn="ctr">
              <a:buNone/>
              <a:defRPr sz="1000"/>
            </a:lvl2pPr>
            <a:lvl3pPr marL="914400" indent="0" algn="ctr">
              <a:buNone/>
              <a:defRPr sz="1000"/>
            </a:lvl3pPr>
            <a:lvl4pPr marL="1371600" indent="0" algn="ctr">
              <a:buNone/>
              <a:defRPr sz="1000"/>
            </a:lvl4pPr>
            <a:lvl5pPr marL="1828800" indent="0" algn="ctr">
              <a:buNone/>
              <a:defRPr sz="1000"/>
            </a:lvl5pPr>
          </a:lstStyle>
          <a:p>
            <a:pPr lvl="0"/>
            <a:r>
              <a:rPr lang="en-US"/>
              <a:t>Copy to go here</a:t>
            </a:r>
          </a:p>
        </p:txBody>
      </p:sp>
      <p:sp>
        <p:nvSpPr>
          <p:cNvPr id="76" name="Content Placeholder 2">
            <a:extLst>
              <a:ext uri="{FF2B5EF4-FFF2-40B4-BE49-F238E27FC236}">
                <a16:creationId xmlns:a16="http://schemas.microsoft.com/office/drawing/2014/main" id="{CAA4FEF9-F31D-8C24-2BF1-63A24C516295}"/>
              </a:ext>
            </a:extLst>
          </p:cNvPr>
          <p:cNvSpPr>
            <a:spLocks noGrp="1"/>
          </p:cNvSpPr>
          <p:nvPr>
            <p:ph sz="half" idx="22" hasCustomPrompt="1"/>
          </p:nvPr>
        </p:nvSpPr>
        <p:spPr>
          <a:xfrm>
            <a:off x="9533108" y="3860379"/>
            <a:ext cx="1633697" cy="823913"/>
          </a:xfrm>
        </p:spPr>
        <p:txBody>
          <a:bodyPr>
            <a:noAutofit/>
          </a:bodyPr>
          <a:lstStyle>
            <a:lvl1pPr marL="0" indent="0" algn="ctr">
              <a:buNone/>
              <a:defRPr sz="1000"/>
            </a:lvl1pPr>
            <a:lvl2pPr marL="457200" indent="0" algn="ctr">
              <a:buNone/>
              <a:defRPr sz="1000"/>
            </a:lvl2pPr>
            <a:lvl3pPr marL="914400" indent="0" algn="ctr">
              <a:buNone/>
              <a:defRPr sz="1000"/>
            </a:lvl3pPr>
            <a:lvl4pPr marL="1371600" indent="0" algn="ctr">
              <a:buNone/>
              <a:defRPr sz="1000"/>
            </a:lvl4pPr>
            <a:lvl5pPr marL="1828800" indent="0" algn="ctr">
              <a:buNone/>
              <a:defRPr sz="1000"/>
            </a:lvl5pPr>
          </a:lstStyle>
          <a:p>
            <a:pPr lvl="0"/>
            <a:r>
              <a:rPr lang="en-US"/>
              <a:t>Copy to go here</a:t>
            </a:r>
          </a:p>
        </p:txBody>
      </p:sp>
      <p:sp>
        <p:nvSpPr>
          <p:cNvPr id="67" name="Text Placeholder 4">
            <a:extLst>
              <a:ext uri="{FF2B5EF4-FFF2-40B4-BE49-F238E27FC236}">
                <a16:creationId xmlns:a16="http://schemas.microsoft.com/office/drawing/2014/main" id="{80DFCAAE-784D-8441-000D-4AF12A9E1F1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marL="228600" lvl="0" indent="-228600"/>
            <a:r>
              <a:rPr lang="en-GB"/>
              <a:t>Optional sub-head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DE1B59C-F715-3414-C3E9-F74A41D642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69886336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ape - 1">
    <p:bg>
      <p:bgPr>
        <a:blipFill dpi="0" rotWithShape="1">
          <a:blip r:embed="rId2">
            <a:alphaModFix amt="5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156A2-AAC0-9B45-FB5E-AE7B93E72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E2EDF93-AD54-4B15-96CC-7D9EFE4A993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</a:lstStyle>
          <a:p>
            <a:pPr lvl="0"/>
            <a:r>
              <a:rPr lang="en-GB"/>
              <a:t>Optional sub-head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88865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ape - 2">
    <p:bg>
      <p:bgPr>
        <a:blipFill dpi="0" rotWithShape="1">
          <a:blip r:embed="rId2">
            <a:alphaModFix amt="5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0C8AC-A727-D801-86D0-1A331FCE8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4A0AE534-194E-4CA1-802B-273FE7F77F4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</a:lstStyle>
          <a:p>
            <a:pPr lvl="0"/>
            <a:r>
              <a:rPr lang="en-GB"/>
              <a:t>Optional sub-head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94615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ape - 3">
    <p:bg>
      <p:bgPr>
        <a:blipFill dpi="0" rotWithShape="1">
          <a:blip r:embed="rId2">
            <a:alphaModFix amt="5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35536-6F0A-E1DD-ABEF-419B2B3F8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81BB100-EC1A-4A8C-8920-AE8CB0CCA5A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</a:lstStyle>
          <a:p>
            <a:pPr lvl="0"/>
            <a:r>
              <a:rPr lang="en-GB"/>
              <a:t>Optional sub-head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7601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ape - 4">
    <p:bg>
      <p:bgPr>
        <a:blipFill dpi="0" rotWithShape="1">
          <a:blip r:embed="rId2">
            <a:alphaModFix amt="5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0FC53-E775-BE26-8CEA-9917C525B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41E7D028-82C4-423F-BC42-3DB3483E23F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anchor="ctr"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</a:lstStyle>
          <a:p>
            <a:pPr lvl="0"/>
            <a:r>
              <a:rPr lang="en-GB"/>
              <a:t>Optional sub-head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610999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19A1030D-22C8-5F68-9B50-298D99C4F06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4175" y="1170535"/>
            <a:ext cx="7301457" cy="446088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1600" dirty="0"/>
            </a:lvl1pPr>
          </a:lstStyle>
          <a:p>
            <a:pPr marL="0" lvl="0" indent="0">
              <a:buNone/>
            </a:pPr>
            <a:r>
              <a:rPr lang="en-GB"/>
              <a:t>Optional sub-head</a:t>
            </a:r>
            <a:endParaRPr lang="en-US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4A55360-4235-A19B-584F-72D1D033C78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84175" y="1740535"/>
            <a:ext cx="5403308" cy="369332"/>
          </a:xfrm>
        </p:spPr>
        <p:txBody>
          <a:bodyPr anchor="ctr">
            <a:noAutofit/>
          </a:bodyPr>
          <a:lstStyle>
            <a:lvl1pPr marL="0" indent="0">
              <a:buNone/>
              <a:defRPr sz="1400" b="1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GB"/>
              <a:t>Subject Header</a:t>
            </a:r>
            <a:endParaRPr lang="en-US"/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AAFBE375-306E-55C3-C9A5-5A771D29D69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4175" y="2164087"/>
            <a:ext cx="5403308" cy="1645913"/>
          </a:xfrm>
        </p:spPr>
        <p:txBody>
          <a:bodyPr anchor="t">
            <a:noAutofit/>
          </a:bodyPr>
          <a:lstStyle>
            <a:lvl1pPr marL="0" indent="0">
              <a:buNone/>
              <a:defRPr sz="1400" b="0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GB"/>
              <a:t>Copy</a:t>
            </a:r>
            <a:endParaRPr lang="en-US"/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64DB6396-FF36-173F-4120-40BE3E5249C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4175" y="4085081"/>
            <a:ext cx="5403308" cy="369332"/>
          </a:xfrm>
        </p:spPr>
        <p:txBody>
          <a:bodyPr anchor="ctr">
            <a:noAutofit/>
          </a:bodyPr>
          <a:lstStyle>
            <a:lvl1pPr marL="0" indent="0">
              <a:buNone/>
              <a:defRPr sz="1400" b="1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GB"/>
              <a:t>Subject Header</a:t>
            </a:r>
            <a:endParaRPr lang="en-US"/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DEF3A942-1C22-F263-9D6F-5D98F824640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84175" y="4508633"/>
            <a:ext cx="5403308" cy="1645913"/>
          </a:xfrm>
        </p:spPr>
        <p:txBody>
          <a:bodyPr anchor="t">
            <a:noAutofit/>
          </a:bodyPr>
          <a:lstStyle>
            <a:lvl1pPr marL="0" indent="0">
              <a:buNone/>
              <a:defRPr sz="1400" b="0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800" b="1"/>
            </a:lvl4pPr>
            <a:lvl5pPr marL="1828800" indent="0">
              <a:buNone/>
              <a:defRPr sz="1800" b="1"/>
            </a:lvl5pPr>
          </a:lstStyle>
          <a:p>
            <a:pPr lvl="0"/>
            <a:r>
              <a:rPr lang="en-GB"/>
              <a:t>Copy</a:t>
            </a:r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CC0A8F83-7E33-1521-974A-F980172DB5C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70600" y="0"/>
            <a:ext cx="6118800" cy="6858000"/>
          </a:xfrm>
          <a:custGeom>
            <a:avLst/>
            <a:gdLst>
              <a:gd name="connsiteX0" fmla="*/ 3049853 w 6118800"/>
              <a:gd name="connsiteY0" fmla="*/ 0 h 6858000"/>
              <a:gd name="connsiteX1" fmla="*/ 6118800 w 6118800"/>
              <a:gd name="connsiteY1" fmla="*/ 0 h 6858000"/>
              <a:gd name="connsiteX2" fmla="*/ 6118800 w 6118800"/>
              <a:gd name="connsiteY2" fmla="*/ 6858000 h 6858000"/>
              <a:gd name="connsiteX3" fmla="*/ 0 w 61188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118800" h="6858000">
                <a:moveTo>
                  <a:pt x="3049853" y="0"/>
                </a:moveTo>
                <a:lnTo>
                  <a:pt x="6118800" y="0"/>
                </a:lnTo>
                <a:lnTo>
                  <a:pt x="6118800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05A3DA-FBE7-CD5B-5B77-C5C261C636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2135795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our slide - 1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94BD34-3180-D411-4A2B-6BA518A170F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1600" dirty="0"/>
            </a:lvl1pPr>
          </a:lstStyle>
          <a:p>
            <a:pPr marL="0" lvl="0" indent="0">
              <a:buNone/>
            </a:pPr>
            <a:r>
              <a:rPr lang="en-GB"/>
              <a:t>Optional sub-head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81B42F-3040-A0A7-E1E6-5FD802E27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31788956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lour slide - 2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E435F4B-8E8A-47A0-944B-5D9538AF4EA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1600" dirty="0">
                <a:solidFill>
                  <a:schemeClr val="bg1"/>
                </a:solidFill>
              </a:defRPr>
            </a:lvl1pPr>
          </a:lstStyle>
          <a:p>
            <a:pPr marL="0" lvl="0" indent="0">
              <a:buNone/>
            </a:pPr>
            <a:r>
              <a:rPr lang="en-GB"/>
              <a:t>Optional sub-head</a:t>
            </a:r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E48206-BC0C-47BD-8FE1-900014F50460}"/>
              </a:ext>
            </a:extLst>
          </p:cNvPr>
          <p:cNvSpPr txBox="1"/>
          <p:nvPr userDrawn="1"/>
        </p:nvSpPr>
        <p:spPr>
          <a:xfrm>
            <a:off x="1610591" y="6356872"/>
            <a:ext cx="20054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Circulation</a:t>
            </a:r>
            <a:r>
              <a:rPr lang="en-GB" sz="800" spc="12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Limited</a:t>
            </a:r>
            <a:r>
              <a:rPr lang="en-GB" sz="800" spc="12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sz="8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en-GB" sz="800" spc="12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Commercial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712C01A-ACE0-4CE0-8754-8A6F869B3F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3908" y="6321119"/>
            <a:ext cx="739897" cy="245411"/>
          </a:xfrm>
          <a:prstGeom prst="rect">
            <a:avLst/>
          </a:prstGeom>
        </p:spPr>
      </p:pic>
      <p:sp>
        <p:nvSpPr>
          <p:cNvPr id="9" name="bg object 18">
            <a:extLst>
              <a:ext uri="{FF2B5EF4-FFF2-40B4-BE49-F238E27FC236}">
                <a16:creationId xmlns:a16="http://schemas.microsoft.com/office/drawing/2014/main" id="{B8FE5730-15CF-45F0-AB3C-EC8D491D8C11}"/>
              </a:ext>
            </a:extLst>
          </p:cNvPr>
          <p:cNvSpPr/>
          <p:nvPr userDrawn="1"/>
        </p:nvSpPr>
        <p:spPr>
          <a:xfrm>
            <a:off x="11307847" y="6356872"/>
            <a:ext cx="884153" cy="209659"/>
          </a:xfrm>
          <a:custGeom>
            <a:avLst/>
            <a:gdLst/>
            <a:ahLst/>
            <a:cxnLst/>
            <a:rect l="l" t="t" r="r" b="b"/>
            <a:pathLst>
              <a:path w="1566544" h="371475">
                <a:moveTo>
                  <a:pt x="214210" y="0"/>
                </a:moveTo>
                <a:lnTo>
                  <a:pt x="165100" y="0"/>
                </a:lnTo>
                <a:lnTo>
                  <a:pt x="0" y="370878"/>
                </a:lnTo>
                <a:lnTo>
                  <a:pt x="49110" y="370878"/>
                </a:lnTo>
                <a:lnTo>
                  <a:pt x="214210" y="0"/>
                </a:lnTo>
                <a:close/>
              </a:path>
              <a:path w="1566544" h="371475">
                <a:moveTo>
                  <a:pt x="1566252" y="0"/>
                </a:moveTo>
                <a:lnTo>
                  <a:pt x="254063" y="0"/>
                </a:lnTo>
                <a:lnTo>
                  <a:pt x="88950" y="370878"/>
                </a:lnTo>
                <a:lnTo>
                  <a:pt x="1566252" y="370878"/>
                </a:lnTo>
                <a:lnTo>
                  <a:pt x="1566252" y="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CECE90-0B6C-497D-ADB5-F0A29B2D0031}"/>
              </a:ext>
            </a:extLst>
          </p:cNvPr>
          <p:cNvSpPr txBox="1"/>
          <p:nvPr userDrawn="1"/>
        </p:nvSpPr>
        <p:spPr>
          <a:xfrm>
            <a:off x="11464173" y="6356872"/>
            <a:ext cx="571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5CAB9123-6C5D-6742-A884-75399720DA2F}" type="slidenum">
              <a:rPr lang="en-US" sz="80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‹#›</a:t>
            </a:fld>
            <a:endParaRPr lang="en-US" sz="8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AD47C1A-2C59-B90D-9F24-CEE7BA475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81310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lour slide -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6D36AB-DAB0-6AAE-8698-A08D0635F1C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1600" dirty="0">
                <a:solidFill>
                  <a:schemeClr val="bg1"/>
                </a:solidFill>
              </a:defRPr>
            </a:lvl1pPr>
          </a:lstStyle>
          <a:p>
            <a:pPr marL="0" lvl="0" indent="0">
              <a:buNone/>
            </a:pPr>
            <a:r>
              <a:rPr lang="en-GB"/>
              <a:t>Optional sub-head</a:t>
            </a:r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8DF92B-444B-450C-B2F4-A79799B25837}"/>
              </a:ext>
            </a:extLst>
          </p:cNvPr>
          <p:cNvSpPr txBox="1"/>
          <p:nvPr userDrawn="1"/>
        </p:nvSpPr>
        <p:spPr>
          <a:xfrm>
            <a:off x="1610591" y="6356872"/>
            <a:ext cx="20054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Circulation</a:t>
            </a:r>
            <a:r>
              <a:rPr lang="en-GB" sz="800" spc="12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Limited</a:t>
            </a:r>
            <a:r>
              <a:rPr lang="en-GB" sz="800" spc="12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sz="8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en-GB" sz="800" spc="12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Commercial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772C313-D795-46AE-8166-2389B03542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3908" y="6321119"/>
            <a:ext cx="739897" cy="245411"/>
          </a:xfrm>
          <a:prstGeom prst="rect">
            <a:avLst/>
          </a:prstGeom>
        </p:spPr>
      </p:pic>
      <p:sp>
        <p:nvSpPr>
          <p:cNvPr id="9" name="bg object 18">
            <a:extLst>
              <a:ext uri="{FF2B5EF4-FFF2-40B4-BE49-F238E27FC236}">
                <a16:creationId xmlns:a16="http://schemas.microsoft.com/office/drawing/2014/main" id="{040C9277-5BEA-4CEB-83C3-1F9BF1AD2140}"/>
              </a:ext>
            </a:extLst>
          </p:cNvPr>
          <p:cNvSpPr/>
          <p:nvPr userDrawn="1"/>
        </p:nvSpPr>
        <p:spPr>
          <a:xfrm>
            <a:off x="11307847" y="6356872"/>
            <a:ext cx="884153" cy="209659"/>
          </a:xfrm>
          <a:custGeom>
            <a:avLst/>
            <a:gdLst/>
            <a:ahLst/>
            <a:cxnLst/>
            <a:rect l="l" t="t" r="r" b="b"/>
            <a:pathLst>
              <a:path w="1566544" h="371475">
                <a:moveTo>
                  <a:pt x="214210" y="0"/>
                </a:moveTo>
                <a:lnTo>
                  <a:pt x="165100" y="0"/>
                </a:lnTo>
                <a:lnTo>
                  <a:pt x="0" y="370878"/>
                </a:lnTo>
                <a:lnTo>
                  <a:pt x="49110" y="370878"/>
                </a:lnTo>
                <a:lnTo>
                  <a:pt x="214210" y="0"/>
                </a:lnTo>
                <a:close/>
              </a:path>
              <a:path w="1566544" h="371475">
                <a:moveTo>
                  <a:pt x="1566252" y="0"/>
                </a:moveTo>
                <a:lnTo>
                  <a:pt x="254063" y="0"/>
                </a:lnTo>
                <a:lnTo>
                  <a:pt x="88950" y="370878"/>
                </a:lnTo>
                <a:lnTo>
                  <a:pt x="1566252" y="370878"/>
                </a:lnTo>
                <a:lnTo>
                  <a:pt x="1566252" y="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2B5150-995D-45C5-872C-41053A7CCDB2}"/>
              </a:ext>
            </a:extLst>
          </p:cNvPr>
          <p:cNvSpPr txBox="1"/>
          <p:nvPr userDrawn="1"/>
        </p:nvSpPr>
        <p:spPr>
          <a:xfrm>
            <a:off x="11464173" y="6356872"/>
            <a:ext cx="571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5CAB9123-6C5D-6742-A884-75399720DA2F}" type="slidenum">
              <a:rPr lang="en-US" sz="80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‹#›</a:t>
            </a:fld>
            <a:endParaRPr lang="en-US" sz="8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DEAD1E-EFFC-6957-6E8E-0B38F6BBB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16964270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ank you">
    <p:bg>
      <p:bgPr>
        <a:gradFill>
          <a:gsLst>
            <a:gs pos="0">
              <a:schemeClr val="bg2"/>
            </a:gs>
            <a:gs pos="10000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14E23-4D5A-C225-A302-6C9C57B22B4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3908" y="2643127"/>
            <a:ext cx="7239024" cy="132556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Thank you</a:t>
            </a:r>
            <a:endParaRPr lang="en-US"/>
          </a:p>
        </p:txBody>
      </p:sp>
      <p:sp>
        <p:nvSpPr>
          <p:cNvPr id="3" name="bg object 17">
            <a:extLst>
              <a:ext uri="{FF2B5EF4-FFF2-40B4-BE49-F238E27FC236}">
                <a16:creationId xmlns:a16="http://schemas.microsoft.com/office/drawing/2014/main" id="{5AE8EB3F-06DA-9660-72EB-9FC6330A4F34}"/>
              </a:ext>
            </a:extLst>
          </p:cNvPr>
          <p:cNvSpPr/>
          <p:nvPr userDrawn="1"/>
        </p:nvSpPr>
        <p:spPr>
          <a:xfrm>
            <a:off x="3791345" y="1"/>
            <a:ext cx="8400655" cy="6858000"/>
          </a:xfrm>
          <a:custGeom>
            <a:avLst/>
            <a:gdLst/>
            <a:ahLst/>
            <a:cxnLst/>
            <a:rect l="l" t="t" r="r" b="b"/>
            <a:pathLst>
              <a:path w="13852525" h="11308715">
                <a:moveTo>
                  <a:pt x="13663594" y="541274"/>
                </a:moveTo>
                <a:lnTo>
                  <a:pt x="13337552" y="886374"/>
                </a:lnTo>
                <a:lnTo>
                  <a:pt x="13458406" y="2559160"/>
                </a:lnTo>
                <a:lnTo>
                  <a:pt x="13784438" y="2214071"/>
                </a:lnTo>
                <a:lnTo>
                  <a:pt x="13663594" y="541274"/>
                </a:lnTo>
                <a:close/>
              </a:path>
              <a:path w="13852525" h="11308715">
                <a:moveTo>
                  <a:pt x="12862427" y="0"/>
                </a:moveTo>
                <a:lnTo>
                  <a:pt x="12842864" y="0"/>
                </a:lnTo>
                <a:lnTo>
                  <a:pt x="12849922" y="22955"/>
                </a:lnTo>
                <a:lnTo>
                  <a:pt x="12862427" y="0"/>
                </a:lnTo>
                <a:close/>
              </a:path>
              <a:path w="13852525" h="11308715">
                <a:moveTo>
                  <a:pt x="1356744" y="11181556"/>
                </a:moveTo>
                <a:lnTo>
                  <a:pt x="1317802" y="11206956"/>
                </a:lnTo>
                <a:lnTo>
                  <a:pt x="1288384" y="11308556"/>
                </a:lnTo>
                <a:lnTo>
                  <a:pt x="1318869" y="11308556"/>
                </a:lnTo>
                <a:lnTo>
                  <a:pt x="1356744" y="11181556"/>
                </a:lnTo>
                <a:close/>
              </a:path>
              <a:path w="13852525" h="11308715">
                <a:moveTo>
                  <a:pt x="2108543" y="10737056"/>
                </a:moveTo>
                <a:lnTo>
                  <a:pt x="1991771" y="10813256"/>
                </a:lnTo>
                <a:lnTo>
                  <a:pt x="1863059" y="11308556"/>
                </a:lnTo>
                <a:lnTo>
                  <a:pt x="1960085" y="11308556"/>
                </a:lnTo>
                <a:lnTo>
                  <a:pt x="2108543" y="10737056"/>
                </a:lnTo>
                <a:close/>
              </a:path>
              <a:path w="13852525" h="11308715">
                <a:moveTo>
                  <a:pt x="2860321" y="10292556"/>
                </a:moveTo>
                <a:lnTo>
                  <a:pt x="2665698" y="10419556"/>
                </a:lnTo>
                <a:lnTo>
                  <a:pt x="2464479" y="11308556"/>
                </a:lnTo>
                <a:lnTo>
                  <a:pt x="2631287" y="11308556"/>
                </a:lnTo>
                <a:lnTo>
                  <a:pt x="2860321" y="10292556"/>
                </a:lnTo>
                <a:close/>
              </a:path>
              <a:path w="13852525" h="11308715">
                <a:moveTo>
                  <a:pt x="4206856" y="10991056"/>
                </a:moveTo>
                <a:lnTo>
                  <a:pt x="3978528" y="11232356"/>
                </a:lnTo>
                <a:lnTo>
                  <a:pt x="3984302" y="11308556"/>
                </a:lnTo>
                <a:lnTo>
                  <a:pt x="4230674" y="11308556"/>
                </a:lnTo>
                <a:lnTo>
                  <a:pt x="4206856" y="10991056"/>
                </a:lnTo>
                <a:close/>
              </a:path>
              <a:path w="13852525" h="11308715">
                <a:moveTo>
                  <a:pt x="4844187" y="10356056"/>
                </a:moveTo>
                <a:lnTo>
                  <a:pt x="4550207" y="10660856"/>
                </a:lnTo>
                <a:lnTo>
                  <a:pt x="4626194" y="11308556"/>
                </a:lnTo>
                <a:lnTo>
                  <a:pt x="4956321" y="11308556"/>
                </a:lnTo>
                <a:lnTo>
                  <a:pt x="4844187" y="10356056"/>
                </a:lnTo>
                <a:close/>
              </a:path>
              <a:path w="13852525" h="11308715">
                <a:moveTo>
                  <a:pt x="5579023" y="11168856"/>
                </a:moveTo>
                <a:lnTo>
                  <a:pt x="5495758" y="11308556"/>
                </a:lnTo>
                <a:lnTo>
                  <a:pt x="5639011" y="11308556"/>
                </a:lnTo>
                <a:lnTo>
                  <a:pt x="5579023" y="11168856"/>
                </a:lnTo>
                <a:close/>
              </a:path>
              <a:path w="13852525" h="11308715">
                <a:moveTo>
                  <a:pt x="6049721" y="10356056"/>
                </a:moveTo>
                <a:lnTo>
                  <a:pt x="5788221" y="10825956"/>
                </a:lnTo>
                <a:lnTo>
                  <a:pt x="6010322" y="11308556"/>
                </a:lnTo>
                <a:lnTo>
                  <a:pt x="6481959" y="11308556"/>
                </a:lnTo>
                <a:lnTo>
                  <a:pt x="6049721" y="10356056"/>
                </a:lnTo>
                <a:close/>
              </a:path>
              <a:path w="13852525" h="11308715">
                <a:moveTo>
                  <a:pt x="6792159" y="10851356"/>
                </a:moveTo>
                <a:lnTo>
                  <a:pt x="6670546" y="11308556"/>
                </a:lnTo>
                <a:lnTo>
                  <a:pt x="7184035" y="11308556"/>
                </a:lnTo>
                <a:lnTo>
                  <a:pt x="6792159" y="10851356"/>
                </a:lnTo>
                <a:close/>
              </a:path>
              <a:path w="13852525" h="11308715">
                <a:moveTo>
                  <a:pt x="7666782" y="11130756"/>
                </a:moveTo>
                <a:lnTo>
                  <a:pt x="7667177" y="11308556"/>
                </a:lnTo>
                <a:lnTo>
                  <a:pt x="7938091" y="11308556"/>
                </a:lnTo>
                <a:lnTo>
                  <a:pt x="7666782" y="11130756"/>
                </a:lnTo>
                <a:close/>
              </a:path>
              <a:path w="13852525" h="11308715">
                <a:moveTo>
                  <a:pt x="9478281" y="10813256"/>
                </a:moveTo>
                <a:lnTo>
                  <a:pt x="7686195" y="10813256"/>
                </a:lnTo>
                <a:lnTo>
                  <a:pt x="8511158" y="11308556"/>
                </a:lnTo>
                <a:lnTo>
                  <a:pt x="8554593" y="11308556"/>
                </a:lnTo>
                <a:lnTo>
                  <a:pt x="8554315" y="10851356"/>
                </a:lnTo>
                <a:lnTo>
                  <a:pt x="9488564" y="10851356"/>
                </a:lnTo>
                <a:lnTo>
                  <a:pt x="9478281" y="10813256"/>
                </a:lnTo>
                <a:close/>
              </a:path>
              <a:path w="13852525" h="11308715">
                <a:moveTo>
                  <a:pt x="8619486" y="11168856"/>
                </a:moveTo>
                <a:lnTo>
                  <a:pt x="8658631" y="11308556"/>
                </a:lnTo>
                <a:lnTo>
                  <a:pt x="9042097" y="11308556"/>
                </a:lnTo>
                <a:lnTo>
                  <a:pt x="8619486" y="11168856"/>
                </a:lnTo>
                <a:close/>
              </a:path>
              <a:path w="13852525" h="11308715">
                <a:moveTo>
                  <a:pt x="9587425" y="10952956"/>
                </a:moveTo>
                <a:lnTo>
                  <a:pt x="9799117" y="11308556"/>
                </a:lnTo>
                <a:lnTo>
                  <a:pt x="10926641" y="11308556"/>
                </a:lnTo>
                <a:lnTo>
                  <a:pt x="10757923" y="11029156"/>
                </a:lnTo>
                <a:lnTo>
                  <a:pt x="9587425" y="10952956"/>
                </a:lnTo>
                <a:close/>
              </a:path>
              <a:path w="13852525" h="11308715">
                <a:moveTo>
                  <a:pt x="12527880" y="11029156"/>
                </a:moveTo>
                <a:lnTo>
                  <a:pt x="11234160" y="11219656"/>
                </a:lnTo>
                <a:lnTo>
                  <a:pt x="11329752" y="11308556"/>
                </a:lnTo>
                <a:lnTo>
                  <a:pt x="12829487" y="11308556"/>
                </a:lnTo>
                <a:lnTo>
                  <a:pt x="12527880" y="11029156"/>
                </a:lnTo>
                <a:close/>
              </a:path>
              <a:path w="13852525" h="11308715">
                <a:moveTo>
                  <a:pt x="7638137" y="10546556"/>
                </a:moveTo>
                <a:lnTo>
                  <a:pt x="6890020" y="10546556"/>
                </a:lnTo>
                <a:lnTo>
                  <a:pt x="6887821" y="10559256"/>
                </a:lnTo>
                <a:lnTo>
                  <a:pt x="7563947" y="11270456"/>
                </a:lnTo>
                <a:lnTo>
                  <a:pt x="7686195" y="10813256"/>
                </a:lnTo>
                <a:lnTo>
                  <a:pt x="9478281" y="10813256"/>
                </a:lnTo>
                <a:lnTo>
                  <a:pt x="9437147" y="10660856"/>
                </a:lnTo>
                <a:lnTo>
                  <a:pt x="10524376" y="10660856"/>
                </a:lnTo>
                <a:lnTo>
                  <a:pt x="10516980" y="10648156"/>
                </a:lnTo>
                <a:lnTo>
                  <a:pt x="8499343" y="10648156"/>
                </a:lnTo>
                <a:lnTo>
                  <a:pt x="8414694" y="10597356"/>
                </a:lnTo>
                <a:lnTo>
                  <a:pt x="7686069" y="10597356"/>
                </a:lnTo>
                <a:lnTo>
                  <a:pt x="7638137" y="10546556"/>
                </a:lnTo>
                <a:close/>
              </a:path>
              <a:path w="13852525" h="11308715">
                <a:moveTo>
                  <a:pt x="3612099" y="9848056"/>
                </a:moveTo>
                <a:lnTo>
                  <a:pt x="3339678" y="10013156"/>
                </a:lnTo>
                <a:lnTo>
                  <a:pt x="3128616" y="11143456"/>
                </a:lnTo>
                <a:lnTo>
                  <a:pt x="3401069" y="10978356"/>
                </a:lnTo>
                <a:lnTo>
                  <a:pt x="3612099" y="9848056"/>
                </a:lnTo>
                <a:close/>
              </a:path>
              <a:path w="13852525" h="11308715">
                <a:moveTo>
                  <a:pt x="9488564" y="10851356"/>
                </a:moveTo>
                <a:lnTo>
                  <a:pt x="8556681" y="10851356"/>
                </a:lnTo>
                <a:lnTo>
                  <a:pt x="9567405" y="11143456"/>
                </a:lnTo>
                <a:lnTo>
                  <a:pt x="9488564" y="10851356"/>
                </a:lnTo>
                <a:close/>
              </a:path>
              <a:path w="13852525" h="11308715">
                <a:moveTo>
                  <a:pt x="5481518" y="9708356"/>
                </a:moveTo>
                <a:lnTo>
                  <a:pt x="5121885" y="10089356"/>
                </a:lnTo>
                <a:lnTo>
                  <a:pt x="5288310" y="11092656"/>
                </a:lnTo>
                <a:lnTo>
                  <a:pt x="5647953" y="10711656"/>
                </a:lnTo>
                <a:lnTo>
                  <a:pt x="5481518" y="9708356"/>
                </a:lnTo>
                <a:close/>
              </a:path>
              <a:path w="13852525" h="11308715">
                <a:moveTo>
                  <a:pt x="13851902" y="10571956"/>
                </a:moveTo>
                <a:lnTo>
                  <a:pt x="13158437" y="10838656"/>
                </a:lnTo>
                <a:lnTo>
                  <a:pt x="13506593" y="11029156"/>
                </a:lnTo>
                <a:lnTo>
                  <a:pt x="13851902" y="10889456"/>
                </a:lnTo>
                <a:lnTo>
                  <a:pt x="13851902" y="10571956"/>
                </a:lnTo>
                <a:close/>
              </a:path>
              <a:path w="13852525" h="11308715">
                <a:moveTo>
                  <a:pt x="6806761" y="10102056"/>
                </a:moveTo>
                <a:lnTo>
                  <a:pt x="6214962" y="10102056"/>
                </a:lnTo>
                <a:lnTo>
                  <a:pt x="6210816" y="10114756"/>
                </a:lnTo>
                <a:lnTo>
                  <a:pt x="6660446" y="10965656"/>
                </a:lnTo>
                <a:lnTo>
                  <a:pt x="6890020" y="10546556"/>
                </a:lnTo>
                <a:lnTo>
                  <a:pt x="7638137" y="10546556"/>
                </a:lnTo>
                <a:lnTo>
                  <a:pt x="7458393" y="10356056"/>
                </a:lnTo>
                <a:lnTo>
                  <a:pt x="6941610" y="10356056"/>
                </a:lnTo>
                <a:lnTo>
                  <a:pt x="6806761" y="10102056"/>
                </a:lnTo>
                <a:close/>
              </a:path>
              <a:path w="13852525" h="11308715">
                <a:moveTo>
                  <a:pt x="11697937" y="10241756"/>
                </a:moveTo>
                <a:lnTo>
                  <a:pt x="10502769" y="10483056"/>
                </a:lnTo>
                <a:lnTo>
                  <a:pt x="10933949" y="10902156"/>
                </a:lnTo>
                <a:lnTo>
                  <a:pt x="12129107" y="10660856"/>
                </a:lnTo>
                <a:lnTo>
                  <a:pt x="11697937" y="10241756"/>
                </a:lnTo>
                <a:close/>
              </a:path>
              <a:path w="13852525" h="11308715">
                <a:moveTo>
                  <a:pt x="4363898" y="9390856"/>
                </a:moveTo>
                <a:lnTo>
                  <a:pt x="4013595" y="9619456"/>
                </a:lnTo>
                <a:lnTo>
                  <a:pt x="3860447" y="10673556"/>
                </a:lnTo>
                <a:lnTo>
                  <a:pt x="4210719" y="10457656"/>
                </a:lnTo>
                <a:lnTo>
                  <a:pt x="4363898" y="9390856"/>
                </a:lnTo>
                <a:close/>
              </a:path>
              <a:path w="13852525" h="11308715">
                <a:moveTo>
                  <a:pt x="10524376" y="10660856"/>
                </a:moveTo>
                <a:lnTo>
                  <a:pt x="9441827" y="10660856"/>
                </a:lnTo>
                <a:lnTo>
                  <a:pt x="10531773" y="10673556"/>
                </a:lnTo>
                <a:lnTo>
                  <a:pt x="10524376" y="10660856"/>
                </a:lnTo>
                <a:close/>
              </a:path>
              <a:path w="13852525" h="11308715">
                <a:moveTo>
                  <a:pt x="9253203" y="10025856"/>
                </a:moveTo>
                <a:lnTo>
                  <a:pt x="7875927" y="10025856"/>
                </a:lnTo>
                <a:lnTo>
                  <a:pt x="8408372" y="10305256"/>
                </a:lnTo>
                <a:lnTo>
                  <a:pt x="8499343" y="10648156"/>
                </a:lnTo>
                <a:lnTo>
                  <a:pt x="10516980" y="10648156"/>
                </a:lnTo>
                <a:lnTo>
                  <a:pt x="10413427" y="10470356"/>
                </a:lnTo>
                <a:lnTo>
                  <a:pt x="9327893" y="10470356"/>
                </a:lnTo>
                <a:lnTo>
                  <a:pt x="8539708" y="10241756"/>
                </a:lnTo>
                <a:lnTo>
                  <a:pt x="8539834" y="10038556"/>
                </a:lnTo>
                <a:lnTo>
                  <a:pt x="9256753" y="10038556"/>
                </a:lnTo>
                <a:lnTo>
                  <a:pt x="9253203" y="10025856"/>
                </a:lnTo>
                <a:close/>
              </a:path>
              <a:path w="13852525" h="11308715">
                <a:moveTo>
                  <a:pt x="9207049" y="9860756"/>
                </a:moveTo>
                <a:lnTo>
                  <a:pt x="7259580" y="9860756"/>
                </a:lnTo>
                <a:lnTo>
                  <a:pt x="7685860" y="10254456"/>
                </a:lnTo>
                <a:lnTo>
                  <a:pt x="7686069" y="10597356"/>
                </a:lnTo>
                <a:lnTo>
                  <a:pt x="8414694" y="10597356"/>
                </a:lnTo>
                <a:lnTo>
                  <a:pt x="7822149" y="10241756"/>
                </a:lnTo>
                <a:lnTo>
                  <a:pt x="7875927" y="10025856"/>
                </a:lnTo>
                <a:lnTo>
                  <a:pt x="9253203" y="10025856"/>
                </a:lnTo>
                <a:lnTo>
                  <a:pt x="9207049" y="9860756"/>
                </a:lnTo>
                <a:close/>
              </a:path>
              <a:path w="13852525" h="11308715">
                <a:moveTo>
                  <a:pt x="13475066" y="9759156"/>
                </a:moveTo>
                <a:lnTo>
                  <a:pt x="12227920" y="10305256"/>
                </a:lnTo>
                <a:lnTo>
                  <a:pt x="12673708" y="10546556"/>
                </a:lnTo>
                <a:lnTo>
                  <a:pt x="13851902" y="10025856"/>
                </a:lnTo>
                <a:lnTo>
                  <a:pt x="13851902" y="9962356"/>
                </a:lnTo>
                <a:lnTo>
                  <a:pt x="13475066" y="9759156"/>
                </a:lnTo>
                <a:close/>
              </a:path>
              <a:path w="13852525" h="11308715">
                <a:moveTo>
                  <a:pt x="918223" y="9301956"/>
                </a:moveTo>
                <a:lnTo>
                  <a:pt x="874706" y="9314656"/>
                </a:lnTo>
                <a:lnTo>
                  <a:pt x="182915" y="10495756"/>
                </a:lnTo>
                <a:lnTo>
                  <a:pt x="226443" y="10470356"/>
                </a:lnTo>
                <a:lnTo>
                  <a:pt x="918223" y="9301956"/>
                </a:lnTo>
                <a:close/>
              </a:path>
              <a:path w="13852525" h="11308715">
                <a:moveTo>
                  <a:pt x="9256753" y="10038556"/>
                </a:moveTo>
                <a:lnTo>
                  <a:pt x="8539834" y="10038556"/>
                </a:lnTo>
                <a:lnTo>
                  <a:pt x="9147072" y="10152856"/>
                </a:lnTo>
                <a:lnTo>
                  <a:pt x="9327893" y="10470356"/>
                </a:lnTo>
                <a:lnTo>
                  <a:pt x="10413427" y="10470356"/>
                </a:lnTo>
                <a:lnTo>
                  <a:pt x="10272891" y="10229056"/>
                </a:lnTo>
                <a:lnTo>
                  <a:pt x="10279707" y="10229056"/>
                </a:lnTo>
                <a:lnTo>
                  <a:pt x="10877850" y="10076656"/>
                </a:lnTo>
                <a:lnTo>
                  <a:pt x="10113807" y="10076656"/>
                </a:lnTo>
                <a:lnTo>
                  <a:pt x="9263854" y="10063956"/>
                </a:lnTo>
                <a:lnTo>
                  <a:pt x="9256753" y="10038556"/>
                </a:lnTo>
                <a:close/>
              </a:path>
              <a:path w="13852525" h="11308715">
                <a:moveTo>
                  <a:pt x="6217188" y="9505156"/>
                </a:moveTo>
                <a:lnTo>
                  <a:pt x="5699250" y="9505156"/>
                </a:lnTo>
                <a:lnTo>
                  <a:pt x="5693554" y="9517856"/>
                </a:lnTo>
                <a:lnTo>
                  <a:pt x="5899569" y="10432256"/>
                </a:lnTo>
                <a:lnTo>
                  <a:pt x="6214962" y="10102056"/>
                </a:lnTo>
                <a:lnTo>
                  <a:pt x="6806761" y="10102056"/>
                </a:lnTo>
                <a:lnTo>
                  <a:pt x="6712367" y="9924256"/>
                </a:lnTo>
                <a:lnTo>
                  <a:pt x="6311860" y="9924256"/>
                </a:lnTo>
                <a:lnTo>
                  <a:pt x="6217188" y="9505156"/>
                </a:lnTo>
                <a:close/>
              </a:path>
              <a:path w="13852525" h="11308715">
                <a:moveTo>
                  <a:pt x="9853036" y="9543256"/>
                </a:moveTo>
                <a:lnTo>
                  <a:pt x="6729292" y="9543256"/>
                </a:lnTo>
                <a:lnTo>
                  <a:pt x="7027000" y="10025856"/>
                </a:lnTo>
                <a:lnTo>
                  <a:pt x="6941610" y="10356056"/>
                </a:lnTo>
                <a:lnTo>
                  <a:pt x="7458393" y="10356056"/>
                </a:lnTo>
                <a:lnTo>
                  <a:pt x="7158818" y="10038556"/>
                </a:lnTo>
                <a:lnTo>
                  <a:pt x="7259580" y="9860756"/>
                </a:lnTo>
                <a:lnTo>
                  <a:pt x="9207049" y="9860756"/>
                </a:lnTo>
                <a:lnTo>
                  <a:pt x="9850537" y="9809956"/>
                </a:lnTo>
                <a:lnTo>
                  <a:pt x="11233329" y="9809956"/>
                </a:lnTo>
                <a:lnTo>
                  <a:pt x="11116350" y="9695656"/>
                </a:lnTo>
                <a:lnTo>
                  <a:pt x="9943571" y="9695656"/>
                </a:lnTo>
                <a:lnTo>
                  <a:pt x="9853036" y="9543256"/>
                </a:lnTo>
                <a:close/>
              </a:path>
              <a:path w="13852525" h="11308715">
                <a:moveTo>
                  <a:pt x="1727580" y="9060656"/>
                </a:moveTo>
                <a:lnTo>
                  <a:pt x="1599951" y="9111456"/>
                </a:lnTo>
                <a:lnTo>
                  <a:pt x="979394" y="10229056"/>
                </a:lnTo>
                <a:lnTo>
                  <a:pt x="1107013" y="10190956"/>
                </a:lnTo>
                <a:lnTo>
                  <a:pt x="1727580" y="9060656"/>
                </a:lnTo>
                <a:close/>
              </a:path>
              <a:path w="13852525" h="11308715">
                <a:moveTo>
                  <a:pt x="5115655" y="8946356"/>
                </a:moveTo>
                <a:lnTo>
                  <a:pt x="4687553" y="9213056"/>
                </a:lnTo>
                <a:lnTo>
                  <a:pt x="4592258" y="10203656"/>
                </a:lnTo>
                <a:lnTo>
                  <a:pt x="5020360" y="9936956"/>
                </a:lnTo>
                <a:lnTo>
                  <a:pt x="5115655" y="8946356"/>
                </a:lnTo>
                <a:close/>
              </a:path>
              <a:path w="13852525" h="11308715">
                <a:moveTo>
                  <a:pt x="11233329" y="9809956"/>
                </a:moveTo>
                <a:lnTo>
                  <a:pt x="9850537" y="9809956"/>
                </a:lnTo>
                <a:lnTo>
                  <a:pt x="10113807" y="10076656"/>
                </a:lnTo>
                <a:lnTo>
                  <a:pt x="10877850" y="10076656"/>
                </a:lnTo>
                <a:lnTo>
                  <a:pt x="11376302" y="9949656"/>
                </a:lnTo>
                <a:lnTo>
                  <a:pt x="11233329" y="9809956"/>
                </a:lnTo>
                <a:close/>
              </a:path>
              <a:path w="13852525" h="11308715">
                <a:moveTo>
                  <a:pt x="12433862" y="9213056"/>
                </a:moveTo>
                <a:lnTo>
                  <a:pt x="11297383" y="9771856"/>
                </a:lnTo>
                <a:lnTo>
                  <a:pt x="11840833" y="10063956"/>
                </a:lnTo>
                <a:lnTo>
                  <a:pt x="12977322" y="9505156"/>
                </a:lnTo>
                <a:lnTo>
                  <a:pt x="12433862" y="9213056"/>
                </a:lnTo>
                <a:close/>
              </a:path>
              <a:path w="13852525" h="11308715">
                <a:moveTo>
                  <a:pt x="2536927" y="8832056"/>
                </a:moveTo>
                <a:lnTo>
                  <a:pt x="2325217" y="8908256"/>
                </a:lnTo>
                <a:lnTo>
                  <a:pt x="1775893" y="9975056"/>
                </a:lnTo>
                <a:lnTo>
                  <a:pt x="1987583" y="9911556"/>
                </a:lnTo>
                <a:lnTo>
                  <a:pt x="2536927" y="8832056"/>
                </a:lnTo>
                <a:close/>
              </a:path>
              <a:path w="13852525" h="11308715">
                <a:moveTo>
                  <a:pt x="10489852" y="9111456"/>
                </a:moveTo>
                <a:lnTo>
                  <a:pt x="6315661" y="9111456"/>
                </a:lnTo>
                <a:lnTo>
                  <a:pt x="6472200" y="9644856"/>
                </a:lnTo>
                <a:lnTo>
                  <a:pt x="6311860" y="9924256"/>
                </a:lnTo>
                <a:lnTo>
                  <a:pt x="6712367" y="9924256"/>
                </a:lnTo>
                <a:lnTo>
                  <a:pt x="6591003" y="9695656"/>
                </a:lnTo>
                <a:lnTo>
                  <a:pt x="6729292" y="9543256"/>
                </a:lnTo>
                <a:lnTo>
                  <a:pt x="9853036" y="9543256"/>
                </a:lnTo>
                <a:lnTo>
                  <a:pt x="9830402" y="9505156"/>
                </a:lnTo>
                <a:lnTo>
                  <a:pt x="10466644" y="9289256"/>
                </a:lnTo>
                <a:lnTo>
                  <a:pt x="11532261" y="9289256"/>
                </a:lnTo>
                <a:lnTo>
                  <a:pt x="11783015" y="9149556"/>
                </a:lnTo>
                <a:lnTo>
                  <a:pt x="10527909" y="9149556"/>
                </a:lnTo>
                <a:lnTo>
                  <a:pt x="10489852" y="9111456"/>
                </a:lnTo>
                <a:close/>
              </a:path>
              <a:path w="13852525" h="11308715">
                <a:moveTo>
                  <a:pt x="5854782" y="8819356"/>
                </a:moveTo>
                <a:lnTo>
                  <a:pt x="5368265" y="8819356"/>
                </a:lnTo>
                <a:lnTo>
                  <a:pt x="5361413" y="8821283"/>
                </a:lnTo>
                <a:lnTo>
                  <a:pt x="5324057" y="9746456"/>
                </a:lnTo>
                <a:lnTo>
                  <a:pt x="5699250" y="9505156"/>
                </a:lnTo>
                <a:lnTo>
                  <a:pt x="6217188" y="9505156"/>
                </a:lnTo>
                <a:lnTo>
                  <a:pt x="6185631" y="9365456"/>
                </a:lnTo>
                <a:lnTo>
                  <a:pt x="5832366" y="9365456"/>
                </a:lnTo>
                <a:lnTo>
                  <a:pt x="5854782" y="8819356"/>
                </a:lnTo>
                <a:close/>
              </a:path>
              <a:path w="13852525" h="11308715">
                <a:moveTo>
                  <a:pt x="3346275" y="8603456"/>
                </a:moveTo>
                <a:lnTo>
                  <a:pt x="3050472" y="8692356"/>
                </a:lnTo>
                <a:lnTo>
                  <a:pt x="2572382" y="9721056"/>
                </a:lnTo>
                <a:lnTo>
                  <a:pt x="2868174" y="9619456"/>
                </a:lnTo>
                <a:lnTo>
                  <a:pt x="3346275" y="8603456"/>
                </a:lnTo>
                <a:close/>
              </a:path>
              <a:path w="13852525" h="11308715">
                <a:moveTo>
                  <a:pt x="11532261" y="9289256"/>
                </a:moveTo>
                <a:lnTo>
                  <a:pt x="10466644" y="9289256"/>
                </a:lnTo>
                <a:lnTo>
                  <a:pt x="10798718" y="9467056"/>
                </a:lnTo>
                <a:lnTo>
                  <a:pt x="9943571" y="9695656"/>
                </a:lnTo>
                <a:lnTo>
                  <a:pt x="11116350" y="9695656"/>
                </a:lnTo>
                <a:lnTo>
                  <a:pt x="10999371" y="9581356"/>
                </a:lnTo>
                <a:lnTo>
                  <a:pt x="11007958" y="9581356"/>
                </a:lnTo>
                <a:lnTo>
                  <a:pt x="11532261" y="9289256"/>
                </a:lnTo>
                <a:close/>
              </a:path>
              <a:path w="13852525" h="11308715">
                <a:moveTo>
                  <a:pt x="4155632" y="8374856"/>
                </a:moveTo>
                <a:lnTo>
                  <a:pt x="3775727" y="8489156"/>
                </a:lnTo>
                <a:lnTo>
                  <a:pt x="3368860" y="9454356"/>
                </a:lnTo>
                <a:lnTo>
                  <a:pt x="3748765" y="9340056"/>
                </a:lnTo>
                <a:lnTo>
                  <a:pt x="4155632" y="8374856"/>
                </a:lnTo>
                <a:close/>
              </a:path>
              <a:path w="13852525" h="11308715">
                <a:moveTo>
                  <a:pt x="11727822" y="8590756"/>
                </a:moveTo>
                <a:lnTo>
                  <a:pt x="6039638" y="8590756"/>
                </a:lnTo>
                <a:lnTo>
                  <a:pt x="6052663" y="9136856"/>
                </a:lnTo>
                <a:lnTo>
                  <a:pt x="5832366" y="9365456"/>
                </a:lnTo>
                <a:lnTo>
                  <a:pt x="6185631" y="9365456"/>
                </a:lnTo>
                <a:lnTo>
                  <a:pt x="6151205" y="9213056"/>
                </a:lnTo>
                <a:lnTo>
                  <a:pt x="6315661" y="9111456"/>
                </a:lnTo>
                <a:lnTo>
                  <a:pt x="10489852" y="9111456"/>
                </a:lnTo>
                <a:lnTo>
                  <a:pt x="10362993" y="8984456"/>
                </a:lnTo>
                <a:lnTo>
                  <a:pt x="10946389" y="8603456"/>
                </a:lnTo>
                <a:lnTo>
                  <a:pt x="11714521" y="8603456"/>
                </a:lnTo>
                <a:lnTo>
                  <a:pt x="11727822" y="8590756"/>
                </a:lnTo>
                <a:close/>
              </a:path>
              <a:path w="13852525" h="11308715">
                <a:moveTo>
                  <a:pt x="13851902" y="8451056"/>
                </a:moveTo>
                <a:lnTo>
                  <a:pt x="12983206" y="9124156"/>
                </a:lnTo>
                <a:lnTo>
                  <a:pt x="13494719" y="9251156"/>
                </a:lnTo>
                <a:lnTo>
                  <a:pt x="13851902" y="8959056"/>
                </a:lnTo>
                <a:lnTo>
                  <a:pt x="13851902" y="8451056"/>
                </a:lnTo>
                <a:close/>
              </a:path>
              <a:path w="13852525" h="11308715">
                <a:moveTo>
                  <a:pt x="4964979" y="8133556"/>
                </a:moveTo>
                <a:lnTo>
                  <a:pt x="4500993" y="8285956"/>
                </a:lnTo>
                <a:lnTo>
                  <a:pt x="4165328" y="9200356"/>
                </a:lnTo>
                <a:lnTo>
                  <a:pt x="4629345" y="9047956"/>
                </a:lnTo>
                <a:lnTo>
                  <a:pt x="4964979" y="8133556"/>
                </a:lnTo>
                <a:close/>
              </a:path>
              <a:path w="13852525" h="11308715">
                <a:moveTo>
                  <a:pt x="11714521" y="8603456"/>
                </a:moveTo>
                <a:lnTo>
                  <a:pt x="10946389" y="8603456"/>
                </a:lnTo>
                <a:lnTo>
                  <a:pt x="11327843" y="8692356"/>
                </a:lnTo>
                <a:lnTo>
                  <a:pt x="10527909" y="9149556"/>
                </a:lnTo>
                <a:lnTo>
                  <a:pt x="11783015" y="9149556"/>
                </a:lnTo>
                <a:lnTo>
                  <a:pt x="12033769" y="9009856"/>
                </a:lnTo>
                <a:lnTo>
                  <a:pt x="11558349" y="8743156"/>
                </a:lnTo>
                <a:lnTo>
                  <a:pt x="11568202" y="8743156"/>
                </a:lnTo>
                <a:lnTo>
                  <a:pt x="11714521" y="8603456"/>
                </a:lnTo>
                <a:close/>
              </a:path>
              <a:path w="13852525" h="11308715">
                <a:moveTo>
                  <a:pt x="12901020" y="7993856"/>
                </a:moveTo>
                <a:lnTo>
                  <a:pt x="11907469" y="8857456"/>
                </a:lnTo>
                <a:lnTo>
                  <a:pt x="12531471" y="8997156"/>
                </a:lnTo>
                <a:lnTo>
                  <a:pt x="13525022" y="8133556"/>
                </a:lnTo>
                <a:lnTo>
                  <a:pt x="12901020" y="7993856"/>
                </a:lnTo>
                <a:close/>
              </a:path>
              <a:path w="13852525" h="11308715">
                <a:moveTo>
                  <a:pt x="5725039" y="8070056"/>
                </a:moveTo>
                <a:lnTo>
                  <a:pt x="5233589" y="8070056"/>
                </a:lnTo>
                <a:lnTo>
                  <a:pt x="5226178" y="8070286"/>
                </a:lnTo>
                <a:lnTo>
                  <a:pt x="4961838" y="8933656"/>
                </a:lnTo>
                <a:lnTo>
                  <a:pt x="5361413" y="8821283"/>
                </a:lnTo>
                <a:lnTo>
                  <a:pt x="5361491" y="8819356"/>
                </a:lnTo>
                <a:lnTo>
                  <a:pt x="5854782" y="8819356"/>
                </a:lnTo>
                <a:lnTo>
                  <a:pt x="5858953" y="8717756"/>
                </a:lnTo>
                <a:lnTo>
                  <a:pt x="5526627" y="8717756"/>
                </a:lnTo>
                <a:lnTo>
                  <a:pt x="5725039" y="8070056"/>
                </a:lnTo>
                <a:close/>
              </a:path>
              <a:path w="13852525" h="11308715">
                <a:moveTo>
                  <a:pt x="5368265" y="8819356"/>
                </a:moveTo>
                <a:lnTo>
                  <a:pt x="5361491" y="8819356"/>
                </a:lnTo>
                <a:lnTo>
                  <a:pt x="5361413" y="8821283"/>
                </a:lnTo>
                <a:lnTo>
                  <a:pt x="5368265" y="8819356"/>
                </a:lnTo>
                <a:close/>
              </a:path>
              <a:path w="13852525" h="11308715">
                <a:moveTo>
                  <a:pt x="11034068" y="8031956"/>
                </a:moveTo>
                <a:lnTo>
                  <a:pt x="5911840" y="8031956"/>
                </a:lnTo>
                <a:lnTo>
                  <a:pt x="5788671" y="8552656"/>
                </a:lnTo>
                <a:lnTo>
                  <a:pt x="5526627" y="8717756"/>
                </a:lnTo>
                <a:lnTo>
                  <a:pt x="5858953" y="8717756"/>
                </a:lnTo>
                <a:lnTo>
                  <a:pt x="5861559" y="8654256"/>
                </a:lnTo>
                <a:lnTo>
                  <a:pt x="6039638" y="8590756"/>
                </a:lnTo>
                <a:lnTo>
                  <a:pt x="11727822" y="8590756"/>
                </a:lnTo>
                <a:lnTo>
                  <a:pt x="11887442" y="8438356"/>
                </a:lnTo>
                <a:lnTo>
                  <a:pt x="10969582" y="8438356"/>
                </a:lnTo>
                <a:lnTo>
                  <a:pt x="10761483" y="8324056"/>
                </a:lnTo>
                <a:lnTo>
                  <a:pt x="11034068" y="8031956"/>
                </a:lnTo>
                <a:close/>
              </a:path>
              <a:path w="13852525" h="11308715">
                <a:moveTo>
                  <a:pt x="11954577" y="7790656"/>
                </a:moveTo>
                <a:lnTo>
                  <a:pt x="11654158" y="7790656"/>
                </a:lnTo>
                <a:lnTo>
                  <a:pt x="10969582" y="8438356"/>
                </a:lnTo>
                <a:lnTo>
                  <a:pt x="11887442" y="8438356"/>
                </a:lnTo>
                <a:lnTo>
                  <a:pt x="12446113" y="7904956"/>
                </a:lnTo>
                <a:lnTo>
                  <a:pt x="11954577" y="7790656"/>
                </a:lnTo>
                <a:close/>
              </a:path>
              <a:path w="13852525" h="11308715">
                <a:moveTo>
                  <a:pt x="979970" y="7396956"/>
                </a:moveTo>
                <a:lnTo>
                  <a:pt x="935060" y="7409656"/>
                </a:lnTo>
                <a:lnTo>
                  <a:pt x="0" y="8349456"/>
                </a:lnTo>
                <a:lnTo>
                  <a:pt x="44899" y="8336756"/>
                </a:lnTo>
                <a:lnTo>
                  <a:pt x="979970" y="7396956"/>
                </a:lnTo>
                <a:close/>
              </a:path>
              <a:path w="13852525" h="11308715">
                <a:moveTo>
                  <a:pt x="1789442" y="7384256"/>
                </a:moveTo>
                <a:lnTo>
                  <a:pt x="1660137" y="7396956"/>
                </a:lnTo>
                <a:lnTo>
                  <a:pt x="804153" y="8298656"/>
                </a:lnTo>
                <a:lnTo>
                  <a:pt x="933427" y="8298656"/>
                </a:lnTo>
                <a:lnTo>
                  <a:pt x="1789442" y="7384256"/>
                </a:lnTo>
                <a:close/>
              </a:path>
              <a:path w="13852525" h="11308715">
                <a:moveTo>
                  <a:pt x="2598884" y="7371556"/>
                </a:moveTo>
                <a:lnTo>
                  <a:pt x="2385225" y="7384256"/>
                </a:lnTo>
                <a:lnTo>
                  <a:pt x="1608296" y="8260556"/>
                </a:lnTo>
                <a:lnTo>
                  <a:pt x="1821944" y="8247856"/>
                </a:lnTo>
                <a:lnTo>
                  <a:pt x="2598884" y="7371556"/>
                </a:lnTo>
                <a:close/>
              </a:path>
              <a:path w="13852525" h="11308715">
                <a:moveTo>
                  <a:pt x="3408325" y="7358856"/>
                </a:moveTo>
                <a:lnTo>
                  <a:pt x="3110324" y="7371556"/>
                </a:lnTo>
                <a:lnTo>
                  <a:pt x="2412450" y="8222456"/>
                </a:lnTo>
                <a:lnTo>
                  <a:pt x="2710472" y="8197056"/>
                </a:lnTo>
                <a:lnTo>
                  <a:pt x="3408325" y="7358856"/>
                </a:lnTo>
                <a:close/>
              </a:path>
              <a:path w="13852525" h="11308715">
                <a:moveTo>
                  <a:pt x="4217798" y="7346156"/>
                </a:moveTo>
                <a:lnTo>
                  <a:pt x="3835401" y="7358856"/>
                </a:lnTo>
                <a:lnTo>
                  <a:pt x="3216593" y="8171656"/>
                </a:lnTo>
                <a:lnTo>
                  <a:pt x="3598979" y="8158956"/>
                </a:lnTo>
                <a:lnTo>
                  <a:pt x="4217798" y="7346156"/>
                </a:lnTo>
                <a:close/>
              </a:path>
              <a:path w="13852525" h="11308715">
                <a:moveTo>
                  <a:pt x="5027260" y="7333456"/>
                </a:moveTo>
                <a:lnTo>
                  <a:pt x="4560478" y="7346156"/>
                </a:lnTo>
                <a:lnTo>
                  <a:pt x="4020736" y="8133556"/>
                </a:lnTo>
                <a:lnTo>
                  <a:pt x="4487507" y="8108156"/>
                </a:lnTo>
                <a:lnTo>
                  <a:pt x="5027260" y="7333456"/>
                </a:lnTo>
                <a:close/>
              </a:path>
              <a:path w="13852525" h="11308715">
                <a:moveTo>
                  <a:pt x="11539800" y="6863556"/>
                </a:moveTo>
                <a:lnTo>
                  <a:pt x="5944960" y="6863556"/>
                </a:lnTo>
                <a:lnTo>
                  <a:pt x="6091165" y="6939756"/>
                </a:lnTo>
                <a:lnTo>
                  <a:pt x="5750913" y="7320756"/>
                </a:lnTo>
                <a:lnTo>
                  <a:pt x="5465456" y="7333456"/>
                </a:lnTo>
                <a:lnTo>
                  <a:pt x="5285566" y="7333456"/>
                </a:lnTo>
                <a:lnTo>
                  <a:pt x="4824879" y="8082756"/>
                </a:lnTo>
                <a:lnTo>
                  <a:pt x="5226178" y="8070286"/>
                </a:lnTo>
                <a:lnTo>
                  <a:pt x="5226249" y="8070056"/>
                </a:lnTo>
                <a:lnTo>
                  <a:pt x="5725039" y="8070056"/>
                </a:lnTo>
                <a:lnTo>
                  <a:pt x="5732820" y="8044656"/>
                </a:lnTo>
                <a:lnTo>
                  <a:pt x="5911840" y="8031956"/>
                </a:lnTo>
                <a:lnTo>
                  <a:pt x="11034068" y="8031956"/>
                </a:lnTo>
                <a:lnTo>
                  <a:pt x="11045920" y="8019256"/>
                </a:lnTo>
                <a:lnTo>
                  <a:pt x="5405133" y="8019256"/>
                </a:lnTo>
                <a:lnTo>
                  <a:pt x="5764379" y="7435056"/>
                </a:lnTo>
                <a:lnTo>
                  <a:pt x="11064475" y="7435056"/>
                </a:lnTo>
                <a:lnTo>
                  <a:pt x="11337424" y="6927056"/>
                </a:lnTo>
                <a:lnTo>
                  <a:pt x="11539800" y="6863556"/>
                </a:lnTo>
                <a:close/>
              </a:path>
              <a:path w="13852525" h="11308715">
                <a:moveTo>
                  <a:pt x="5233589" y="8070056"/>
                </a:moveTo>
                <a:lnTo>
                  <a:pt x="5226249" y="8070056"/>
                </a:lnTo>
                <a:lnTo>
                  <a:pt x="5226178" y="8070286"/>
                </a:lnTo>
                <a:lnTo>
                  <a:pt x="5233589" y="8070056"/>
                </a:lnTo>
                <a:close/>
              </a:path>
              <a:path w="13852525" h="11308715">
                <a:moveTo>
                  <a:pt x="11064475" y="7435056"/>
                </a:moveTo>
                <a:lnTo>
                  <a:pt x="5764379" y="7435056"/>
                </a:lnTo>
                <a:lnTo>
                  <a:pt x="5932290" y="7473156"/>
                </a:lnTo>
                <a:lnTo>
                  <a:pt x="5689010" y="7930356"/>
                </a:lnTo>
                <a:lnTo>
                  <a:pt x="5405133" y="8019256"/>
                </a:lnTo>
                <a:lnTo>
                  <a:pt x="11045920" y="8019256"/>
                </a:lnTo>
                <a:lnTo>
                  <a:pt x="11247395" y="7803356"/>
                </a:lnTo>
                <a:lnTo>
                  <a:pt x="11654158" y="7790656"/>
                </a:lnTo>
                <a:lnTo>
                  <a:pt x="11954577" y="7790656"/>
                </a:lnTo>
                <a:lnTo>
                  <a:pt x="11899962" y="7777956"/>
                </a:lnTo>
                <a:lnTo>
                  <a:pt x="11910475" y="7777956"/>
                </a:lnTo>
                <a:lnTo>
                  <a:pt x="11996729" y="7638256"/>
                </a:lnTo>
                <a:lnTo>
                  <a:pt x="11228548" y="7638256"/>
                </a:lnTo>
                <a:lnTo>
                  <a:pt x="10989414" y="7574756"/>
                </a:lnTo>
                <a:lnTo>
                  <a:pt x="11064475" y="7435056"/>
                </a:lnTo>
                <a:close/>
              </a:path>
              <a:path w="13852525" h="11308715">
                <a:moveTo>
                  <a:pt x="13715058" y="6647656"/>
                </a:moveTo>
                <a:lnTo>
                  <a:pt x="13049916" y="6673056"/>
                </a:lnTo>
                <a:lnTo>
                  <a:pt x="12278526" y="7790656"/>
                </a:lnTo>
                <a:lnTo>
                  <a:pt x="12943658" y="7765256"/>
                </a:lnTo>
                <a:lnTo>
                  <a:pt x="13715058" y="6647656"/>
                </a:lnTo>
                <a:close/>
              </a:path>
              <a:path w="13852525" h="11308715">
                <a:moveTo>
                  <a:pt x="13851902" y="7219156"/>
                </a:moveTo>
                <a:lnTo>
                  <a:pt x="13431926" y="7765256"/>
                </a:lnTo>
                <a:lnTo>
                  <a:pt x="13851902" y="7752556"/>
                </a:lnTo>
                <a:lnTo>
                  <a:pt x="13851902" y="7219156"/>
                </a:lnTo>
                <a:close/>
              </a:path>
              <a:path w="13852525" h="11308715">
                <a:moveTo>
                  <a:pt x="12514256" y="6800056"/>
                </a:moveTo>
                <a:lnTo>
                  <a:pt x="11742176" y="6800056"/>
                </a:lnTo>
                <a:lnTo>
                  <a:pt x="11228548" y="7638256"/>
                </a:lnTo>
                <a:lnTo>
                  <a:pt x="11996729" y="7638256"/>
                </a:lnTo>
                <a:lnTo>
                  <a:pt x="12514256" y="6800056"/>
                </a:lnTo>
                <a:close/>
              </a:path>
              <a:path w="13852525" h="11308715">
                <a:moveTo>
                  <a:pt x="5518683" y="6653162"/>
                </a:moveTo>
                <a:lnTo>
                  <a:pt x="4909473" y="7244556"/>
                </a:lnTo>
                <a:lnTo>
                  <a:pt x="5292969" y="7333456"/>
                </a:lnTo>
                <a:lnTo>
                  <a:pt x="5465456" y="7333456"/>
                </a:lnTo>
                <a:lnTo>
                  <a:pt x="5944960" y="6863556"/>
                </a:lnTo>
                <a:lnTo>
                  <a:pt x="11539800" y="6863556"/>
                </a:lnTo>
                <a:lnTo>
                  <a:pt x="11742176" y="6800056"/>
                </a:lnTo>
                <a:lnTo>
                  <a:pt x="12514256" y="6800056"/>
                </a:lnTo>
                <a:lnTo>
                  <a:pt x="12529939" y="6774656"/>
                </a:lnTo>
                <a:lnTo>
                  <a:pt x="11020240" y="6774656"/>
                </a:lnTo>
                <a:lnTo>
                  <a:pt x="11026344" y="6749256"/>
                </a:lnTo>
                <a:lnTo>
                  <a:pt x="5960991" y="6749256"/>
                </a:lnTo>
                <a:lnTo>
                  <a:pt x="5693135" y="6685756"/>
                </a:lnTo>
                <a:lnTo>
                  <a:pt x="5737997" y="6660356"/>
                </a:lnTo>
                <a:lnTo>
                  <a:pt x="5531297" y="6660356"/>
                </a:lnTo>
                <a:lnTo>
                  <a:pt x="5518683" y="6653162"/>
                </a:lnTo>
                <a:close/>
              </a:path>
              <a:path w="13852525" h="11308715">
                <a:moveTo>
                  <a:pt x="4847957" y="6482556"/>
                </a:moveTo>
                <a:lnTo>
                  <a:pt x="4151925" y="7079456"/>
                </a:lnTo>
                <a:lnTo>
                  <a:pt x="4590069" y="7181056"/>
                </a:lnTo>
                <a:lnTo>
                  <a:pt x="5286111" y="6584156"/>
                </a:lnTo>
                <a:lnTo>
                  <a:pt x="4847957" y="6482556"/>
                </a:lnTo>
                <a:close/>
              </a:path>
              <a:path w="13852525" h="11308715">
                <a:moveTo>
                  <a:pt x="4171558" y="6304756"/>
                </a:moveTo>
                <a:lnTo>
                  <a:pt x="3394367" y="6914356"/>
                </a:lnTo>
                <a:lnTo>
                  <a:pt x="3753519" y="7003256"/>
                </a:lnTo>
                <a:lnTo>
                  <a:pt x="4530731" y="6393656"/>
                </a:lnTo>
                <a:lnTo>
                  <a:pt x="4171558" y="6304756"/>
                </a:lnTo>
                <a:close/>
              </a:path>
              <a:path w="13852525" h="11308715">
                <a:moveTo>
                  <a:pt x="3495139" y="6139656"/>
                </a:moveTo>
                <a:lnTo>
                  <a:pt x="2636809" y="6761956"/>
                </a:lnTo>
                <a:lnTo>
                  <a:pt x="2916968" y="6825456"/>
                </a:lnTo>
                <a:lnTo>
                  <a:pt x="3775330" y="6203156"/>
                </a:lnTo>
                <a:lnTo>
                  <a:pt x="3495139" y="6139656"/>
                </a:lnTo>
                <a:close/>
              </a:path>
              <a:path w="13852525" h="11308715">
                <a:moveTo>
                  <a:pt x="12278779" y="5809456"/>
                </a:moveTo>
                <a:lnTo>
                  <a:pt x="11571134" y="5809456"/>
                </a:lnTo>
                <a:lnTo>
                  <a:pt x="11275332" y="6774656"/>
                </a:lnTo>
                <a:lnTo>
                  <a:pt x="12529939" y="6774656"/>
                </a:lnTo>
                <a:lnTo>
                  <a:pt x="12561304" y="6723856"/>
                </a:lnTo>
                <a:lnTo>
                  <a:pt x="11986744" y="6723856"/>
                </a:lnTo>
                <a:lnTo>
                  <a:pt x="11997286" y="6723626"/>
                </a:lnTo>
                <a:lnTo>
                  <a:pt x="12278779" y="5809456"/>
                </a:lnTo>
                <a:close/>
              </a:path>
              <a:path w="13852525" h="11308715">
                <a:moveTo>
                  <a:pt x="11117907" y="6368256"/>
                </a:moveTo>
                <a:lnTo>
                  <a:pt x="6253903" y="6368256"/>
                </a:lnTo>
                <a:lnTo>
                  <a:pt x="6369868" y="6482556"/>
                </a:lnTo>
                <a:lnTo>
                  <a:pt x="5960991" y="6749256"/>
                </a:lnTo>
                <a:lnTo>
                  <a:pt x="11026344" y="6749256"/>
                </a:lnTo>
                <a:lnTo>
                  <a:pt x="11117907" y="6368256"/>
                </a:lnTo>
                <a:close/>
              </a:path>
              <a:path w="13852525" h="11308715">
                <a:moveTo>
                  <a:pt x="11997286" y="6723626"/>
                </a:moveTo>
                <a:lnTo>
                  <a:pt x="11986744" y="6723856"/>
                </a:lnTo>
                <a:lnTo>
                  <a:pt x="11997215" y="6723856"/>
                </a:lnTo>
                <a:lnTo>
                  <a:pt x="11997286" y="6723626"/>
                </a:lnTo>
                <a:close/>
              </a:path>
              <a:path w="13852525" h="11308715">
                <a:moveTo>
                  <a:pt x="12569146" y="6711156"/>
                </a:moveTo>
                <a:lnTo>
                  <a:pt x="11997286" y="6723626"/>
                </a:lnTo>
                <a:lnTo>
                  <a:pt x="11997215" y="6723856"/>
                </a:lnTo>
                <a:lnTo>
                  <a:pt x="12561304" y="6723856"/>
                </a:lnTo>
                <a:lnTo>
                  <a:pt x="12569146" y="6711156"/>
                </a:lnTo>
                <a:close/>
              </a:path>
              <a:path w="13852525" h="11308715">
                <a:moveTo>
                  <a:pt x="5524355" y="6647656"/>
                </a:moveTo>
                <a:lnTo>
                  <a:pt x="5518683" y="6653162"/>
                </a:lnTo>
                <a:lnTo>
                  <a:pt x="5531297" y="6660356"/>
                </a:lnTo>
                <a:lnTo>
                  <a:pt x="5524355" y="6647656"/>
                </a:lnTo>
                <a:close/>
              </a:path>
              <a:path w="13852525" h="11308715">
                <a:moveTo>
                  <a:pt x="5760427" y="6647656"/>
                </a:moveTo>
                <a:lnTo>
                  <a:pt x="5524355" y="6647656"/>
                </a:lnTo>
                <a:lnTo>
                  <a:pt x="5531297" y="6660356"/>
                </a:lnTo>
                <a:lnTo>
                  <a:pt x="5737997" y="6660356"/>
                </a:lnTo>
                <a:lnTo>
                  <a:pt x="5760427" y="6647656"/>
                </a:lnTo>
                <a:close/>
              </a:path>
              <a:path w="13852525" h="11308715">
                <a:moveTo>
                  <a:pt x="6424317" y="5606831"/>
                </a:moveTo>
                <a:lnTo>
                  <a:pt x="5657293" y="5809456"/>
                </a:lnTo>
                <a:lnTo>
                  <a:pt x="5922374" y="6063456"/>
                </a:lnTo>
                <a:lnTo>
                  <a:pt x="5916343" y="6063456"/>
                </a:lnTo>
                <a:lnTo>
                  <a:pt x="5197244" y="6469856"/>
                </a:lnTo>
                <a:lnTo>
                  <a:pt x="5518683" y="6653162"/>
                </a:lnTo>
                <a:lnTo>
                  <a:pt x="5524355" y="6647656"/>
                </a:lnTo>
                <a:lnTo>
                  <a:pt x="5760427" y="6647656"/>
                </a:lnTo>
                <a:lnTo>
                  <a:pt x="6253903" y="6368256"/>
                </a:lnTo>
                <a:lnTo>
                  <a:pt x="11117907" y="6368256"/>
                </a:lnTo>
                <a:lnTo>
                  <a:pt x="11142323" y="6266656"/>
                </a:lnTo>
                <a:lnTo>
                  <a:pt x="6296677" y="6266656"/>
                </a:lnTo>
                <a:lnTo>
                  <a:pt x="6063354" y="6139656"/>
                </a:lnTo>
                <a:lnTo>
                  <a:pt x="6663200" y="5987256"/>
                </a:lnTo>
                <a:lnTo>
                  <a:pt x="10839816" y="5987256"/>
                </a:lnTo>
                <a:lnTo>
                  <a:pt x="10837873" y="5898356"/>
                </a:lnTo>
                <a:lnTo>
                  <a:pt x="6728318" y="5898356"/>
                </a:lnTo>
                <a:lnTo>
                  <a:pt x="6543162" y="5720556"/>
                </a:lnTo>
                <a:lnTo>
                  <a:pt x="7526064" y="5720556"/>
                </a:lnTo>
                <a:lnTo>
                  <a:pt x="7221518" y="5657056"/>
                </a:lnTo>
                <a:lnTo>
                  <a:pt x="7199043" y="5618956"/>
                </a:lnTo>
                <a:lnTo>
                  <a:pt x="6431280" y="5618956"/>
                </a:lnTo>
                <a:lnTo>
                  <a:pt x="6424317" y="5606831"/>
                </a:lnTo>
                <a:close/>
              </a:path>
              <a:path w="13852525" h="11308715">
                <a:moveTo>
                  <a:pt x="2818762" y="5961856"/>
                </a:moveTo>
                <a:lnTo>
                  <a:pt x="1879251" y="6596856"/>
                </a:lnTo>
                <a:lnTo>
                  <a:pt x="2080439" y="6634956"/>
                </a:lnTo>
                <a:lnTo>
                  <a:pt x="3019960" y="5999956"/>
                </a:lnTo>
                <a:lnTo>
                  <a:pt x="2818762" y="5961856"/>
                </a:lnTo>
                <a:close/>
              </a:path>
              <a:path w="13852525" h="11308715">
                <a:moveTo>
                  <a:pt x="13512185" y="5123656"/>
                </a:moveTo>
                <a:lnTo>
                  <a:pt x="12850645" y="5326856"/>
                </a:lnTo>
                <a:lnTo>
                  <a:pt x="12369675" y="6634956"/>
                </a:lnTo>
                <a:lnTo>
                  <a:pt x="13031205" y="6431756"/>
                </a:lnTo>
                <a:lnTo>
                  <a:pt x="13512185" y="5123656"/>
                </a:lnTo>
                <a:close/>
              </a:path>
              <a:path w="13852525" h="11308715">
                <a:moveTo>
                  <a:pt x="2142343" y="5784056"/>
                </a:moveTo>
                <a:lnTo>
                  <a:pt x="1121683" y="6431756"/>
                </a:lnTo>
                <a:lnTo>
                  <a:pt x="1243888" y="6457156"/>
                </a:lnTo>
                <a:lnTo>
                  <a:pt x="2264569" y="5809456"/>
                </a:lnTo>
                <a:lnTo>
                  <a:pt x="2142343" y="5784056"/>
                </a:lnTo>
                <a:close/>
              </a:path>
              <a:path w="13852525" h="11308715">
                <a:moveTo>
                  <a:pt x="5331094" y="5733256"/>
                </a:moveTo>
                <a:lnTo>
                  <a:pt x="4534301" y="6126956"/>
                </a:lnTo>
                <a:lnTo>
                  <a:pt x="4916153" y="6330156"/>
                </a:lnTo>
                <a:lnTo>
                  <a:pt x="5712935" y="5936456"/>
                </a:lnTo>
                <a:lnTo>
                  <a:pt x="5331094" y="5733256"/>
                </a:lnTo>
                <a:close/>
              </a:path>
              <a:path w="13852525" h="11308715">
                <a:moveTo>
                  <a:pt x="13851902" y="5530056"/>
                </a:moveTo>
                <a:lnTo>
                  <a:pt x="13523546" y="6304756"/>
                </a:lnTo>
                <a:lnTo>
                  <a:pt x="13851902" y="6203156"/>
                </a:lnTo>
                <a:lnTo>
                  <a:pt x="13851902" y="5530056"/>
                </a:lnTo>
                <a:close/>
              </a:path>
              <a:path w="13852525" h="11308715">
                <a:moveTo>
                  <a:pt x="1509179" y="5618956"/>
                </a:moveTo>
                <a:lnTo>
                  <a:pt x="1465955" y="5618956"/>
                </a:lnTo>
                <a:lnTo>
                  <a:pt x="364135" y="6266656"/>
                </a:lnTo>
                <a:lnTo>
                  <a:pt x="407359" y="6266656"/>
                </a:lnTo>
                <a:lnTo>
                  <a:pt x="1509179" y="5618956"/>
                </a:lnTo>
                <a:close/>
              </a:path>
              <a:path w="13852525" h="11308715">
                <a:moveTo>
                  <a:pt x="11840169" y="4882356"/>
                </a:moveTo>
                <a:lnTo>
                  <a:pt x="11137440" y="4882356"/>
                </a:lnTo>
                <a:lnTo>
                  <a:pt x="11093704" y="5898356"/>
                </a:lnTo>
                <a:lnTo>
                  <a:pt x="10839816" y="5987256"/>
                </a:lnTo>
                <a:lnTo>
                  <a:pt x="6663200" y="5987256"/>
                </a:lnTo>
                <a:lnTo>
                  <a:pt x="6742904" y="6126956"/>
                </a:lnTo>
                <a:lnTo>
                  <a:pt x="6296677" y="6266656"/>
                </a:lnTo>
                <a:lnTo>
                  <a:pt x="11142323" y="6266656"/>
                </a:lnTo>
                <a:lnTo>
                  <a:pt x="11197261" y="6038056"/>
                </a:lnTo>
                <a:lnTo>
                  <a:pt x="11571134" y="5809456"/>
                </a:lnTo>
                <a:lnTo>
                  <a:pt x="12278779" y="5809456"/>
                </a:lnTo>
                <a:lnTo>
                  <a:pt x="12321796" y="5669756"/>
                </a:lnTo>
                <a:lnTo>
                  <a:pt x="11797054" y="5669756"/>
                </a:lnTo>
                <a:lnTo>
                  <a:pt x="11806857" y="5666748"/>
                </a:lnTo>
                <a:lnTo>
                  <a:pt x="11840169" y="4882356"/>
                </a:lnTo>
                <a:close/>
              </a:path>
              <a:path w="13852525" h="11308715">
                <a:moveTo>
                  <a:pt x="4745855" y="5390356"/>
                </a:moveTo>
                <a:lnTo>
                  <a:pt x="3871369" y="5784056"/>
                </a:lnTo>
                <a:lnTo>
                  <a:pt x="4184595" y="5949156"/>
                </a:lnTo>
                <a:lnTo>
                  <a:pt x="5059081" y="5568156"/>
                </a:lnTo>
                <a:lnTo>
                  <a:pt x="4745855" y="5390356"/>
                </a:lnTo>
                <a:close/>
              </a:path>
              <a:path w="13852525" h="11308715">
                <a:moveTo>
                  <a:pt x="7526064" y="5720556"/>
                </a:moveTo>
                <a:lnTo>
                  <a:pt x="7139688" y="5720556"/>
                </a:lnTo>
                <a:lnTo>
                  <a:pt x="7179875" y="5872956"/>
                </a:lnTo>
                <a:lnTo>
                  <a:pt x="6728318" y="5898356"/>
                </a:lnTo>
                <a:lnTo>
                  <a:pt x="10837873" y="5898356"/>
                </a:lnTo>
                <a:lnTo>
                  <a:pt x="10834542" y="5745956"/>
                </a:lnTo>
                <a:lnTo>
                  <a:pt x="7647882" y="5745956"/>
                </a:lnTo>
                <a:lnTo>
                  <a:pt x="7526064" y="5720556"/>
                </a:lnTo>
                <a:close/>
              </a:path>
              <a:path w="13852525" h="11308715">
                <a:moveTo>
                  <a:pt x="7709259" y="5441156"/>
                </a:moveTo>
                <a:lnTo>
                  <a:pt x="7094160" y="5441156"/>
                </a:lnTo>
                <a:lnTo>
                  <a:pt x="7647651" y="5593556"/>
                </a:lnTo>
                <a:lnTo>
                  <a:pt x="7647882" y="5745956"/>
                </a:lnTo>
                <a:lnTo>
                  <a:pt x="10834542" y="5745956"/>
                </a:lnTo>
                <a:lnTo>
                  <a:pt x="10831212" y="5593556"/>
                </a:lnTo>
                <a:lnTo>
                  <a:pt x="7807228" y="5593556"/>
                </a:lnTo>
                <a:lnTo>
                  <a:pt x="7739743" y="5555456"/>
                </a:lnTo>
                <a:lnTo>
                  <a:pt x="7709259" y="5441156"/>
                </a:lnTo>
                <a:close/>
              </a:path>
              <a:path w="13852525" h="11308715">
                <a:moveTo>
                  <a:pt x="11806857" y="5666748"/>
                </a:moveTo>
                <a:lnTo>
                  <a:pt x="11797054" y="5669756"/>
                </a:lnTo>
                <a:lnTo>
                  <a:pt x="11806729" y="5669756"/>
                </a:lnTo>
                <a:lnTo>
                  <a:pt x="11806857" y="5666748"/>
                </a:lnTo>
                <a:close/>
              </a:path>
              <a:path w="13852525" h="11308715">
                <a:moveTo>
                  <a:pt x="12376544" y="5491956"/>
                </a:moveTo>
                <a:lnTo>
                  <a:pt x="11806857" y="5666748"/>
                </a:lnTo>
                <a:lnTo>
                  <a:pt x="11806729" y="5669756"/>
                </a:lnTo>
                <a:lnTo>
                  <a:pt x="12321796" y="5669756"/>
                </a:lnTo>
                <a:lnTo>
                  <a:pt x="12376544" y="5491956"/>
                </a:lnTo>
                <a:close/>
              </a:path>
              <a:path w="13852525" h="11308715">
                <a:moveTo>
                  <a:pt x="6426495" y="5606256"/>
                </a:moveTo>
                <a:lnTo>
                  <a:pt x="6424317" y="5606831"/>
                </a:lnTo>
                <a:lnTo>
                  <a:pt x="6431280" y="5618956"/>
                </a:lnTo>
                <a:lnTo>
                  <a:pt x="6426495" y="5606256"/>
                </a:lnTo>
                <a:close/>
              </a:path>
              <a:path w="13852525" h="11308715">
                <a:moveTo>
                  <a:pt x="7191551" y="5606256"/>
                </a:moveTo>
                <a:lnTo>
                  <a:pt x="6426495" y="5606256"/>
                </a:lnTo>
                <a:lnTo>
                  <a:pt x="6431280" y="5618956"/>
                </a:lnTo>
                <a:lnTo>
                  <a:pt x="7199043" y="5618956"/>
                </a:lnTo>
                <a:lnTo>
                  <a:pt x="7191551" y="5606256"/>
                </a:lnTo>
                <a:close/>
              </a:path>
              <a:path w="13852525" h="11308715">
                <a:moveTo>
                  <a:pt x="7013797" y="5301456"/>
                </a:moveTo>
                <a:lnTo>
                  <a:pt x="6248940" y="5301456"/>
                </a:lnTo>
                <a:lnTo>
                  <a:pt x="6424317" y="5606831"/>
                </a:lnTo>
                <a:lnTo>
                  <a:pt x="6426495" y="5606256"/>
                </a:lnTo>
                <a:lnTo>
                  <a:pt x="7191551" y="5606256"/>
                </a:lnTo>
                <a:lnTo>
                  <a:pt x="7094160" y="5441156"/>
                </a:lnTo>
                <a:lnTo>
                  <a:pt x="7709259" y="5441156"/>
                </a:lnTo>
                <a:lnTo>
                  <a:pt x="7675389" y="5314156"/>
                </a:lnTo>
                <a:lnTo>
                  <a:pt x="7017210" y="5314156"/>
                </a:lnTo>
                <a:lnTo>
                  <a:pt x="7013797" y="5301456"/>
                </a:lnTo>
                <a:close/>
              </a:path>
              <a:path w="13852525" h="11308715">
                <a:moveTo>
                  <a:pt x="5966362" y="5149056"/>
                </a:moveTo>
                <a:lnTo>
                  <a:pt x="5127917" y="5314156"/>
                </a:lnTo>
                <a:lnTo>
                  <a:pt x="5431122" y="5606256"/>
                </a:lnTo>
                <a:lnTo>
                  <a:pt x="6269568" y="5441156"/>
                </a:lnTo>
                <a:lnTo>
                  <a:pt x="5966362" y="5149056"/>
                </a:lnTo>
                <a:close/>
              </a:path>
              <a:path w="13852525" h="11308715">
                <a:moveTo>
                  <a:pt x="10824828" y="5301456"/>
                </a:moveTo>
                <a:lnTo>
                  <a:pt x="7013912" y="5301456"/>
                </a:lnTo>
                <a:lnTo>
                  <a:pt x="7017210" y="5314156"/>
                </a:lnTo>
                <a:lnTo>
                  <a:pt x="7675389" y="5314156"/>
                </a:lnTo>
                <a:lnTo>
                  <a:pt x="7851561" y="5428456"/>
                </a:lnTo>
                <a:lnTo>
                  <a:pt x="7807228" y="5593556"/>
                </a:lnTo>
                <a:lnTo>
                  <a:pt x="10831212" y="5593556"/>
                </a:lnTo>
                <a:lnTo>
                  <a:pt x="10824828" y="5301456"/>
                </a:lnTo>
                <a:close/>
              </a:path>
              <a:path w="13852525" h="11308715">
                <a:moveTo>
                  <a:pt x="4160606" y="5060156"/>
                </a:moveTo>
                <a:lnTo>
                  <a:pt x="3208425" y="5428456"/>
                </a:lnTo>
                <a:lnTo>
                  <a:pt x="3453025" y="5568156"/>
                </a:lnTo>
                <a:lnTo>
                  <a:pt x="4405227" y="5187156"/>
                </a:lnTo>
                <a:lnTo>
                  <a:pt x="4160606" y="5060156"/>
                </a:lnTo>
                <a:close/>
              </a:path>
              <a:path w="13852525" h="11308715">
                <a:moveTo>
                  <a:pt x="12906926" y="3688556"/>
                </a:moveTo>
                <a:lnTo>
                  <a:pt x="12296149" y="4056856"/>
                </a:lnTo>
                <a:lnTo>
                  <a:pt x="12157399" y="5479256"/>
                </a:lnTo>
                <a:lnTo>
                  <a:pt x="12768176" y="5098256"/>
                </a:lnTo>
                <a:lnTo>
                  <a:pt x="12906926" y="3688556"/>
                </a:lnTo>
                <a:close/>
              </a:path>
              <a:path w="13852525" h="11308715">
                <a:moveTo>
                  <a:pt x="6925066" y="4971256"/>
                </a:moveTo>
                <a:lnTo>
                  <a:pt x="7017210" y="5314156"/>
                </a:lnTo>
                <a:lnTo>
                  <a:pt x="7013912" y="5301456"/>
                </a:lnTo>
                <a:lnTo>
                  <a:pt x="10824828" y="5301456"/>
                </a:lnTo>
                <a:lnTo>
                  <a:pt x="10823717" y="5250656"/>
                </a:lnTo>
                <a:lnTo>
                  <a:pt x="10448079" y="5250656"/>
                </a:lnTo>
                <a:lnTo>
                  <a:pt x="10425930" y="5174456"/>
                </a:lnTo>
                <a:lnTo>
                  <a:pt x="7634846" y="5174456"/>
                </a:lnTo>
                <a:lnTo>
                  <a:pt x="6925066" y="4971256"/>
                </a:lnTo>
                <a:close/>
              </a:path>
              <a:path w="13852525" h="11308715">
                <a:moveTo>
                  <a:pt x="11205803" y="4082256"/>
                </a:moveTo>
                <a:lnTo>
                  <a:pt x="10455922" y="4082256"/>
                </a:lnTo>
                <a:lnTo>
                  <a:pt x="10682669" y="5098256"/>
                </a:lnTo>
                <a:lnTo>
                  <a:pt x="10448079" y="5250656"/>
                </a:lnTo>
                <a:lnTo>
                  <a:pt x="10823717" y="5250656"/>
                </a:lnTo>
                <a:lnTo>
                  <a:pt x="10822885" y="5212556"/>
                </a:lnTo>
                <a:lnTo>
                  <a:pt x="11137440" y="4882356"/>
                </a:lnTo>
                <a:lnTo>
                  <a:pt x="11840169" y="4882356"/>
                </a:lnTo>
                <a:lnTo>
                  <a:pt x="11848798" y="4679156"/>
                </a:lnTo>
                <a:lnTo>
                  <a:pt x="11327529" y="4679156"/>
                </a:lnTo>
                <a:lnTo>
                  <a:pt x="11335665" y="4666456"/>
                </a:lnTo>
                <a:lnTo>
                  <a:pt x="11205803" y="4082256"/>
                </a:lnTo>
                <a:close/>
              </a:path>
              <a:path w="13852525" h="11308715">
                <a:moveTo>
                  <a:pt x="3575367" y="4729956"/>
                </a:moveTo>
                <a:lnTo>
                  <a:pt x="2545503" y="5085556"/>
                </a:lnTo>
                <a:lnTo>
                  <a:pt x="2721508" y="5174456"/>
                </a:lnTo>
                <a:lnTo>
                  <a:pt x="3751372" y="4818856"/>
                </a:lnTo>
                <a:lnTo>
                  <a:pt x="3575367" y="4729956"/>
                </a:lnTo>
                <a:close/>
              </a:path>
              <a:path w="13852525" h="11308715">
                <a:moveTo>
                  <a:pt x="7635599" y="4831556"/>
                </a:moveTo>
                <a:lnTo>
                  <a:pt x="7636510" y="5174456"/>
                </a:lnTo>
                <a:lnTo>
                  <a:pt x="10425930" y="5174456"/>
                </a:lnTo>
                <a:lnTo>
                  <a:pt x="10381632" y="5022056"/>
                </a:lnTo>
                <a:lnTo>
                  <a:pt x="7958396" y="5022056"/>
                </a:lnTo>
                <a:lnTo>
                  <a:pt x="7635599" y="4831556"/>
                </a:lnTo>
                <a:close/>
              </a:path>
              <a:path w="13852525" h="11308715">
                <a:moveTo>
                  <a:pt x="5880899" y="4704556"/>
                </a:moveTo>
                <a:lnTo>
                  <a:pt x="6089699" y="5047456"/>
                </a:lnTo>
                <a:lnTo>
                  <a:pt x="6911307" y="5098256"/>
                </a:lnTo>
                <a:lnTo>
                  <a:pt x="6702487" y="4742656"/>
                </a:lnTo>
                <a:lnTo>
                  <a:pt x="5880899" y="4704556"/>
                </a:lnTo>
                <a:close/>
              </a:path>
              <a:path w="13852525" h="11308715">
                <a:moveTo>
                  <a:pt x="5506209" y="4679156"/>
                </a:moveTo>
                <a:lnTo>
                  <a:pt x="4598540" y="4818856"/>
                </a:lnTo>
                <a:lnTo>
                  <a:pt x="4847496" y="5060156"/>
                </a:lnTo>
                <a:lnTo>
                  <a:pt x="5755175" y="4920456"/>
                </a:lnTo>
                <a:lnTo>
                  <a:pt x="5506209" y="4679156"/>
                </a:lnTo>
                <a:close/>
              </a:path>
              <a:path w="13852525" h="11308715">
                <a:moveTo>
                  <a:pt x="7623663" y="4145756"/>
                </a:moveTo>
                <a:lnTo>
                  <a:pt x="7625328" y="4539456"/>
                </a:lnTo>
                <a:lnTo>
                  <a:pt x="8015075" y="4806156"/>
                </a:lnTo>
                <a:lnTo>
                  <a:pt x="7958396" y="5022056"/>
                </a:lnTo>
                <a:lnTo>
                  <a:pt x="10381632" y="5022056"/>
                </a:lnTo>
                <a:lnTo>
                  <a:pt x="10267195" y="4628356"/>
                </a:lnTo>
                <a:lnTo>
                  <a:pt x="9859992" y="4628356"/>
                </a:lnTo>
                <a:lnTo>
                  <a:pt x="9760072" y="4463256"/>
                </a:lnTo>
                <a:lnTo>
                  <a:pt x="8084937" y="4463256"/>
                </a:lnTo>
                <a:lnTo>
                  <a:pt x="7623663" y="4145756"/>
                </a:lnTo>
                <a:close/>
              </a:path>
              <a:path w="13852525" h="11308715">
                <a:moveTo>
                  <a:pt x="6733763" y="4310856"/>
                </a:moveTo>
                <a:lnTo>
                  <a:pt x="6839582" y="4691856"/>
                </a:lnTo>
                <a:lnTo>
                  <a:pt x="7590302" y="4945856"/>
                </a:lnTo>
                <a:lnTo>
                  <a:pt x="7484484" y="4564856"/>
                </a:lnTo>
                <a:lnTo>
                  <a:pt x="6733763" y="4310856"/>
                </a:lnTo>
                <a:close/>
              </a:path>
              <a:path w="13852525" h="11308715">
                <a:moveTo>
                  <a:pt x="13851902" y="3078956"/>
                </a:moveTo>
                <a:lnTo>
                  <a:pt x="13451318" y="3332956"/>
                </a:lnTo>
                <a:lnTo>
                  <a:pt x="13229900" y="4844256"/>
                </a:lnTo>
                <a:lnTo>
                  <a:pt x="13729634" y="4526756"/>
                </a:lnTo>
                <a:lnTo>
                  <a:pt x="13851902" y="3688556"/>
                </a:lnTo>
                <a:lnTo>
                  <a:pt x="13851902" y="3078956"/>
                </a:lnTo>
                <a:close/>
              </a:path>
              <a:path w="13852525" h="11308715">
                <a:moveTo>
                  <a:pt x="2990128" y="4387056"/>
                </a:moveTo>
                <a:lnTo>
                  <a:pt x="1882560" y="4742656"/>
                </a:lnTo>
                <a:lnTo>
                  <a:pt x="1989928" y="4793456"/>
                </a:lnTo>
                <a:lnTo>
                  <a:pt x="3097518" y="4437856"/>
                </a:lnTo>
                <a:lnTo>
                  <a:pt x="2990128" y="4387056"/>
                </a:lnTo>
                <a:close/>
              </a:path>
              <a:path w="13852525" h="11308715">
                <a:moveTo>
                  <a:pt x="11862822" y="4348956"/>
                </a:moveTo>
                <a:lnTo>
                  <a:pt x="11327529" y="4679156"/>
                </a:lnTo>
                <a:lnTo>
                  <a:pt x="11848798" y="4679156"/>
                </a:lnTo>
                <a:lnTo>
                  <a:pt x="11862822" y="4348956"/>
                </a:lnTo>
                <a:close/>
              </a:path>
              <a:path w="13852525" h="11308715">
                <a:moveTo>
                  <a:pt x="10419085" y="3472656"/>
                </a:moveTo>
                <a:lnTo>
                  <a:pt x="9559876" y="3472656"/>
                </a:lnTo>
                <a:lnTo>
                  <a:pt x="10057473" y="4412456"/>
                </a:lnTo>
                <a:lnTo>
                  <a:pt x="9859992" y="4628356"/>
                </a:lnTo>
                <a:lnTo>
                  <a:pt x="10267195" y="4628356"/>
                </a:lnTo>
                <a:lnTo>
                  <a:pt x="10226589" y="4488656"/>
                </a:lnTo>
                <a:lnTo>
                  <a:pt x="10455922" y="4082256"/>
                </a:lnTo>
                <a:lnTo>
                  <a:pt x="11205803" y="4082256"/>
                </a:lnTo>
                <a:lnTo>
                  <a:pt x="11149342" y="3828256"/>
                </a:lnTo>
                <a:lnTo>
                  <a:pt x="10594494" y="3828256"/>
                </a:lnTo>
                <a:lnTo>
                  <a:pt x="10600441" y="3815556"/>
                </a:lnTo>
                <a:lnTo>
                  <a:pt x="10419085" y="3472656"/>
                </a:lnTo>
                <a:close/>
              </a:path>
              <a:path w="13852525" h="11308715">
                <a:moveTo>
                  <a:pt x="5046076" y="4209256"/>
                </a:moveTo>
                <a:lnTo>
                  <a:pt x="4069174" y="4323556"/>
                </a:lnTo>
                <a:lnTo>
                  <a:pt x="4263849" y="4501356"/>
                </a:lnTo>
                <a:lnTo>
                  <a:pt x="5240793" y="4399756"/>
                </a:lnTo>
                <a:lnTo>
                  <a:pt x="5046076" y="4209256"/>
                </a:lnTo>
                <a:close/>
              </a:path>
              <a:path w="13852525" h="11308715">
                <a:moveTo>
                  <a:pt x="5512868" y="4094956"/>
                </a:moveTo>
                <a:lnTo>
                  <a:pt x="5684591" y="4387056"/>
                </a:lnTo>
                <a:lnTo>
                  <a:pt x="6562805" y="4475956"/>
                </a:lnTo>
                <a:lnTo>
                  <a:pt x="6391082" y="4196556"/>
                </a:lnTo>
                <a:lnTo>
                  <a:pt x="5512868" y="4094956"/>
                </a:lnTo>
                <a:close/>
              </a:path>
              <a:path w="13852525" h="11308715">
                <a:moveTo>
                  <a:pt x="7611736" y="3472656"/>
                </a:moveTo>
                <a:lnTo>
                  <a:pt x="7613820" y="3790156"/>
                </a:lnTo>
                <a:lnTo>
                  <a:pt x="8154243" y="4209256"/>
                </a:lnTo>
                <a:lnTo>
                  <a:pt x="8084937" y="4463256"/>
                </a:lnTo>
                <a:lnTo>
                  <a:pt x="9760072" y="4463256"/>
                </a:lnTo>
                <a:lnTo>
                  <a:pt x="9583289" y="4171156"/>
                </a:lnTo>
                <a:lnTo>
                  <a:pt x="9105377" y="4171156"/>
                </a:lnTo>
                <a:lnTo>
                  <a:pt x="8844315" y="3929856"/>
                </a:lnTo>
                <a:lnTo>
                  <a:pt x="8225341" y="3929856"/>
                </a:lnTo>
                <a:lnTo>
                  <a:pt x="7611736" y="3472656"/>
                </a:lnTo>
                <a:close/>
              </a:path>
              <a:path w="13852525" h="11308715">
                <a:moveTo>
                  <a:pt x="2404879" y="4056856"/>
                </a:moveTo>
                <a:lnTo>
                  <a:pt x="1219606" y="4387056"/>
                </a:lnTo>
                <a:lnTo>
                  <a:pt x="1258380" y="4412456"/>
                </a:lnTo>
                <a:lnTo>
                  <a:pt x="2443632" y="4069556"/>
                </a:lnTo>
                <a:lnTo>
                  <a:pt x="2404879" y="4056856"/>
                </a:lnTo>
                <a:close/>
              </a:path>
              <a:path w="13852525" h="11308715">
                <a:moveTo>
                  <a:pt x="11917783" y="2418556"/>
                </a:moveTo>
                <a:lnTo>
                  <a:pt x="11404218" y="2964656"/>
                </a:lnTo>
                <a:lnTo>
                  <a:pt x="11638347" y="4387056"/>
                </a:lnTo>
                <a:lnTo>
                  <a:pt x="12151912" y="3853656"/>
                </a:lnTo>
                <a:lnTo>
                  <a:pt x="11917783" y="2418556"/>
                </a:lnTo>
                <a:close/>
              </a:path>
              <a:path w="13852525" h="11308715">
                <a:moveTo>
                  <a:pt x="6542429" y="3637756"/>
                </a:moveTo>
                <a:lnTo>
                  <a:pt x="6629840" y="3955256"/>
                </a:lnTo>
                <a:lnTo>
                  <a:pt x="7421512" y="4272756"/>
                </a:lnTo>
                <a:lnTo>
                  <a:pt x="7334111" y="3955256"/>
                </a:lnTo>
                <a:lnTo>
                  <a:pt x="6542429" y="3637756"/>
                </a:lnTo>
                <a:close/>
              </a:path>
              <a:path w="13852525" h="11308715">
                <a:moveTo>
                  <a:pt x="8675913" y="2151856"/>
                </a:moveTo>
                <a:lnTo>
                  <a:pt x="8439135" y="3053556"/>
                </a:lnTo>
                <a:lnTo>
                  <a:pt x="9249467" y="3917156"/>
                </a:lnTo>
                <a:lnTo>
                  <a:pt x="9105377" y="4171156"/>
                </a:lnTo>
                <a:lnTo>
                  <a:pt x="9583289" y="4171156"/>
                </a:lnTo>
                <a:lnTo>
                  <a:pt x="9437251" y="3929856"/>
                </a:lnTo>
                <a:lnTo>
                  <a:pt x="9559876" y="3472656"/>
                </a:lnTo>
                <a:lnTo>
                  <a:pt x="10419085" y="3472656"/>
                </a:lnTo>
                <a:lnTo>
                  <a:pt x="10271313" y="3193256"/>
                </a:lnTo>
                <a:lnTo>
                  <a:pt x="9633989" y="3193256"/>
                </a:lnTo>
                <a:lnTo>
                  <a:pt x="9637151" y="3180556"/>
                </a:lnTo>
                <a:lnTo>
                  <a:pt x="8675913" y="2151856"/>
                </a:lnTo>
                <a:close/>
              </a:path>
              <a:path w="13852525" h="11308715">
                <a:moveTo>
                  <a:pt x="4585933" y="3739356"/>
                </a:moveTo>
                <a:lnTo>
                  <a:pt x="3539797" y="3828256"/>
                </a:lnTo>
                <a:lnTo>
                  <a:pt x="3680254" y="3955256"/>
                </a:lnTo>
                <a:lnTo>
                  <a:pt x="4726390" y="3879056"/>
                </a:lnTo>
                <a:lnTo>
                  <a:pt x="4585933" y="3739356"/>
                </a:lnTo>
                <a:close/>
              </a:path>
              <a:path w="13852525" h="11308715">
                <a:moveTo>
                  <a:pt x="8349672" y="3472656"/>
                </a:moveTo>
                <a:lnTo>
                  <a:pt x="8225341" y="3929856"/>
                </a:lnTo>
                <a:lnTo>
                  <a:pt x="8844315" y="3929856"/>
                </a:lnTo>
                <a:lnTo>
                  <a:pt x="8349672" y="3472656"/>
                </a:lnTo>
                <a:close/>
              </a:path>
              <a:path w="13852525" h="11308715">
                <a:moveTo>
                  <a:pt x="5144827" y="3485356"/>
                </a:moveTo>
                <a:lnTo>
                  <a:pt x="5279462" y="3713956"/>
                </a:lnTo>
                <a:lnTo>
                  <a:pt x="6214302" y="3853656"/>
                </a:lnTo>
                <a:lnTo>
                  <a:pt x="6079668" y="3637756"/>
                </a:lnTo>
                <a:lnTo>
                  <a:pt x="5144827" y="3485356"/>
                </a:lnTo>
                <a:close/>
              </a:path>
              <a:path w="13852525" h="11308715">
                <a:moveTo>
                  <a:pt x="11044888" y="3358356"/>
                </a:moveTo>
                <a:lnTo>
                  <a:pt x="10594494" y="3828256"/>
                </a:lnTo>
                <a:lnTo>
                  <a:pt x="11149342" y="3828256"/>
                </a:lnTo>
                <a:lnTo>
                  <a:pt x="11044888" y="3358356"/>
                </a:lnTo>
                <a:close/>
              </a:path>
              <a:path w="13852525" h="11308715">
                <a:moveTo>
                  <a:pt x="7599810" y="2786856"/>
                </a:moveTo>
                <a:lnTo>
                  <a:pt x="7602313" y="3040856"/>
                </a:lnTo>
                <a:lnTo>
                  <a:pt x="8282857" y="3612356"/>
                </a:lnTo>
                <a:lnTo>
                  <a:pt x="8280355" y="3358356"/>
                </a:lnTo>
                <a:lnTo>
                  <a:pt x="7599810" y="2786856"/>
                </a:lnTo>
                <a:close/>
              </a:path>
              <a:path w="13852525" h="11308715">
                <a:moveTo>
                  <a:pt x="6351115" y="2977356"/>
                </a:moveTo>
                <a:lnTo>
                  <a:pt x="6420118" y="3218656"/>
                </a:lnTo>
                <a:lnTo>
                  <a:pt x="7252732" y="3599656"/>
                </a:lnTo>
                <a:lnTo>
                  <a:pt x="7183739" y="3345656"/>
                </a:lnTo>
                <a:lnTo>
                  <a:pt x="6351115" y="2977356"/>
                </a:lnTo>
                <a:close/>
              </a:path>
              <a:path w="13852525" h="11308715">
                <a:moveTo>
                  <a:pt x="12790678" y="1491456"/>
                </a:moveTo>
                <a:lnTo>
                  <a:pt x="12370890" y="1923256"/>
                </a:lnTo>
                <a:lnTo>
                  <a:pt x="12548382" y="3472656"/>
                </a:lnTo>
                <a:lnTo>
                  <a:pt x="12968181" y="3040856"/>
                </a:lnTo>
                <a:lnTo>
                  <a:pt x="12790678" y="1491456"/>
                </a:lnTo>
                <a:close/>
              </a:path>
              <a:path w="13852525" h="11308715">
                <a:moveTo>
                  <a:pt x="10591646" y="1453356"/>
                </a:moveTo>
                <a:lnTo>
                  <a:pt x="10217657" y="2113756"/>
                </a:lnTo>
                <a:lnTo>
                  <a:pt x="10830727" y="3459956"/>
                </a:lnTo>
                <a:lnTo>
                  <a:pt x="11204716" y="2799556"/>
                </a:lnTo>
                <a:lnTo>
                  <a:pt x="10591646" y="1453356"/>
                </a:lnTo>
                <a:close/>
              </a:path>
              <a:path w="13852525" h="11308715">
                <a:moveTo>
                  <a:pt x="4125801" y="3282156"/>
                </a:moveTo>
                <a:lnTo>
                  <a:pt x="3010421" y="3332956"/>
                </a:lnTo>
                <a:lnTo>
                  <a:pt x="3096628" y="3409156"/>
                </a:lnTo>
                <a:lnTo>
                  <a:pt x="4212018" y="3358356"/>
                </a:lnTo>
                <a:lnTo>
                  <a:pt x="4125801" y="3282156"/>
                </a:lnTo>
                <a:close/>
              </a:path>
              <a:path w="13852525" h="11308715">
                <a:moveTo>
                  <a:pt x="4776796" y="2888456"/>
                </a:moveTo>
                <a:lnTo>
                  <a:pt x="4874343" y="3040856"/>
                </a:lnTo>
                <a:lnTo>
                  <a:pt x="5865810" y="3231356"/>
                </a:lnTo>
                <a:lnTo>
                  <a:pt x="5768264" y="3078956"/>
                </a:lnTo>
                <a:lnTo>
                  <a:pt x="4776796" y="2888456"/>
                </a:lnTo>
                <a:close/>
              </a:path>
              <a:path w="13852525" h="11308715">
                <a:moveTo>
                  <a:pt x="9962335" y="2609056"/>
                </a:moveTo>
                <a:lnTo>
                  <a:pt x="9633989" y="3193256"/>
                </a:lnTo>
                <a:lnTo>
                  <a:pt x="10271313" y="3193256"/>
                </a:lnTo>
                <a:lnTo>
                  <a:pt x="9962335" y="2609056"/>
                </a:lnTo>
                <a:close/>
              </a:path>
              <a:path w="13852525" h="11308715">
                <a:moveTo>
                  <a:pt x="7587884" y="2113756"/>
                </a:moveTo>
                <a:lnTo>
                  <a:pt x="7590805" y="2291556"/>
                </a:lnTo>
                <a:lnTo>
                  <a:pt x="8294784" y="2926556"/>
                </a:lnTo>
                <a:lnTo>
                  <a:pt x="8291862" y="2736056"/>
                </a:lnTo>
                <a:lnTo>
                  <a:pt x="7587884" y="2113756"/>
                </a:lnTo>
                <a:close/>
              </a:path>
              <a:path w="13852525" h="11308715">
                <a:moveTo>
                  <a:pt x="6159801" y="2304256"/>
                </a:moveTo>
                <a:lnTo>
                  <a:pt x="6210376" y="2482056"/>
                </a:lnTo>
                <a:lnTo>
                  <a:pt x="7083951" y="2913856"/>
                </a:lnTo>
                <a:lnTo>
                  <a:pt x="7033366" y="2736056"/>
                </a:lnTo>
                <a:lnTo>
                  <a:pt x="6159801" y="2304256"/>
                </a:lnTo>
                <a:close/>
              </a:path>
              <a:path w="13852525" h="11308715">
                <a:moveTo>
                  <a:pt x="3665658" y="2812256"/>
                </a:moveTo>
                <a:lnTo>
                  <a:pt x="2481055" y="2837656"/>
                </a:lnTo>
                <a:lnTo>
                  <a:pt x="2512981" y="2863056"/>
                </a:lnTo>
                <a:lnTo>
                  <a:pt x="3697615" y="2837656"/>
                </a:lnTo>
                <a:lnTo>
                  <a:pt x="3665658" y="2812256"/>
                </a:lnTo>
                <a:close/>
              </a:path>
              <a:path w="13852525" h="11308715">
                <a:moveTo>
                  <a:pt x="9002134" y="843756"/>
                </a:moveTo>
                <a:lnTo>
                  <a:pt x="8802779" y="1605756"/>
                </a:lnTo>
                <a:lnTo>
                  <a:pt x="9774309" y="2761456"/>
                </a:lnTo>
                <a:lnTo>
                  <a:pt x="9973675" y="2012156"/>
                </a:lnTo>
                <a:lnTo>
                  <a:pt x="9002134" y="843756"/>
                </a:lnTo>
                <a:close/>
              </a:path>
              <a:path w="13852525" h="11308715">
                <a:moveTo>
                  <a:pt x="4408755" y="2278856"/>
                </a:moveTo>
                <a:lnTo>
                  <a:pt x="4469235" y="2380456"/>
                </a:lnTo>
                <a:lnTo>
                  <a:pt x="5517318" y="2609056"/>
                </a:lnTo>
                <a:lnTo>
                  <a:pt x="5456849" y="2520156"/>
                </a:lnTo>
                <a:lnTo>
                  <a:pt x="4408755" y="2278856"/>
                </a:lnTo>
                <a:close/>
              </a:path>
              <a:path w="13852525" h="11308715">
                <a:moveTo>
                  <a:pt x="11220946" y="284956"/>
                </a:moveTo>
                <a:lnTo>
                  <a:pt x="10915740" y="843756"/>
                </a:lnTo>
                <a:lnTo>
                  <a:pt x="11503785" y="2316956"/>
                </a:lnTo>
                <a:lnTo>
                  <a:pt x="11808991" y="1770856"/>
                </a:lnTo>
                <a:lnTo>
                  <a:pt x="11220946" y="284956"/>
                </a:lnTo>
                <a:close/>
              </a:path>
              <a:path w="13852525" h="11308715">
                <a:moveTo>
                  <a:pt x="5968477" y="1643856"/>
                </a:moveTo>
                <a:lnTo>
                  <a:pt x="6000644" y="1745456"/>
                </a:lnTo>
                <a:lnTo>
                  <a:pt x="6915171" y="2240756"/>
                </a:lnTo>
                <a:lnTo>
                  <a:pt x="6883015" y="2126456"/>
                </a:lnTo>
                <a:lnTo>
                  <a:pt x="5968477" y="1643856"/>
                </a:lnTo>
                <a:close/>
              </a:path>
              <a:path w="13852525" h="11308715">
                <a:moveTo>
                  <a:pt x="7575968" y="1427956"/>
                </a:moveTo>
                <a:lnTo>
                  <a:pt x="7579298" y="1542256"/>
                </a:lnTo>
                <a:lnTo>
                  <a:pt x="8306699" y="2240756"/>
                </a:lnTo>
                <a:lnTo>
                  <a:pt x="8303370" y="2126456"/>
                </a:lnTo>
                <a:lnTo>
                  <a:pt x="7575968" y="1427956"/>
                </a:lnTo>
                <a:close/>
              </a:path>
              <a:path w="13852525" h="11308715">
                <a:moveTo>
                  <a:pt x="4040735" y="1669256"/>
                </a:moveTo>
                <a:lnTo>
                  <a:pt x="4064096" y="1707356"/>
                </a:lnTo>
                <a:lnTo>
                  <a:pt x="5168826" y="1986756"/>
                </a:lnTo>
                <a:lnTo>
                  <a:pt x="5145445" y="1961356"/>
                </a:lnTo>
                <a:lnTo>
                  <a:pt x="4040735" y="1669256"/>
                </a:lnTo>
                <a:close/>
              </a:path>
              <a:path w="13852525" h="11308715">
                <a:moveTo>
                  <a:pt x="5777164" y="970756"/>
                </a:moveTo>
                <a:lnTo>
                  <a:pt x="5790923" y="1008856"/>
                </a:lnTo>
                <a:lnTo>
                  <a:pt x="6746391" y="1554956"/>
                </a:lnTo>
                <a:lnTo>
                  <a:pt x="6732643" y="1529556"/>
                </a:lnTo>
                <a:lnTo>
                  <a:pt x="5777164" y="970756"/>
                </a:lnTo>
                <a:close/>
              </a:path>
              <a:path w="13852525" h="11308715">
                <a:moveTo>
                  <a:pt x="7564041" y="754856"/>
                </a:moveTo>
                <a:lnTo>
                  <a:pt x="7567790" y="792956"/>
                </a:lnTo>
                <a:lnTo>
                  <a:pt x="8318636" y="1554956"/>
                </a:lnTo>
                <a:lnTo>
                  <a:pt x="8314888" y="1516856"/>
                </a:lnTo>
                <a:lnTo>
                  <a:pt x="7564041" y="754856"/>
                </a:lnTo>
                <a:close/>
              </a:path>
              <a:path w="13852525" h="11308715">
                <a:moveTo>
                  <a:pt x="9684684" y="5556"/>
                </a:moveTo>
                <a:lnTo>
                  <a:pt x="9205378" y="5556"/>
                </a:lnTo>
                <a:lnTo>
                  <a:pt x="9166401" y="157956"/>
                </a:lnTo>
                <a:lnTo>
                  <a:pt x="10148214" y="1453356"/>
                </a:lnTo>
                <a:lnTo>
                  <a:pt x="10310167" y="831056"/>
                </a:lnTo>
                <a:lnTo>
                  <a:pt x="9684684" y="5556"/>
                </a:lnTo>
                <a:close/>
              </a:path>
              <a:path w="13852525" h="11308715">
                <a:moveTo>
                  <a:pt x="12155392" y="5556"/>
                </a:moveTo>
                <a:lnTo>
                  <a:pt x="11769899" y="5556"/>
                </a:lnTo>
                <a:lnTo>
                  <a:pt x="12176843" y="1173956"/>
                </a:lnTo>
                <a:lnTo>
                  <a:pt x="12413266" y="742156"/>
                </a:lnTo>
                <a:lnTo>
                  <a:pt x="12155392" y="5556"/>
                </a:lnTo>
                <a:close/>
              </a:path>
              <a:path w="13852525" h="11308715">
                <a:moveTo>
                  <a:pt x="10558529" y="5556"/>
                </a:moveTo>
                <a:lnTo>
                  <a:pt x="10424416" y="5556"/>
                </a:lnTo>
                <a:lnTo>
                  <a:pt x="10522108" y="145256"/>
                </a:lnTo>
                <a:lnTo>
                  <a:pt x="10558529" y="5556"/>
                </a:lnTo>
                <a:close/>
              </a:path>
            </a:pathLst>
          </a:custGeom>
          <a:solidFill>
            <a:srgbClr val="1A0F5C">
              <a:alpha val="5000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FDD0999-C447-FB95-885F-11AEB8E0577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3908" y="1714110"/>
            <a:ext cx="1840546" cy="610478"/>
          </a:xfrm>
          <a:prstGeom prst="rect">
            <a:avLst/>
          </a:prstGeom>
        </p:spPr>
      </p:pic>
      <p:pic>
        <p:nvPicPr>
          <p:cNvPr id="12" name="Picture 11" descr="Text&#10;&#10;Description automatically generated">
            <a:extLst>
              <a:ext uri="{FF2B5EF4-FFF2-40B4-BE49-F238E27FC236}">
                <a16:creationId xmlns:a16="http://schemas.microsoft.com/office/drawing/2014/main" id="{052BB045-3673-73C6-366C-5299FAB80CB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411629" y="5850238"/>
            <a:ext cx="2396464" cy="632869"/>
          </a:xfrm>
          <a:prstGeom prst="rect">
            <a:avLst/>
          </a:prstGeo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88DEC64-D764-8A4C-D43B-2AB8EB9B34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4176" y="5534568"/>
            <a:ext cx="7238755" cy="632870"/>
          </a:xfrm>
        </p:spPr>
        <p:txBody>
          <a:bodyPr>
            <a:norm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  <a:lvl2pPr marL="457200" indent="0">
              <a:buNone/>
              <a:defRPr sz="800">
                <a:solidFill>
                  <a:schemeClr val="bg1"/>
                </a:solidFill>
              </a:defRPr>
            </a:lvl2pPr>
            <a:lvl3pPr marL="914400" indent="0">
              <a:buNone/>
              <a:defRPr sz="800">
                <a:solidFill>
                  <a:schemeClr val="bg1"/>
                </a:solidFill>
              </a:defRPr>
            </a:lvl3pPr>
            <a:lvl4pPr marL="1371600" indent="0">
              <a:buNone/>
              <a:defRPr sz="800">
                <a:solidFill>
                  <a:schemeClr val="bg1"/>
                </a:solidFill>
              </a:defRPr>
            </a:lvl4pPr>
            <a:lvl5pPr marL="1828800" indent="0">
              <a:buNone/>
              <a:defRPr sz="800">
                <a:solidFill>
                  <a:schemeClr val="bg1"/>
                </a:solidFill>
              </a:defRPr>
            </a:lvl5pPr>
          </a:lstStyle>
          <a:p>
            <a:r>
              <a:rPr lang="en-GB">
                <a:effectLst/>
                <a:latin typeface="Arial" panose="020B0604020202020204" pitchFamily="34" charset="0"/>
              </a:rPr>
              <a:t>Lorem ipsum </a:t>
            </a:r>
            <a:r>
              <a:rPr lang="en-GB" err="1">
                <a:effectLst/>
                <a:latin typeface="Arial" panose="020B0604020202020204" pitchFamily="34" charset="0"/>
              </a:rPr>
              <a:t>dolor</a:t>
            </a:r>
            <a:r>
              <a:rPr lang="en-GB">
                <a:effectLst/>
                <a:latin typeface="Arial" panose="020B0604020202020204" pitchFamily="34" charset="0"/>
              </a:rPr>
              <a:t> sit </a:t>
            </a:r>
            <a:r>
              <a:rPr lang="en-GB" err="1">
                <a:effectLst/>
                <a:latin typeface="Arial" panose="020B0604020202020204" pitchFamily="34" charset="0"/>
              </a:rPr>
              <a:t>amet</a:t>
            </a:r>
            <a:r>
              <a:rPr lang="en-GB">
                <a:effectLst/>
                <a:latin typeface="Arial" panose="020B0604020202020204" pitchFamily="34" charset="0"/>
              </a:rPr>
              <a:t>, </a:t>
            </a:r>
            <a:r>
              <a:rPr lang="en-GB" err="1">
                <a:effectLst/>
                <a:latin typeface="Arial" panose="020B0604020202020204" pitchFamily="34" charset="0"/>
              </a:rPr>
              <a:t>consectetur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adipiscing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elit</a:t>
            </a:r>
            <a:r>
              <a:rPr lang="en-GB">
                <a:effectLst/>
                <a:latin typeface="Arial" panose="020B0604020202020204" pitchFamily="34" charset="0"/>
              </a:rPr>
              <a:t>. Ut convallis </a:t>
            </a:r>
            <a:r>
              <a:rPr lang="en-GB" err="1">
                <a:effectLst/>
                <a:latin typeface="Arial" panose="020B0604020202020204" pitchFamily="34" charset="0"/>
              </a:rPr>
              <a:t>aliquam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volutpat</a:t>
            </a:r>
            <a:r>
              <a:rPr lang="en-GB">
                <a:effectLst/>
                <a:latin typeface="Arial" panose="020B0604020202020204" pitchFamily="34" charset="0"/>
              </a:rPr>
              <a:t>. </a:t>
            </a:r>
            <a:r>
              <a:rPr lang="en-GB" err="1">
                <a:effectLst/>
                <a:latin typeface="Arial" panose="020B0604020202020204" pitchFamily="34" charset="0"/>
              </a:rPr>
              <a:t>Suspendisse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volutpat</a:t>
            </a:r>
            <a:r>
              <a:rPr lang="en-GB">
                <a:effectLst/>
                <a:latin typeface="Arial" panose="020B0604020202020204" pitchFamily="34" charset="0"/>
              </a:rPr>
              <a:t> id eros a </a:t>
            </a:r>
            <a:r>
              <a:rPr lang="en-GB" err="1">
                <a:effectLst/>
                <a:latin typeface="Arial" panose="020B0604020202020204" pitchFamily="34" charset="0"/>
              </a:rPr>
              <a:t>ultricies</a:t>
            </a:r>
            <a:r>
              <a:rPr lang="en-GB">
                <a:effectLst/>
                <a:latin typeface="Arial" panose="020B0604020202020204" pitchFamily="34" charset="0"/>
              </a:rPr>
              <a:t>. Vestibulum </a:t>
            </a:r>
            <a:r>
              <a:rPr lang="en-GB" err="1">
                <a:effectLst/>
                <a:latin typeface="Arial" panose="020B0604020202020204" pitchFamily="34" charset="0"/>
              </a:rPr>
              <a:t>iaculis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luctus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velit</a:t>
            </a:r>
            <a:r>
              <a:rPr lang="en-GB">
                <a:effectLst/>
                <a:latin typeface="Arial" panose="020B0604020202020204" pitchFamily="34" charset="0"/>
              </a:rPr>
              <a:t>, vitae fermentum </a:t>
            </a:r>
            <a:r>
              <a:rPr lang="en-GB" err="1">
                <a:effectLst/>
                <a:latin typeface="Arial" panose="020B0604020202020204" pitchFamily="34" charset="0"/>
              </a:rPr>
              <a:t>felis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sollicitudin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quis</a:t>
            </a:r>
            <a:r>
              <a:rPr lang="en-GB">
                <a:effectLst/>
                <a:latin typeface="Arial" panose="020B0604020202020204" pitchFamily="34" charset="0"/>
              </a:rPr>
              <a:t>. </a:t>
            </a:r>
            <a:r>
              <a:rPr lang="en-GB" err="1">
                <a:effectLst/>
                <a:latin typeface="Arial" panose="020B0604020202020204" pitchFamily="34" charset="0"/>
              </a:rPr>
              <a:t>Pellentesque</a:t>
            </a:r>
            <a:r>
              <a:rPr lang="en-GB">
                <a:effectLst/>
                <a:latin typeface="Arial" panose="020B0604020202020204" pitchFamily="34" charset="0"/>
              </a:rPr>
              <a:t> tempus libero </a:t>
            </a:r>
            <a:r>
              <a:rPr lang="en-GB" err="1">
                <a:effectLst/>
                <a:latin typeface="Arial" panose="020B0604020202020204" pitchFamily="34" charset="0"/>
              </a:rPr>
              <a:t>nibh</a:t>
            </a:r>
            <a:r>
              <a:rPr lang="en-GB">
                <a:effectLst/>
                <a:latin typeface="Arial" panose="020B0604020202020204" pitchFamily="34" charset="0"/>
              </a:rPr>
              <a:t>, </a:t>
            </a:r>
            <a:r>
              <a:rPr lang="en-GB" err="1">
                <a:effectLst/>
                <a:latin typeface="Arial" panose="020B0604020202020204" pitchFamily="34" charset="0"/>
              </a:rPr>
              <a:t>nec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interdum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urna</a:t>
            </a:r>
            <a:r>
              <a:rPr lang="en-GB">
                <a:effectLst/>
                <a:latin typeface="Arial" panose="020B0604020202020204" pitchFamily="34" charset="0"/>
              </a:rPr>
              <a:t> fermentum vel. Nunc </a:t>
            </a:r>
            <a:r>
              <a:rPr lang="en-GB" err="1">
                <a:effectLst/>
                <a:latin typeface="Arial" panose="020B0604020202020204" pitchFamily="34" charset="0"/>
              </a:rPr>
              <a:t>dignissim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lacus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velit</a:t>
            </a:r>
            <a:r>
              <a:rPr lang="en-GB">
                <a:effectLst/>
                <a:latin typeface="Arial" panose="020B0604020202020204" pitchFamily="34" charset="0"/>
              </a:rPr>
              <a:t>, </a:t>
            </a:r>
            <a:r>
              <a:rPr lang="en-GB" err="1">
                <a:effectLst/>
                <a:latin typeface="Arial" panose="020B0604020202020204" pitchFamily="34" charset="0"/>
              </a:rPr>
              <a:t>eu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hendrerit</a:t>
            </a:r>
            <a:r>
              <a:rPr lang="en-GB">
                <a:effectLst/>
                <a:latin typeface="Arial" panose="020B0604020202020204" pitchFamily="34" charset="0"/>
              </a:rPr>
              <a:t> magna </a:t>
            </a:r>
            <a:r>
              <a:rPr lang="en-GB" err="1">
                <a:effectLst/>
                <a:latin typeface="Arial" panose="020B0604020202020204" pitchFamily="34" charset="0"/>
              </a:rPr>
              <a:t>commodo</a:t>
            </a:r>
            <a:r>
              <a:rPr lang="en-GB">
                <a:effectLst/>
                <a:latin typeface="Arial" panose="020B0604020202020204" pitchFamily="34" charset="0"/>
              </a:rPr>
              <a:t> et. </a:t>
            </a:r>
            <a:r>
              <a:rPr lang="en-GB" err="1">
                <a:effectLst/>
                <a:latin typeface="Arial" panose="020B0604020202020204" pitchFamily="34" charset="0"/>
              </a:rPr>
              <a:t>Aliquam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suscipit</a:t>
            </a:r>
            <a:r>
              <a:rPr lang="en-GB">
                <a:effectLst/>
                <a:latin typeface="Arial" panose="020B0604020202020204" pitchFamily="34" charset="0"/>
              </a:rPr>
              <a:t>, </a:t>
            </a:r>
            <a:r>
              <a:rPr lang="en-GB" err="1">
                <a:effectLst/>
                <a:latin typeface="Arial" panose="020B0604020202020204" pitchFamily="34" charset="0"/>
              </a:rPr>
              <a:t>tellus</a:t>
            </a:r>
            <a:r>
              <a:rPr lang="en-GB">
                <a:effectLst/>
                <a:latin typeface="Arial" panose="020B0604020202020204" pitchFamily="34" charset="0"/>
              </a:rPr>
              <a:t> ac auctor </a:t>
            </a:r>
            <a:r>
              <a:rPr lang="en-GB" err="1">
                <a:effectLst/>
                <a:latin typeface="Arial" panose="020B0604020202020204" pitchFamily="34" charset="0"/>
              </a:rPr>
              <a:t>egestas</a:t>
            </a:r>
            <a:r>
              <a:rPr lang="en-GB">
                <a:effectLst/>
                <a:latin typeface="Arial" panose="020B0604020202020204" pitchFamily="34" charset="0"/>
              </a:rPr>
              <a:t>, </a:t>
            </a:r>
            <a:r>
              <a:rPr lang="en-GB" err="1">
                <a:effectLst/>
                <a:latin typeface="Arial" panose="020B0604020202020204" pitchFamily="34" charset="0"/>
              </a:rPr>
              <a:t>arcu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leo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molestie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augue</a:t>
            </a:r>
            <a:r>
              <a:rPr lang="en-GB">
                <a:effectLst/>
                <a:latin typeface="Arial" panose="020B0604020202020204" pitchFamily="34" charset="0"/>
              </a:rPr>
              <a:t>, at porta </a:t>
            </a:r>
            <a:r>
              <a:rPr lang="en-GB" err="1">
                <a:effectLst/>
                <a:latin typeface="Arial" panose="020B0604020202020204" pitchFamily="34" charset="0"/>
              </a:rPr>
              <a:t>dolor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odio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quis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lectus</a:t>
            </a:r>
            <a:r>
              <a:rPr lang="en-GB">
                <a:effectLst/>
                <a:latin typeface="Arial" panose="020B0604020202020204" pitchFamily="34" charset="0"/>
              </a:rPr>
              <a:t>. Integer </a:t>
            </a:r>
            <a:r>
              <a:rPr lang="en-GB" err="1">
                <a:effectLst/>
                <a:latin typeface="Arial" panose="020B0604020202020204" pitchFamily="34" charset="0"/>
              </a:rPr>
              <a:t>justo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orci</a:t>
            </a:r>
            <a:r>
              <a:rPr lang="en-GB">
                <a:effectLst/>
                <a:latin typeface="Arial" panose="020B0604020202020204" pitchFamily="34" charset="0"/>
              </a:rPr>
              <a:t>, </a:t>
            </a:r>
            <a:r>
              <a:rPr lang="en-GB" err="1">
                <a:effectLst/>
                <a:latin typeface="Arial" panose="020B0604020202020204" pitchFamily="34" charset="0"/>
              </a:rPr>
              <a:t>vulputate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ut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laoreet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ut</a:t>
            </a:r>
            <a:r>
              <a:rPr lang="en-GB">
                <a:effectLst/>
                <a:latin typeface="Arial" panose="020B0604020202020204" pitchFamily="34" charset="0"/>
              </a:rPr>
              <a:t>, </a:t>
            </a:r>
            <a:r>
              <a:rPr lang="en-GB" err="1">
                <a:effectLst/>
                <a:latin typeface="Arial" panose="020B0604020202020204" pitchFamily="34" charset="0"/>
              </a:rPr>
              <a:t>imperdiet</a:t>
            </a:r>
            <a:r>
              <a:rPr lang="en-GB">
                <a:effectLst/>
                <a:latin typeface="Arial" panose="020B0604020202020204" pitchFamily="34" charset="0"/>
              </a:rPr>
              <a:t> id </a:t>
            </a:r>
            <a:r>
              <a:rPr lang="en-GB" err="1">
                <a:effectLst/>
                <a:latin typeface="Arial" panose="020B0604020202020204" pitchFamily="34" charset="0"/>
              </a:rPr>
              <a:t>neque</a:t>
            </a:r>
            <a:r>
              <a:rPr lang="en-GB">
                <a:effectLst/>
                <a:latin typeface="Arial" panose="020B0604020202020204" pitchFamily="34" charset="0"/>
              </a:rPr>
              <a:t>. Vestibulum ante ipsum </a:t>
            </a:r>
            <a:r>
              <a:rPr lang="en-GB" err="1">
                <a:effectLst/>
                <a:latin typeface="Arial" panose="020B0604020202020204" pitchFamily="34" charset="0"/>
              </a:rPr>
              <a:t>primis</a:t>
            </a:r>
            <a:r>
              <a:rPr lang="en-GB">
                <a:effectLst/>
                <a:latin typeface="Arial" panose="020B0604020202020204" pitchFamily="34" charset="0"/>
              </a:rPr>
              <a:t> in </a:t>
            </a:r>
            <a:r>
              <a:rPr lang="en-GB" err="1">
                <a:effectLst/>
                <a:latin typeface="Arial" panose="020B0604020202020204" pitchFamily="34" charset="0"/>
              </a:rPr>
              <a:t>faucibus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orci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luctus</a:t>
            </a:r>
            <a:r>
              <a:rPr lang="en-GB">
                <a:effectLst/>
                <a:latin typeface="Arial" panose="020B0604020202020204" pitchFamily="34" charset="0"/>
              </a:rPr>
              <a:t> et </a:t>
            </a:r>
            <a:r>
              <a:rPr lang="en-GB" err="1">
                <a:effectLst/>
                <a:latin typeface="Arial" panose="020B0604020202020204" pitchFamily="34" charset="0"/>
              </a:rPr>
              <a:t>ultrices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posuere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cubilia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curae</a:t>
            </a:r>
            <a:r>
              <a:rPr lang="en-GB">
                <a:effectLst/>
                <a:latin typeface="Arial" panose="020B0604020202020204" pitchFamily="34" charset="0"/>
              </a:rPr>
              <a:t>; Nam gravida </a:t>
            </a:r>
            <a:r>
              <a:rPr lang="en-GB" err="1">
                <a:effectLst/>
                <a:latin typeface="Arial" panose="020B0604020202020204" pitchFamily="34" charset="0"/>
              </a:rPr>
              <a:t>odio</a:t>
            </a:r>
            <a:r>
              <a:rPr lang="en-GB">
                <a:effectLst/>
                <a:latin typeface="Arial" panose="020B0604020202020204" pitchFamily="34" charset="0"/>
              </a:rPr>
              <a:t> id </a:t>
            </a:r>
            <a:r>
              <a:rPr lang="en-GB" err="1">
                <a:effectLst/>
                <a:latin typeface="Arial" panose="020B0604020202020204" pitchFamily="34" charset="0"/>
              </a:rPr>
              <a:t>bibendum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posuere</a:t>
            </a:r>
            <a:r>
              <a:rPr lang="en-GB">
                <a:effectLst/>
                <a:latin typeface="Arial" panose="020B0604020202020204" pitchFamily="34" charset="0"/>
              </a:rPr>
              <a:t>. Nunc </a:t>
            </a:r>
            <a:r>
              <a:rPr lang="en-GB" err="1">
                <a:effectLst/>
                <a:latin typeface="Arial" panose="020B0604020202020204" pitchFamily="34" charset="0"/>
              </a:rPr>
              <a:t>massa</a:t>
            </a:r>
            <a:r>
              <a:rPr lang="en-GB">
                <a:effectLst/>
                <a:latin typeface="Arial" panose="020B0604020202020204" pitchFamily="34" charset="0"/>
              </a:rPr>
              <a:t> ante, </a:t>
            </a:r>
            <a:r>
              <a:rPr lang="en-GB" err="1">
                <a:effectLst/>
                <a:latin typeface="Arial" panose="020B0604020202020204" pitchFamily="34" charset="0"/>
              </a:rPr>
              <a:t>elementum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quis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massa</a:t>
            </a:r>
            <a:r>
              <a:rPr lang="en-GB">
                <a:effectLst/>
                <a:latin typeface="Arial" panose="020B0604020202020204" pitchFamily="34" charset="0"/>
              </a:rPr>
              <a:t> vitae, maximus porta </a:t>
            </a:r>
            <a:r>
              <a:rPr lang="en-GB" err="1">
                <a:effectLst/>
                <a:latin typeface="Arial" panose="020B0604020202020204" pitchFamily="34" charset="0"/>
              </a:rPr>
              <a:t>nunc</a:t>
            </a:r>
            <a:r>
              <a:rPr lang="en-GB">
                <a:effectLst/>
                <a:latin typeface="Arial" panose="020B0604020202020204" pitchFamily="34" charset="0"/>
              </a:rPr>
              <a:t>. </a:t>
            </a:r>
            <a:r>
              <a:rPr lang="en-GB" err="1">
                <a:effectLst/>
                <a:latin typeface="Arial" panose="020B0604020202020204" pitchFamily="34" charset="0"/>
              </a:rPr>
              <a:t>Quisque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ut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aliquam</a:t>
            </a:r>
            <a:r>
              <a:rPr lang="en-GB">
                <a:effectLst/>
                <a:latin typeface="Arial" panose="020B0604020202020204" pitchFamily="34" charset="0"/>
              </a:rPr>
              <a:t> </a:t>
            </a:r>
            <a:r>
              <a:rPr lang="en-GB" err="1">
                <a:effectLst/>
                <a:latin typeface="Arial" panose="020B0604020202020204" pitchFamily="34" charset="0"/>
              </a:rPr>
              <a:t>odio</a:t>
            </a:r>
            <a:r>
              <a:rPr lang="en-GB">
                <a:effectLst/>
                <a:latin typeface="Arial" panose="020B0604020202020204" pitchFamily="34" charset="0"/>
              </a:rPr>
              <a:t>, in </a:t>
            </a:r>
            <a:r>
              <a:rPr lang="en-GB" err="1">
                <a:effectLst/>
                <a:latin typeface="Arial" panose="020B0604020202020204" pitchFamily="34" charset="0"/>
              </a:rPr>
              <a:t>tempor</a:t>
            </a:r>
            <a:r>
              <a:rPr lang="en-GB">
                <a:effectLst/>
                <a:latin typeface="Arial" panose="020B0604020202020204" pitchFamily="34" charset="0"/>
              </a:rPr>
              <a:t> ligula.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A4464583-1239-FB82-9175-7322CF8AE61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3907" y="4832854"/>
            <a:ext cx="7239024" cy="323850"/>
          </a:xfrm>
        </p:spPr>
        <p:txBody>
          <a:bodyPr anchor="ctr">
            <a:no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GB" err="1"/>
              <a:t>contact@jmangroup.com</a:t>
            </a:r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A24E46-427A-7DEC-DE9C-066068F7BE7A}"/>
              </a:ext>
            </a:extLst>
          </p:cNvPr>
          <p:cNvSpPr txBox="1"/>
          <p:nvPr userDrawn="1"/>
        </p:nvSpPr>
        <p:spPr>
          <a:xfrm>
            <a:off x="383907" y="4460488"/>
            <a:ext cx="7239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Contact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0E9EBB-6A53-3F7B-9800-BBA831116867}"/>
              </a:ext>
            </a:extLst>
          </p:cNvPr>
          <p:cNvSpPr txBox="1"/>
          <p:nvPr userDrawn="1"/>
        </p:nvSpPr>
        <p:spPr>
          <a:xfrm>
            <a:off x="1" y="-825190"/>
            <a:ext cx="2389352" cy="646331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/>
              <a:t>Change background to match front cover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A26425-6CAA-69B2-B0CC-EA6F39B1F0F3}"/>
              </a:ext>
            </a:extLst>
          </p:cNvPr>
          <p:cNvSpPr txBox="1"/>
          <p:nvPr userDrawn="1"/>
        </p:nvSpPr>
        <p:spPr>
          <a:xfrm>
            <a:off x="383907" y="6267664"/>
            <a:ext cx="20054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jmangroup.com</a:t>
            </a:r>
            <a:endParaRPr lang="en-GB" sz="800" spc="55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985600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BA6921CE-6E1E-C202-1B66-BB421D84D6D8}"/>
              </a:ext>
            </a:extLst>
          </p:cNvPr>
          <p:cNvGrpSpPr/>
          <p:nvPr userDrawn="1"/>
        </p:nvGrpSpPr>
        <p:grpSpPr>
          <a:xfrm>
            <a:off x="4664822" y="1853965"/>
            <a:ext cx="7527178" cy="3172826"/>
            <a:chOff x="6843171" y="2880169"/>
            <a:chExt cx="13261527" cy="5589946"/>
          </a:xfrm>
        </p:grpSpPr>
        <p:sp>
          <p:nvSpPr>
            <p:cNvPr id="10" name="object 3">
              <a:extLst>
                <a:ext uri="{FF2B5EF4-FFF2-40B4-BE49-F238E27FC236}">
                  <a16:creationId xmlns:a16="http://schemas.microsoft.com/office/drawing/2014/main" id="{FD4D5D13-8FCC-5EAE-58A6-A87C971D22EF}"/>
                </a:ext>
              </a:extLst>
            </p:cNvPr>
            <p:cNvSpPr/>
            <p:nvPr/>
          </p:nvSpPr>
          <p:spPr>
            <a:xfrm>
              <a:off x="11915702" y="5512356"/>
              <a:ext cx="1968500" cy="2938780"/>
            </a:xfrm>
            <a:custGeom>
              <a:avLst/>
              <a:gdLst/>
              <a:ahLst/>
              <a:cxnLst/>
              <a:rect l="l" t="t" r="r" b="b"/>
              <a:pathLst>
                <a:path w="1968500" h="2938779">
                  <a:moveTo>
                    <a:pt x="1968128" y="1983897"/>
                  </a:moveTo>
                  <a:lnTo>
                    <a:pt x="1403213" y="2938350"/>
                  </a:lnTo>
                  <a:lnTo>
                    <a:pt x="0" y="954358"/>
                  </a:lnTo>
                  <a:lnTo>
                    <a:pt x="564872" y="0"/>
                  </a:lnTo>
                  <a:lnTo>
                    <a:pt x="1968128" y="1983897"/>
                  </a:lnTo>
                  <a:close/>
                </a:path>
              </a:pathLst>
            </a:custGeom>
            <a:ln w="18962">
              <a:solidFill>
                <a:srgbClr val="FF619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4">
              <a:extLst>
                <a:ext uri="{FF2B5EF4-FFF2-40B4-BE49-F238E27FC236}">
                  <a16:creationId xmlns:a16="http://schemas.microsoft.com/office/drawing/2014/main" id="{021EFEF1-7524-14D5-6032-5D75D9F50837}"/>
                </a:ext>
              </a:extLst>
            </p:cNvPr>
            <p:cNvSpPr/>
            <p:nvPr/>
          </p:nvSpPr>
          <p:spPr>
            <a:xfrm>
              <a:off x="15772093" y="3874620"/>
              <a:ext cx="4332605" cy="4595495"/>
            </a:xfrm>
            <a:custGeom>
              <a:avLst/>
              <a:gdLst/>
              <a:ahLst/>
              <a:cxnLst/>
              <a:rect l="l" t="t" r="r" b="b"/>
              <a:pathLst>
                <a:path w="4332605" h="4595495">
                  <a:moveTo>
                    <a:pt x="0" y="2343101"/>
                  </a:moveTo>
                  <a:lnTo>
                    <a:pt x="4332006" y="4595492"/>
                  </a:lnTo>
                </a:path>
                <a:path w="4332605" h="4595495">
                  <a:moveTo>
                    <a:pt x="4332006" y="2197142"/>
                  </a:moveTo>
                  <a:lnTo>
                    <a:pt x="149073" y="0"/>
                  </a:lnTo>
                  <a:lnTo>
                    <a:pt x="0" y="2343101"/>
                  </a:lnTo>
                </a:path>
              </a:pathLst>
            </a:custGeom>
            <a:ln w="18962">
              <a:solidFill>
                <a:srgbClr val="FF619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5">
              <a:extLst>
                <a:ext uri="{FF2B5EF4-FFF2-40B4-BE49-F238E27FC236}">
                  <a16:creationId xmlns:a16="http://schemas.microsoft.com/office/drawing/2014/main" id="{2734B5CF-10E2-0AFB-EA4E-1673608BFA24}"/>
                </a:ext>
              </a:extLst>
            </p:cNvPr>
            <p:cNvSpPr/>
            <p:nvPr/>
          </p:nvSpPr>
          <p:spPr>
            <a:xfrm>
              <a:off x="6843171" y="2880169"/>
              <a:ext cx="3718560" cy="3296285"/>
            </a:xfrm>
            <a:custGeom>
              <a:avLst/>
              <a:gdLst/>
              <a:ahLst/>
              <a:cxnLst/>
              <a:rect l="l" t="t" r="r" b="b"/>
              <a:pathLst>
                <a:path w="3718559" h="3296285">
                  <a:moveTo>
                    <a:pt x="2086596" y="0"/>
                  </a:moveTo>
                  <a:lnTo>
                    <a:pt x="0" y="2983008"/>
                  </a:lnTo>
                  <a:lnTo>
                    <a:pt x="1631699" y="3296161"/>
                  </a:lnTo>
                  <a:lnTo>
                    <a:pt x="3718200" y="313194"/>
                  </a:lnTo>
                  <a:lnTo>
                    <a:pt x="2086596" y="0"/>
                  </a:lnTo>
                  <a:close/>
                </a:path>
              </a:pathLst>
            </a:custGeom>
            <a:ln w="18962">
              <a:solidFill>
                <a:srgbClr val="FF619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" name="object 12">
            <a:extLst>
              <a:ext uri="{FF2B5EF4-FFF2-40B4-BE49-F238E27FC236}">
                <a16:creationId xmlns:a16="http://schemas.microsoft.com/office/drawing/2014/main" id="{AB432B6B-B4FB-FC09-9CDE-F1D56E511984}"/>
              </a:ext>
            </a:extLst>
          </p:cNvPr>
          <p:cNvSpPr txBox="1">
            <a:spLocks/>
          </p:cNvSpPr>
          <p:nvPr userDrawn="1"/>
        </p:nvSpPr>
        <p:spPr>
          <a:xfrm>
            <a:off x="288132" y="1642095"/>
            <a:ext cx="654025" cy="1538883"/>
          </a:xfrm>
          <a:prstGeom prst="rect">
            <a:avLst/>
          </a:prstGeom>
        </p:spPr>
        <p:txBody>
          <a:bodyPr vert="horz" wrap="non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600" b="1" kern="120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12700">
              <a:lnSpc>
                <a:spcPct val="100000"/>
              </a:lnSpc>
              <a:spcBef>
                <a:spcPts val="140"/>
              </a:spcBef>
              <a:tabLst>
                <a:tab pos="9925685" algn="l"/>
              </a:tabLst>
            </a:pPr>
            <a:r>
              <a:rPr lang="en-GB" sz="10000"/>
              <a:t>“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606B65F-581D-D5A9-59B6-C552ABF69CD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57723" y="2609504"/>
            <a:ext cx="7426326" cy="2598117"/>
          </a:xfrm>
        </p:spPr>
        <p:txBody>
          <a:bodyPr>
            <a:normAutofit/>
          </a:bodyPr>
          <a:lstStyle>
            <a:lvl1pPr marL="0" indent="0">
              <a:buNone/>
              <a:defRPr sz="3600"/>
            </a:lvl1pPr>
          </a:lstStyle>
          <a:p>
            <a:pPr lvl="0"/>
            <a:r>
              <a:rPr lang="en-GB"/>
              <a:t>Delivering a streamlined reporting service that gives a direct and transparent view of the quality of our work, and creates value for customers and World Courier.</a:t>
            </a:r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F63E76E-395A-FAA7-5830-77D4E7B593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65125"/>
            <a:ext cx="11430000" cy="814521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0480C5E3-9738-AF69-964C-586C5CCA25A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9646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1600" baseline="0" dirty="0">
                <a:solidFill>
                  <a:schemeClr val="bg1"/>
                </a:solidFill>
              </a:defRPr>
            </a:lvl1pPr>
          </a:lstStyle>
          <a:p>
            <a:pPr marL="0" lvl="0" indent="0">
              <a:spcBef>
                <a:spcPts val="1200"/>
              </a:spcBef>
              <a:buNone/>
            </a:pPr>
            <a:r>
              <a:rPr lang="en-GB"/>
              <a:t>Optional sub-head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740809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A160C7F-3E21-6602-9799-1D43D797C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65125"/>
            <a:ext cx="11430000" cy="814521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B6BCD8-1A39-0611-98FD-FFF847660C5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9646"/>
            <a:ext cx="11430000" cy="446088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US" sz="1600" baseline="0" dirty="0">
                <a:solidFill>
                  <a:schemeClr val="bg1"/>
                </a:solidFill>
              </a:defRPr>
            </a:lvl1pPr>
          </a:lstStyle>
          <a:p>
            <a:pPr marL="0" lvl="0" indent="0">
              <a:spcBef>
                <a:spcPts val="1200"/>
              </a:spcBef>
              <a:buNone/>
            </a:pPr>
            <a:r>
              <a:rPr lang="en-GB"/>
              <a:t>Optional sub-head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3001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5.xml"/><Relationship Id="rId10" Type="http://schemas.openxmlformats.org/officeDocument/2006/relationships/image" Target="../media/image2.svg"/><Relationship Id="rId4" Type="http://schemas.openxmlformats.org/officeDocument/2006/relationships/slideLayout" Target="../slideLayouts/slideLayout14.xml"/><Relationship Id="rId9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31.xml"/><Relationship Id="rId18" Type="http://schemas.openxmlformats.org/officeDocument/2006/relationships/slideLayout" Target="../slideLayouts/slideLayout36.xml"/><Relationship Id="rId26" Type="http://schemas.openxmlformats.org/officeDocument/2006/relationships/slideLayout" Target="../slideLayouts/slideLayout44.xml"/><Relationship Id="rId3" Type="http://schemas.openxmlformats.org/officeDocument/2006/relationships/slideLayout" Target="../slideLayouts/slideLayout21.xml"/><Relationship Id="rId21" Type="http://schemas.openxmlformats.org/officeDocument/2006/relationships/slideLayout" Target="../slideLayouts/slideLayout39.xml"/><Relationship Id="rId34" Type="http://schemas.openxmlformats.org/officeDocument/2006/relationships/slideLayout" Target="../slideLayouts/slideLayout52.xml"/><Relationship Id="rId7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30.xml"/><Relationship Id="rId17" Type="http://schemas.openxmlformats.org/officeDocument/2006/relationships/slideLayout" Target="../slideLayouts/slideLayout35.xml"/><Relationship Id="rId25" Type="http://schemas.openxmlformats.org/officeDocument/2006/relationships/slideLayout" Target="../slideLayouts/slideLayout43.xml"/><Relationship Id="rId33" Type="http://schemas.openxmlformats.org/officeDocument/2006/relationships/slideLayout" Target="../slideLayouts/slideLayout51.xml"/><Relationship Id="rId2" Type="http://schemas.openxmlformats.org/officeDocument/2006/relationships/slideLayout" Target="../slideLayouts/slideLayout20.xml"/><Relationship Id="rId16" Type="http://schemas.openxmlformats.org/officeDocument/2006/relationships/slideLayout" Target="../slideLayouts/slideLayout34.xml"/><Relationship Id="rId20" Type="http://schemas.openxmlformats.org/officeDocument/2006/relationships/slideLayout" Target="../slideLayouts/slideLayout38.xml"/><Relationship Id="rId29" Type="http://schemas.openxmlformats.org/officeDocument/2006/relationships/slideLayout" Target="../slideLayouts/slideLayout47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24" Type="http://schemas.openxmlformats.org/officeDocument/2006/relationships/slideLayout" Target="../slideLayouts/slideLayout42.xml"/><Relationship Id="rId32" Type="http://schemas.openxmlformats.org/officeDocument/2006/relationships/slideLayout" Target="../slideLayouts/slideLayout50.xml"/><Relationship Id="rId5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33.xml"/><Relationship Id="rId23" Type="http://schemas.openxmlformats.org/officeDocument/2006/relationships/slideLayout" Target="../slideLayouts/slideLayout41.xml"/><Relationship Id="rId28" Type="http://schemas.openxmlformats.org/officeDocument/2006/relationships/slideLayout" Target="../slideLayouts/slideLayout46.xml"/><Relationship Id="rId36" Type="http://schemas.openxmlformats.org/officeDocument/2006/relationships/image" Target="../media/image1.svg"/><Relationship Id="rId10" Type="http://schemas.openxmlformats.org/officeDocument/2006/relationships/slideLayout" Target="../slideLayouts/slideLayout28.xml"/><Relationship Id="rId19" Type="http://schemas.openxmlformats.org/officeDocument/2006/relationships/slideLayout" Target="../slideLayouts/slideLayout37.xml"/><Relationship Id="rId31" Type="http://schemas.openxmlformats.org/officeDocument/2006/relationships/slideLayout" Target="../slideLayouts/slideLayout49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Relationship Id="rId14" Type="http://schemas.openxmlformats.org/officeDocument/2006/relationships/slideLayout" Target="../slideLayouts/slideLayout32.xml"/><Relationship Id="rId22" Type="http://schemas.openxmlformats.org/officeDocument/2006/relationships/slideLayout" Target="../slideLayouts/slideLayout40.xml"/><Relationship Id="rId27" Type="http://schemas.openxmlformats.org/officeDocument/2006/relationships/slideLayout" Target="../slideLayouts/slideLayout45.xml"/><Relationship Id="rId30" Type="http://schemas.openxmlformats.org/officeDocument/2006/relationships/slideLayout" Target="../slideLayouts/slideLayout48.xml"/><Relationship Id="rId35" Type="http://schemas.openxmlformats.org/officeDocument/2006/relationships/theme" Target="../theme/theme3.xml"/><Relationship Id="rId8" Type="http://schemas.openxmlformats.org/officeDocument/2006/relationships/slideLayout" Target="../slideLayouts/slideLayout26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theme" Target="../theme/theme4.xml"/><Relationship Id="rId2" Type="http://schemas.openxmlformats.org/officeDocument/2006/relationships/slideLayout" Target="../slideLayouts/slideLayout54.xml"/><Relationship Id="rId1" Type="http://schemas.openxmlformats.org/officeDocument/2006/relationships/slideLayout" Target="../slideLayouts/slideLayout53.xml"/><Relationship Id="rId4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586848-F742-645F-A2C5-1F698FEAF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18052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472317-BCA6-85A8-36E7-0A0C80ED62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749425"/>
            <a:ext cx="11430000" cy="44100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229A4E-DB65-446D-9634-A4520D14CF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A5A734-3203-4F73-A4EB-80311BE2EDC8}" type="datetime3">
              <a:rPr lang="en-US" smtClean="0"/>
              <a:t>13 May 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2990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6" r:id="rId6"/>
    <p:sldLayoutId id="2147483677" r:id="rId7"/>
    <p:sldLayoutId id="2147483678" r:id="rId8"/>
    <p:sldLayoutId id="2147483680" r:id="rId9"/>
    <p:sldLayoutId id="2147483710" r:id="rId10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bg2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2"/>
          </a:solidFill>
          <a:latin typeface="+mn-lt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2"/>
          </a:solidFill>
          <a:latin typeface="+mn-lt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2"/>
          </a:solidFill>
          <a:latin typeface="+mn-lt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bg2"/>
          </a:solidFill>
          <a:latin typeface="+mn-lt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bg2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586848-F742-645F-A2C5-1F698FEAF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18052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472317-BCA6-85A8-36E7-0A0C80ED62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749425"/>
            <a:ext cx="11430000" cy="44100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0" name="bg object 18">
            <a:extLst>
              <a:ext uri="{FF2B5EF4-FFF2-40B4-BE49-F238E27FC236}">
                <a16:creationId xmlns:a16="http://schemas.microsoft.com/office/drawing/2014/main" id="{12F9AF8E-F443-9242-CE3B-F010F16832CE}"/>
              </a:ext>
            </a:extLst>
          </p:cNvPr>
          <p:cNvSpPr/>
          <p:nvPr userDrawn="1"/>
        </p:nvSpPr>
        <p:spPr>
          <a:xfrm>
            <a:off x="11307847" y="6413630"/>
            <a:ext cx="884153" cy="209659"/>
          </a:xfrm>
          <a:custGeom>
            <a:avLst/>
            <a:gdLst/>
            <a:ahLst/>
            <a:cxnLst/>
            <a:rect l="l" t="t" r="r" b="b"/>
            <a:pathLst>
              <a:path w="1566544" h="371475">
                <a:moveTo>
                  <a:pt x="214210" y="0"/>
                </a:moveTo>
                <a:lnTo>
                  <a:pt x="165100" y="0"/>
                </a:lnTo>
                <a:lnTo>
                  <a:pt x="0" y="370878"/>
                </a:lnTo>
                <a:lnTo>
                  <a:pt x="49110" y="370878"/>
                </a:lnTo>
                <a:lnTo>
                  <a:pt x="214210" y="0"/>
                </a:lnTo>
                <a:close/>
              </a:path>
              <a:path w="1566544" h="371475">
                <a:moveTo>
                  <a:pt x="1566252" y="0"/>
                </a:moveTo>
                <a:lnTo>
                  <a:pt x="254063" y="0"/>
                </a:lnTo>
                <a:lnTo>
                  <a:pt x="88950" y="370878"/>
                </a:lnTo>
                <a:lnTo>
                  <a:pt x="1566252" y="370878"/>
                </a:lnTo>
                <a:lnTo>
                  <a:pt x="1566252" y="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D733C1-E61E-CFF1-452A-73029B0577D6}"/>
              </a:ext>
            </a:extLst>
          </p:cNvPr>
          <p:cNvSpPr txBox="1"/>
          <p:nvPr userDrawn="1"/>
        </p:nvSpPr>
        <p:spPr>
          <a:xfrm>
            <a:off x="1610591" y="6413631"/>
            <a:ext cx="20054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Circulation</a:t>
            </a:r>
            <a:r>
              <a:rPr lang="en-GB" sz="800" spc="12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Limited</a:t>
            </a:r>
            <a:r>
              <a:rPr lang="en-GB" sz="800" spc="12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sz="8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en-GB" sz="800" spc="12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Commercial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B758F04-8CD8-E2F8-C107-75E95DDA898D}"/>
              </a:ext>
            </a:extLst>
          </p:cNvPr>
          <p:cNvSpPr txBox="1"/>
          <p:nvPr userDrawn="1"/>
        </p:nvSpPr>
        <p:spPr>
          <a:xfrm>
            <a:off x="11464173" y="6413630"/>
            <a:ext cx="571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5CAB9123-6C5D-6742-A884-75399720DA2F}" type="slidenum">
              <a:rPr lang="en-US" sz="80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‹#›</a:t>
            </a:fld>
            <a:endParaRPr lang="en-US" sz="8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D9CDDFE7-CC48-8FE6-7550-23F59404E9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83908" y="6383663"/>
            <a:ext cx="739897" cy="245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97486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bg1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586848-F742-645F-A2C5-1F698FEAF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180520"/>
            <a:ext cx="11430000" cy="95826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472317-BCA6-85A8-36E7-0A0C80ED62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749425"/>
            <a:ext cx="11430000" cy="441007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9" name="bg object 18">
            <a:extLst>
              <a:ext uri="{FF2B5EF4-FFF2-40B4-BE49-F238E27FC236}">
                <a16:creationId xmlns:a16="http://schemas.microsoft.com/office/drawing/2014/main" id="{F44A85DB-87B7-A979-1C42-40DF5CB63808}"/>
              </a:ext>
            </a:extLst>
          </p:cNvPr>
          <p:cNvSpPr/>
          <p:nvPr userDrawn="1"/>
        </p:nvSpPr>
        <p:spPr>
          <a:xfrm>
            <a:off x="11307847" y="6413631"/>
            <a:ext cx="884153" cy="209659"/>
          </a:xfrm>
          <a:custGeom>
            <a:avLst/>
            <a:gdLst/>
            <a:ahLst/>
            <a:cxnLst/>
            <a:rect l="l" t="t" r="r" b="b"/>
            <a:pathLst>
              <a:path w="1566544" h="371475">
                <a:moveTo>
                  <a:pt x="214210" y="0"/>
                </a:moveTo>
                <a:lnTo>
                  <a:pt x="165100" y="0"/>
                </a:lnTo>
                <a:lnTo>
                  <a:pt x="0" y="370878"/>
                </a:lnTo>
                <a:lnTo>
                  <a:pt x="49110" y="370878"/>
                </a:lnTo>
                <a:lnTo>
                  <a:pt x="214210" y="0"/>
                </a:lnTo>
                <a:close/>
              </a:path>
              <a:path w="1566544" h="371475">
                <a:moveTo>
                  <a:pt x="1566252" y="0"/>
                </a:moveTo>
                <a:lnTo>
                  <a:pt x="254063" y="0"/>
                </a:lnTo>
                <a:lnTo>
                  <a:pt x="88950" y="370878"/>
                </a:lnTo>
                <a:lnTo>
                  <a:pt x="1566252" y="370878"/>
                </a:lnTo>
                <a:lnTo>
                  <a:pt x="1566252" y="0"/>
                </a:lnTo>
                <a:close/>
              </a:path>
            </a:pathLst>
          </a:custGeom>
          <a:solidFill>
            <a:srgbClr val="1A0F5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EA53D74-1490-616A-ABCB-1C69E2F86054}"/>
              </a:ext>
            </a:extLst>
          </p:cNvPr>
          <p:cNvSpPr txBox="1"/>
          <p:nvPr userDrawn="1"/>
        </p:nvSpPr>
        <p:spPr>
          <a:xfrm>
            <a:off x="1610591" y="6413631"/>
            <a:ext cx="20054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800" spc="55">
                <a:solidFill>
                  <a:schemeClr val="bg2"/>
                </a:solidFill>
                <a:latin typeface="+mn-lt"/>
                <a:cs typeface="Arial" panose="020B0604020202020204" pitchFamily="34" charset="0"/>
              </a:rPr>
              <a:t>Circulation</a:t>
            </a:r>
            <a:r>
              <a:rPr lang="en-GB" sz="800" spc="120">
                <a:solidFill>
                  <a:schemeClr val="bg2"/>
                </a:solidFill>
                <a:latin typeface="+mn-lt"/>
                <a:cs typeface="Arial" panose="020B0604020202020204" pitchFamily="34" charset="0"/>
              </a:rPr>
              <a:t> </a:t>
            </a:r>
            <a:r>
              <a:rPr lang="en-GB" sz="800" spc="55">
                <a:solidFill>
                  <a:schemeClr val="bg2"/>
                </a:solidFill>
                <a:latin typeface="+mn-lt"/>
                <a:cs typeface="Arial" panose="020B0604020202020204" pitchFamily="34" charset="0"/>
              </a:rPr>
              <a:t>Limited</a:t>
            </a:r>
            <a:r>
              <a:rPr lang="en-GB" sz="800" spc="125">
                <a:solidFill>
                  <a:schemeClr val="bg2"/>
                </a:solidFill>
                <a:latin typeface="+mn-lt"/>
                <a:cs typeface="Arial" panose="020B0604020202020204" pitchFamily="34" charset="0"/>
              </a:rPr>
              <a:t> </a:t>
            </a:r>
            <a:r>
              <a:rPr lang="en-GB" sz="800">
                <a:solidFill>
                  <a:schemeClr val="bg2"/>
                </a:solidFill>
                <a:latin typeface="+mn-lt"/>
                <a:cs typeface="Arial" panose="020B0604020202020204" pitchFamily="34" charset="0"/>
              </a:rPr>
              <a:t>–</a:t>
            </a:r>
            <a:r>
              <a:rPr lang="en-GB" sz="800" spc="120">
                <a:solidFill>
                  <a:schemeClr val="bg2"/>
                </a:solidFill>
                <a:latin typeface="+mn-lt"/>
                <a:cs typeface="Arial" panose="020B0604020202020204" pitchFamily="34" charset="0"/>
              </a:rPr>
              <a:t> </a:t>
            </a:r>
            <a:r>
              <a:rPr lang="en-GB" sz="800" spc="55">
                <a:solidFill>
                  <a:schemeClr val="bg2"/>
                </a:solidFill>
                <a:latin typeface="+mn-lt"/>
                <a:cs typeface="Arial" panose="020B0604020202020204" pitchFamily="34" charset="0"/>
              </a:rPr>
              <a:t>Commercial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91630A-C1B0-0EE4-82E5-2C18C033CC98}"/>
              </a:ext>
            </a:extLst>
          </p:cNvPr>
          <p:cNvSpPr txBox="1"/>
          <p:nvPr userDrawn="1"/>
        </p:nvSpPr>
        <p:spPr>
          <a:xfrm>
            <a:off x="11464173" y="6413631"/>
            <a:ext cx="571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5CAB9123-6C5D-6742-A884-75399720DA2F}" type="slidenum">
              <a:rPr lang="en-US" sz="800" smtClean="0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‹#›</a:t>
            </a:fld>
            <a:endParaRPr lang="en-US" sz="800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A692409C-91D8-0F83-A79B-C4478236DAB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>
            <a:off x="383908" y="6383663"/>
            <a:ext cx="739897" cy="245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72524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713" r:id="rId2"/>
    <p:sldLayoutId id="2147483663" r:id="rId3"/>
    <p:sldLayoutId id="2147483660" r:id="rId4"/>
    <p:sldLayoutId id="2147483724" r:id="rId5"/>
    <p:sldLayoutId id="2147483725" r:id="rId6"/>
    <p:sldLayoutId id="2147483723" r:id="rId7"/>
    <p:sldLayoutId id="2147483726" r:id="rId8"/>
    <p:sldLayoutId id="2147483727" r:id="rId9"/>
    <p:sldLayoutId id="2147483662" r:id="rId10"/>
    <p:sldLayoutId id="2147483721" r:id="rId11"/>
    <p:sldLayoutId id="2147483722" r:id="rId12"/>
    <p:sldLayoutId id="2147483661" r:id="rId13"/>
    <p:sldLayoutId id="2147483714" r:id="rId14"/>
    <p:sldLayoutId id="2147483715" r:id="rId15"/>
    <p:sldLayoutId id="2147483692" r:id="rId16"/>
    <p:sldLayoutId id="2147483717" r:id="rId17"/>
    <p:sldLayoutId id="2147483739" r:id="rId18"/>
    <p:sldLayoutId id="2147483718" r:id="rId19"/>
    <p:sldLayoutId id="2147483740" r:id="rId20"/>
    <p:sldLayoutId id="2147483719" r:id="rId21"/>
    <p:sldLayoutId id="2147483741" r:id="rId22"/>
    <p:sldLayoutId id="2147483720" r:id="rId23"/>
    <p:sldLayoutId id="2147483696" r:id="rId24"/>
    <p:sldLayoutId id="2147483711" r:id="rId25"/>
    <p:sldLayoutId id="2147483693" r:id="rId26"/>
    <p:sldLayoutId id="2147483694" r:id="rId27"/>
    <p:sldLayoutId id="2147483695" r:id="rId28"/>
    <p:sldLayoutId id="2147483698" r:id="rId29"/>
    <p:sldLayoutId id="2147483697" r:id="rId30"/>
    <p:sldLayoutId id="2147483681" r:id="rId31"/>
    <p:sldLayoutId id="2147483682" r:id="rId32"/>
    <p:sldLayoutId id="2147483683" r:id="rId33"/>
    <p:sldLayoutId id="2147483742" r:id="rId34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bg2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1200" kern="1200" baseline="0">
          <a:solidFill>
            <a:schemeClr val="bg2"/>
          </a:solidFill>
          <a:latin typeface="+mn-lt"/>
          <a:ea typeface="+mn-ea"/>
          <a:cs typeface="Arial" panose="020B0604020202020204" pitchFamily="34" charset="0"/>
        </a:defRPr>
      </a:lvl1pPr>
      <a:lvl2pPr marL="4572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200" kern="1200" baseline="0">
          <a:solidFill>
            <a:schemeClr val="bg2"/>
          </a:solidFill>
          <a:latin typeface="+mn-lt"/>
          <a:ea typeface="+mn-ea"/>
          <a:cs typeface="Arial" panose="020B0604020202020204" pitchFamily="34" charset="0"/>
        </a:defRPr>
      </a:lvl2pPr>
      <a:lvl3pPr marL="6858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200" kern="1200" baseline="0">
          <a:solidFill>
            <a:schemeClr val="bg2"/>
          </a:solidFill>
          <a:latin typeface="+mn-lt"/>
          <a:ea typeface="+mn-ea"/>
          <a:cs typeface="Arial" panose="020B0604020202020204" pitchFamily="34" charset="0"/>
        </a:defRPr>
      </a:lvl3pPr>
      <a:lvl4pPr marL="9144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200" kern="1200" baseline="0">
          <a:solidFill>
            <a:schemeClr val="bg2"/>
          </a:solidFill>
          <a:latin typeface="+mn-lt"/>
          <a:ea typeface="+mn-ea"/>
          <a:cs typeface="Arial" panose="020B0604020202020204" pitchFamily="34" charset="0"/>
        </a:defRPr>
      </a:lvl4pPr>
      <a:lvl5pPr marL="11430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200" kern="1200" baseline="0">
          <a:solidFill>
            <a:schemeClr val="bg2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876" userDrawn="1">
          <p15:clr>
            <a:srgbClr val="F26B43"/>
          </p15:clr>
        </p15:guide>
        <p15:guide id="2" pos="240" userDrawn="1">
          <p15:clr>
            <a:srgbClr val="F26B43"/>
          </p15:clr>
        </p15:guide>
        <p15:guide id="3" pos="7450" userDrawn="1">
          <p15:clr>
            <a:srgbClr val="F26B43"/>
          </p15:clr>
        </p15:guide>
        <p15:guide id="4" orient="horz" pos="113" userDrawn="1">
          <p15:clr>
            <a:srgbClr val="F26B43"/>
          </p15:clr>
        </p15:guide>
        <p15:guide id="5" orient="horz" pos="731" userDrawn="1">
          <p15:clr>
            <a:srgbClr val="F26B43"/>
          </p15:clr>
        </p15:guide>
        <p15:guide id="6" orient="horz" pos="1094" userDrawn="1">
          <p15:clr>
            <a:srgbClr val="F26B43"/>
          </p15:clr>
        </p15:guide>
        <p15:guide id="7" orient="horz" pos="951" userDrawn="1">
          <p15:clr>
            <a:srgbClr val="F26B43"/>
          </p15:clr>
        </p15:guide>
        <p15:guide id="8" pos="3840" userDrawn="1">
          <p15:clr>
            <a:srgbClr val="F26B43"/>
          </p15:clr>
        </p15:guide>
        <p15:guide id="9" pos="3786" userDrawn="1">
          <p15:clr>
            <a:srgbClr val="F26B43"/>
          </p15:clr>
        </p15:guide>
        <p15:guide id="10" pos="3901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586848-F742-645F-A2C5-1F698FEAF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18052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472317-BCA6-85A8-36E7-0A0C80ED62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749425"/>
            <a:ext cx="11430000" cy="44100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9" name="bg object 18">
            <a:extLst>
              <a:ext uri="{FF2B5EF4-FFF2-40B4-BE49-F238E27FC236}">
                <a16:creationId xmlns:a16="http://schemas.microsoft.com/office/drawing/2014/main" id="{F44A85DB-87B7-A979-1C42-40DF5CB63808}"/>
              </a:ext>
            </a:extLst>
          </p:cNvPr>
          <p:cNvSpPr/>
          <p:nvPr userDrawn="1"/>
        </p:nvSpPr>
        <p:spPr>
          <a:xfrm>
            <a:off x="11307847" y="6356872"/>
            <a:ext cx="884153" cy="209659"/>
          </a:xfrm>
          <a:custGeom>
            <a:avLst/>
            <a:gdLst/>
            <a:ahLst/>
            <a:cxnLst/>
            <a:rect l="l" t="t" r="r" b="b"/>
            <a:pathLst>
              <a:path w="1566544" h="371475">
                <a:moveTo>
                  <a:pt x="214210" y="0"/>
                </a:moveTo>
                <a:lnTo>
                  <a:pt x="165100" y="0"/>
                </a:lnTo>
                <a:lnTo>
                  <a:pt x="0" y="370878"/>
                </a:lnTo>
                <a:lnTo>
                  <a:pt x="49110" y="370878"/>
                </a:lnTo>
                <a:lnTo>
                  <a:pt x="214210" y="0"/>
                </a:lnTo>
                <a:close/>
              </a:path>
              <a:path w="1566544" h="371475">
                <a:moveTo>
                  <a:pt x="1566252" y="0"/>
                </a:moveTo>
                <a:lnTo>
                  <a:pt x="254063" y="0"/>
                </a:lnTo>
                <a:lnTo>
                  <a:pt x="88950" y="370878"/>
                </a:lnTo>
                <a:lnTo>
                  <a:pt x="1566252" y="370878"/>
                </a:lnTo>
                <a:lnTo>
                  <a:pt x="1566252" y="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EA53D74-1490-616A-ABCB-1C69E2F86054}"/>
              </a:ext>
            </a:extLst>
          </p:cNvPr>
          <p:cNvSpPr txBox="1"/>
          <p:nvPr userDrawn="1"/>
        </p:nvSpPr>
        <p:spPr>
          <a:xfrm>
            <a:off x="1610591" y="6356872"/>
            <a:ext cx="20054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Circulation</a:t>
            </a:r>
            <a:r>
              <a:rPr lang="en-GB" sz="800" spc="12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sz="800" spc="55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Limited</a:t>
            </a:r>
            <a:r>
              <a:rPr lang="en-GB" sz="800" spc="12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sz="8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en-GB" sz="800" spc="12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sz="800" spc="55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Commercial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91630A-C1B0-0EE4-82E5-2C18C033CC98}"/>
              </a:ext>
            </a:extLst>
          </p:cNvPr>
          <p:cNvSpPr txBox="1"/>
          <p:nvPr userDrawn="1"/>
        </p:nvSpPr>
        <p:spPr>
          <a:xfrm>
            <a:off x="11464173" y="6356872"/>
            <a:ext cx="571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5CAB9123-6C5D-6742-A884-75399720DA2F}" type="slidenum">
              <a:rPr lang="en-US" sz="800" smtClean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‹#›</a:t>
            </a:fld>
            <a:endParaRPr lang="en-US" sz="800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E85A8294-EEBA-598A-19E4-4C76B88DA20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3908" y="6321119"/>
            <a:ext cx="739897" cy="245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71636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1" r:id="rId2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bg1"/>
          </a:solidFill>
          <a:latin typeface="+mn-lt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bg1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3.xml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3.xml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3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2343AEC8-0152-40B9-821D-13D54CCBCE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643127"/>
            <a:ext cx="9239926" cy="1325563"/>
          </a:xfrm>
        </p:spPr>
        <p:txBody>
          <a:bodyPr/>
          <a:lstStyle/>
          <a:p>
            <a:r>
              <a:rPr lang="en-US" dirty="0"/>
              <a:t>Retail Store Sales Performance &amp; Inventory Optimization</a:t>
            </a:r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09D5D8-E7BA-9979-10C1-5C70218087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3908" y="4082988"/>
            <a:ext cx="3519877" cy="338554"/>
          </a:xfrm>
        </p:spPr>
        <p:txBody>
          <a:bodyPr/>
          <a:lstStyle/>
          <a:p>
            <a:r>
              <a:rPr lang="en-GB" dirty="0"/>
              <a:t>13</a:t>
            </a:r>
            <a:r>
              <a:rPr lang="en-GB" baseline="30000" dirty="0"/>
              <a:t>th</a:t>
            </a:r>
            <a:r>
              <a:rPr lang="en-GB" dirty="0"/>
              <a:t> May 2026</a:t>
            </a:r>
          </a:p>
        </p:txBody>
      </p:sp>
    </p:spTree>
    <p:extLst>
      <p:ext uri="{BB962C8B-B14F-4D97-AF65-F5344CB8AC3E}">
        <p14:creationId xmlns:p14="http://schemas.microsoft.com/office/powerpoint/2010/main" val="36679006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itle 33">
            <a:extLst>
              <a:ext uri="{FF2B5EF4-FFF2-40B4-BE49-F238E27FC236}">
                <a16:creationId xmlns:a16="http://schemas.microsoft.com/office/drawing/2014/main" id="{DEDC14F9-9BF3-A050-E275-E6B58DC13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300"/>
              <a:t>Agenda</a:t>
            </a:r>
          </a:p>
        </p:txBody>
      </p:sp>
      <p:sp>
        <p:nvSpPr>
          <p:cNvPr id="47" name="Content Placeholder 5">
            <a:extLst>
              <a:ext uri="{FF2B5EF4-FFF2-40B4-BE49-F238E27FC236}">
                <a16:creationId xmlns:a16="http://schemas.microsoft.com/office/drawing/2014/main" id="{726D887F-1CB3-C827-479B-BDD411FDE540}"/>
              </a:ext>
            </a:extLst>
          </p:cNvPr>
          <p:cNvSpPr txBox="1">
            <a:spLocks/>
          </p:cNvSpPr>
          <p:nvPr/>
        </p:nvSpPr>
        <p:spPr>
          <a:xfrm>
            <a:off x="479079" y="1223137"/>
            <a:ext cx="11430000" cy="365760"/>
          </a:xfrm>
          <a:custGeom>
            <a:avLst/>
            <a:gdLst>
              <a:gd name="connsiteX0" fmla="*/ 102870 w 11430000"/>
              <a:gd name="connsiteY0" fmla="*/ 0 h 411480"/>
              <a:gd name="connsiteX1" fmla="*/ 11430000 w 11430000"/>
              <a:gd name="connsiteY1" fmla="*/ 0 h 411480"/>
              <a:gd name="connsiteX2" fmla="*/ 11327130 w 11430000"/>
              <a:gd name="connsiteY2" fmla="*/ 411480 h 411480"/>
              <a:gd name="connsiteX3" fmla="*/ 0 w 11430000"/>
              <a:gd name="connsiteY3" fmla="*/ 411480 h 411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000" h="411480">
                <a:moveTo>
                  <a:pt x="102870" y="0"/>
                </a:moveTo>
                <a:lnTo>
                  <a:pt x="11430000" y="0"/>
                </a:lnTo>
                <a:lnTo>
                  <a:pt x="11327130" y="411480"/>
                </a:lnTo>
                <a:lnTo>
                  <a:pt x="0" y="411480"/>
                </a:lnTo>
                <a:close/>
              </a:path>
            </a:pathLst>
          </a:custGeom>
          <a:noFill/>
        </p:spPr>
        <p:txBody>
          <a:bodyPr vert="horz" wrap="square" lIns="105156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sz="1600" b="1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1200150" indent="-2857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800" kern="120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IN" dirty="0"/>
              <a:t>Business Challenges</a:t>
            </a:r>
            <a:endParaRPr lang="en-US" dirty="0"/>
          </a:p>
        </p:txBody>
      </p:sp>
      <p:sp>
        <p:nvSpPr>
          <p:cNvPr id="48" name="Text Placeholder 4">
            <a:extLst>
              <a:ext uri="{FF2B5EF4-FFF2-40B4-BE49-F238E27FC236}">
                <a16:creationId xmlns:a16="http://schemas.microsoft.com/office/drawing/2014/main" id="{631A7BFC-3A7E-B406-CE20-C9E01D5E85C3}"/>
              </a:ext>
            </a:extLst>
          </p:cNvPr>
          <p:cNvSpPr txBox="1">
            <a:spLocks/>
          </p:cNvSpPr>
          <p:nvPr/>
        </p:nvSpPr>
        <p:spPr>
          <a:xfrm>
            <a:off x="685185" y="1138785"/>
            <a:ext cx="731520" cy="548640"/>
          </a:xfrm>
          <a:prstGeom prst="flowChartInputOutput">
            <a:avLst/>
          </a:prstGeom>
          <a:solidFill>
            <a:schemeClr val="tx2"/>
          </a:solidFill>
        </p:spPr>
        <p:txBody>
          <a:bodyPr vert="horz" lIns="45720" tIns="45720" rIns="4572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b="1" i="0" kern="1200" baseline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i="0" kern="1200" baseline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1</a:t>
            </a:r>
          </a:p>
        </p:txBody>
      </p:sp>
      <p:sp>
        <p:nvSpPr>
          <p:cNvPr id="49" name="Text Placeholder 7">
            <a:extLst>
              <a:ext uri="{FF2B5EF4-FFF2-40B4-BE49-F238E27FC236}">
                <a16:creationId xmlns:a16="http://schemas.microsoft.com/office/drawing/2014/main" id="{2EE9A94E-FE80-F66E-9A82-687591A72D64}"/>
              </a:ext>
            </a:extLst>
          </p:cNvPr>
          <p:cNvSpPr txBox="1">
            <a:spLocks/>
          </p:cNvSpPr>
          <p:nvPr/>
        </p:nvSpPr>
        <p:spPr>
          <a:xfrm>
            <a:off x="685185" y="1824836"/>
            <a:ext cx="731520" cy="548640"/>
          </a:xfrm>
          <a:prstGeom prst="flowChartInputOutput">
            <a:avLst/>
          </a:prstGeom>
          <a:solidFill>
            <a:schemeClr val="tx2"/>
          </a:solidFill>
        </p:spPr>
        <p:txBody>
          <a:bodyPr vert="horz" lIns="45720" tIns="45720" rIns="4572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b="1" i="0" kern="1200" baseline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i="0" kern="1200" baseline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2</a:t>
            </a:r>
          </a:p>
        </p:txBody>
      </p:sp>
      <p:sp>
        <p:nvSpPr>
          <p:cNvPr id="50" name="Content Placeholder 10">
            <a:extLst>
              <a:ext uri="{FF2B5EF4-FFF2-40B4-BE49-F238E27FC236}">
                <a16:creationId xmlns:a16="http://schemas.microsoft.com/office/drawing/2014/main" id="{CBFFB0BD-A54D-E03F-DABF-0C038007C5AE}"/>
              </a:ext>
            </a:extLst>
          </p:cNvPr>
          <p:cNvSpPr txBox="1">
            <a:spLocks/>
          </p:cNvSpPr>
          <p:nvPr/>
        </p:nvSpPr>
        <p:spPr>
          <a:xfrm>
            <a:off x="479079" y="2609415"/>
            <a:ext cx="11430000" cy="365760"/>
          </a:xfrm>
          <a:custGeom>
            <a:avLst/>
            <a:gdLst>
              <a:gd name="connsiteX0" fmla="*/ 102870 w 11430000"/>
              <a:gd name="connsiteY0" fmla="*/ 0 h 411480"/>
              <a:gd name="connsiteX1" fmla="*/ 11430000 w 11430000"/>
              <a:gd name="connsiteY1" fmla="*/ 0 h 411480"/>
              <a:gd name="connsiteX2" fmla="*/ 11327130 w 11430000"/>
              <a:gd name="connsiteY2" fmla="*/ 411480 h 411480"/>
              <a:gd name="connsiteX3" fmla="*/ 0 w 11430000"/>
              <a:gd name="connsiteY3" fmla="*/ 411480 h 411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000" h="411480">
                <a:moveTo>
                  <a:pt x="102870" y="0"/>
                </a:moveTo>
                <a:lnTo>
                  <a:pt x="11430000" y="0"/>
                </a:lnTo>
                <a:lnTo>
                  <a:pt x="11327130" y="411480"/>
                </a:lnTo>
                <a:lnTo>
                  <a:pt x="0" y="411480"/>
                </a:lnTo>
                <a:close/>
              </a:path>
            </a:pathLst>
          </a:custGeom>
          <a:noFill/>
        </p:spPr>
        <p:txBody>
          <a:bodyPr vert="horz" wrap="square" lIns="105156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sz="1600" b="1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lang="en-GB" sz="1400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200150" indent="-2857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800" kern="120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IN" dirty="0"/>
              <a:t>Data &amp; Methodology</a:t>
            </a:r>
            <a:endParaRPr lang="en-US" dirty="0"/>
          </a:p>
        </p:txBody>
      </p:sp>
      <p:sp>
        <p:nvSpPr>
          <p:cNvPr id="51" name="Text Placeholder 8">
            <a:extLst>
              <a:ext uri="{FF2B5EF4-FFF2-40B4-BE49-F238E27FC236}">
                <a16:creationId xmlns:a16="http://schemas.microsoft.com/office/drawing/2014/main" id="{5F3D9EC4-38F9-3DA6-B50C-EA7D918E0AC8}"/>
              </a:ext>
            </a:extLst>
          </p:cNvPr>
          <p:cNvSpPr txBox="1">
            <a:spLocks/>
          </p:cNvSpPr>
          <p:nvPr/>
        </p:nvSpPr>
        <p:spPr>
          <a:xfrm>
            <a:off x="685185" y="2517975"/>
            <a:ext cx="731520" cy="548640"/>
          </a:xfrm>
          <a:prstGeom prst="flowChartInputOutput">
            <a:avLst/>
          </a:prstGeom>
          <a:solidFill>
            <a:schemeClr val="tx2"/>
          </a:solidFill>
        </p:spPr>
        <p:txBody>
          <a:bodyPr vert="horz" lIns="45720" tIns="45720" rIns="4572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b="1" i="0" kern="1200" baseline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i="0" kern="1200" baseline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3</a:t>
            </a:r>
          </a:p>
        </p:txBody>
      </p:sp>
      <p:sp>
        <p:nvSpPr>
          <p:cNvPr id="52" name="Content Placeholder 11">
            <a:extLst>
              <a:ext uri="{FF2B5EF4-FFF2-40B4-BE49-F238E27FC236}">
                <a16:creationId xmlns:a16="http://schemas.microsoft.com/office/drawing/2014/main" id="{47685D2A-655A-1642-1884-9E02ACE39BDC}"/>
              </a:ext>
            </a:extLst>
          </p:cNvPr>
          <p:cNvSpPr txBox="1">
            <a:spLocks/>
          </p:cNvSpPr>
          <p:nvPr/>
        </p:nvSpPr>
        <p:spPr>
          <a:xfrm>
            <a:off x="479079" y="3302554"/>
            <a:ext cx="11430000" cy="365760"/>
          </a:xfrm>
          <a:custGeom>
            <a:avLst/>
            <a:gdLst>
              <a:gd name="connsiteX0" fmla="*/ 102870 w 11430000"/>
              <a:gd name="connsiteY0" fmla="*/ 0 h 411480"/>
              <a:gd name="connsiteX1" fmla="*/ 11430000 w 11430000"/>
              <a:gd name="connsiteY1" fmla="*/ 0 h 411480"/>
              <a:gd name="connsiteX2" fmla="*/ 11327130 w 11430000"/>
              <a:gd name="connsiteY2" fmla="*/ 411480 h 411480"/>
              <a:gd name="connsiteX3" fmla="*/ 0 w 11430000"/>
              <a:gd name="connsiteY3" fmla="*/ 411480 h 411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000" h="411480">
                <a:moveTo>
                  <a:pt x="102870" y="0"/>
                </a:moveTo>
                <a:lnTo>
                  <a:pt x="11430000" y="0"/>
                </a:lnTo>
                <a:lnTo>
                  <a:pt x="11327130" y="411480"/>
                </a:lnTo>
                <a:lnTo>
                  <a:pt x="0" y="411480"/>
                </a:lnTo>
                <a:close/>
              </a:path>
            </a:pathLst>
          </a:custGeom>
          <a:noFill/>
        </p:spPr>
        <p:txBody>
          <a:bodyPr vert="horz" wrap="square" lIns="105156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sz="1600" b="1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lang="en-GB" sz="1400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200150" indent="-2857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800" kern="120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IN" dirty="0"/>
              <a:t>Dashboard Analysis</a:t>
            </a:r>
            <a:endParaRPr lang="en-US" dirty="0"/>
          </a:p>
        </p:txBody>
      </p:sp>
      <p:sp>
        <p:nvSpPr>
          <p:cNvPr id="53" name="Text Placeholder 9">
            <a:extLst>
              <a:ext uri="{FF2B5EF4-FFF2-40B4-BE49-F238E27FC236}">
                <a16:creationId xmlns:a16="http://schemas.microsoft.com/office/drawing/2014/main" id="{396F8857-8ED4-D4E6-D5E3-1B187582C045}"/>
              </a:ext>
            </a:extLst>
          </p:cNvPr>
          <p:cNvSpPr txBox="1">
            <a:spLocks/>
          </p:cNvSpPr>
          <p:nvPr/>
        </p:nvSpPr>
        <p:spPr>
          <a:xfrm>
            <a:off x="685185" y="3211114"/>
            <a:ext cx="731520" cy="548640"/>
          </a:xfrm>
          <a:prstGeom prst="flowChartInputOutput">
            <a:avLst/>
          </a:prstGeom>
          <a:solidFill>
            <a:schemeClr val="tx2"/>
          </a:solidFill>
        </p:spPr>
        <p:txBody>
          <a:bodyPr vert="horz" lIns="45720" tIns="45720" rIns="4572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b="1" i="0" kern="1200" baseline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i="0" kern="1200" baseline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4</a:t>
            </a:r>
          </a:p>
        </p:txBody>
      </p:sp>
      <p:sp>
        <p:nvSpPr>
          <p:cNvPr id="54" name="Content Placeholder 6">
            <a:extLst>
              <a:ext uri="{FF2B5EF4-FFF2-40B4-BE49-F238E27FC236}">
                <a16:creationId xmlns:a16="http://schemas.microsoft.com/office/drawing/2014/main" id="{0FD82576-9667-6FA5-2CDB-AA1B2EBABAC1}"/>
              </a:ext>
            </a:extLst>
          </p:cNvPr>
          <p:cNvSpPr txBox="1">
            <a:spLocks/>
          </p:cNvSpPr>
          <p:nvPr/>
        </p:nvSpPr>
        <p:spPr>
          <a:xfrm>
            <a:off x="479079" y="1916276"/>
            <a:ext cx="11430000" cy="365760"/>
          </a:xfrm>
          <a:custGeom>
            <a:avLst/>
            <a:gdLst>
              <a:gd name="connsiteX0" fmla="*/ 102870 w 11430000"/>
              <a:gd name="connsiteY0" fmla="*/ 0 h 411480"/>
              <a:gd name="connsiteX1" fmla="*/ 11430000 w 11430000"/>
              <a:gd name="connsiteY1" fmla="*/ 0 h 411480"/>
              <a:gd name="connsiteX2" fmla="*/ 11327130 w 11430000"/>
              <a:gd name="connsiteY2" fmla="*/ 411480 h 411480"/>
              <a:gd name="connsiteX3" fmla="*/ 0 w 11430000"/>
              <a:gd name="connsiteY3" fmla="*/ 411480 h 411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000" h="411480">
                <a:moveTo>
                  <a:pt x="102870" y="0"/>
                </a:moveTo>
                <a:lnTo>
                  <a:pt x="11430000" y="0"/>
                </a:lnTo>
                <a:lnTo>
                  <a:pt x="11327130" y="411480"/>
                </a:lnTo>
                <a:lnTo>
                  <a:pt x="0" y="411480"/>
                </a:lnTo>
                <a:close/>
              </a:path>
            </a:pathLst>
          </a:custGeom>
          <a:noFill/>
        </p:spPr>
        <p:txBody>
          <a:bodyPr vert="horz" wrap="square" lIns="105156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sz="1600" b="1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lang="en-GB" sz="1400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200150" indent="-2857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800" kern="120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IN" dirty="0"/>
              <a:t>Project Objectives</a:t>
            </a:r>
            <a:endParaRPr lang="en-US" dirty="0"/>
          </a:p>
        </p:txBody>
      </p:sp>
      <p:sp>
        <p:nvSpPr>
          <p:cNvPr id="55" name="Content Placeholder 11">
            <a:extLst>
              <a:ext uri="{FF2B5EF4-FFF2-40B4-BE49-F238E27FC236}">
                <a16:creationId xmlns:a16="http://schemas.microsoft.com/office/drawing/2014/main" id="{23C7A3AD-807E-ED42-A073-CA7764E086FA}"/>
              </a:ext>
            </a:extLst>
          </p:cNvPr>
          <p:cNvSpPr txBox="1">
            <a:spLocks/>
          </p:cNvSpPr>
          <p:nvPr/>
        </p:nvSpPr>
        <p:spPr>
          <a:xfrm>
            <a:off x="479079" y="3995693"/>
            <a:ext cx="11430000" cy="365760"/>
          </a:xfrm>
          <a:custGeom>
            <a:avLst/>
            <a:gdLst>
              <a:gd name="connsiteX0" fmla="*/ 102870 w 11430000"/>
              <a:gd name="connsiteY0" fmla="*/ 0 h 411480"/>
              <a:gd name="connsiteX1" fmla="*/ 11430000 w 11430000"/>
              <a:gd name="connsiteY1" fmla="*/ 0 h 411480"/>
              <a:gd name="connsiteX2" fmla="*/ 11327130 w 11430000"/>
              <a:gd name="connsiteY2" fmla="*/ 411480 h 411480"/>
              <a:gd name="connsiteX3" fmla="*/ 0 w 11430000"/>
              <a:gd name="connsiteY3" fmla="*/ 411480 h 411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000" h="411480">
                <a:moveTo>
                  <a:pt x="102870" y="0"/>
                </a:moveTo>
                <a:lnTo>
                  <a:pt x="11430000" y="0"/>
                </a:lnTo>
                <a:lnTo>
                  <a:pt x="11327130" y="411480"/>
                </a:lnTo>
                <a:lnTo>
                  <a:pt x="0" y="411480"/>
                </a:lnTo>
                <a:close/>
              </a:path>
            </a:pathLst>
          </a:custGeom>
          <a:noFill/>
        </p:spPr>
        <p:txBody>
          <a:bodyPr vert="horz" wrap="square" lIns="105156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sz="1600" b="1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lang="en-GB" sz="1400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200150" indent="-2857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800" kern="120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dirty="0"/>
              <a:t>Forecasting &amp; Revenue Analysis</a:t>
            </a:r>
          </a:p>
        </p:txBody>
      </p:sp>
      <p:sp>
        <p:nvSpPr>
          <p:cNvPr id="56" name="Text Placeholder 9">
            <a:extLst>
              <a:ext uri="{FF2B5EF4-FFF2-40B4-BE49-F238E27FC236}">
                <a16:creationId xmlns:a16="http://schemas.microsoft.com/office/drawing/2014/main" id="{051131FF-774F-27CF-F409-4AFD2DC6B8FB}"/>
              </a:ext>
            </a:extLst>
          </p:cNvPr>
          <p:cNvSpPr txBox="1">
            <a:spLocks/>
          </p:cNvSpPr>
          <p:nvPr/>
        </p:nvSpPr>
        <p:spPr>
          <a:xfrm>
            <a:off x="685185" y="3904253"/>
            <a:ext cx="731520" cy="548640"/>
          </a:xfrm>
          <a:prstGeom prst="flowChartInputOutput">
            <a:avLst/>
          </a:prstGeom>
          <a:solidFill>
            <a:schemeClr val="tx2"/>
          </a:solidFill>
        </p:spPr>
        <p:txBody>
          <a:bodyPr vert="horz" lIns="45720" tIns="45720" rIns="4572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b="1" i="0" kern="1200" baseline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i="0" kern="1200" baseline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5</a:t>
            </a:r>
          </a:p>
        </p:txBody>
      </p:sp>
      <p:sp>
        <p:nvSpPr>
          <p:cNvPr id="14" name="Content Placeholder 11">
            <a:extLst>
              <a:ext uri="{FF2B5EF4-FFF2-40B4-BE49-F238E27FC236}">
                <a16:creationId xmlns:a16="http://schemas.microsoft.com/office/drawing/2014/main" id="{64DB467E-A64A-C2F1-25D1-06EFFE4F7FED}"/>
              </a:ext>
            </a:extLst>
          </p:cNvPr>
          <p:cNvSpPr txBox="1">
            <a:spLocks/>
          </p:cNvSpPr>
          <p:nvPr/>
        </p:nvSpPr>
        <p:spPr>
          <a:xfrm>
            <a:off x="479079" y="4688832"/>
            <a:ext cx="11430000" cy="365760"/>
          </a:xfrm>
          <a:custGeom>
            <a:avLst/>
            <a:gdLst>
              <a:gd name="connsiteX0" fmla="*/ 102870 w 11430000"/>
              <a:gd name="connsiteY0" fmla="*/ 0 h 411480"/>
              <a:gd name="connsiteX1" fmla="*/ 11430000 w 11430000"/>
              <a:gd name="connsiteY1" fmla="*/ 0 h 411480"/>
              <a:gd name="connsiteX2" fmla="*/ 11327130 w 11430000"/>
              <a:gd name="connsiteY2" fmla="*/ 411480 h 411480"/>
              <a:gd name="connsiteX3" fmla="*/ 0 w 11430000"/>
              <a:gd name="connsiteY3" fmla="*/ 411480 h 411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000" h="411480">
                <a:moveTo>
                  <a:pt x="102870" y="0"/>
                </a:moveTo>
                <a:lnTo>
                  <a:pt x="11430000" y="0"/>
                </a:lnTo>
                <a:lnTo>
                  <a:pt x="11327130" y="411480"/>
                </a:lnTo>
                <a:lnTo>
                  <a:pt x="0" y="411480"/>
                </a:lnTo>
                <a:close/>
              </a:path>
            </a:pathLst>
          </a:custGeom>
          <a:noFill/>
        </p:spPr>
        <p:txBody>
          <a:bodyPr vert="horz" wrap="square" lIns="105156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sz="1600" b="1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lang="en-GB" sz="1400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200150" indent="-2857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800" kern="120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IN" dirty="0"/>
              <a:t>Key Findings</a:t>
            </a:r>
            <a:endParaRPr lang="en-US" dirty="0"/>
          </a:p>
        </p:txBody>
      </p: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5896D74B-8B42-AA34-8DEA-62767795966E}"/>
              </a:ext>
            </a:extLst>
          </p:cNvPr>
          <p:cNvSpPr txBox="1">
            <a:spLocks/>
          </p:cNvSpPr>
          <p:nvPr/>
        </p:nvSpPr>
        <p:spPr>
          <a:xfrm>
            <a:off x="685185" y="4597392"/>
            <a:ext cx="731520" cy="548640"/>
          </a:xfrm>
          <a:prstGeom prst="flowChartInputOutput">
            <a:avLst/>
          </a:prstGeom>
          <a:solidFill>
            <a:schemeClr val="tx2"/>
          </a:solidFill>
        </p:spPr>
        <p:txBody>
          <a:bodyPr vert="horz" lIns="45720" tIns="45720" rIns="4572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b="1" i="0" kern="1200" baseline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i="0" kern="1200" baseline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6</a:t>
            </a:r>
          </a:p>
        </p:txBody>
      </p:sp>
      <p:sp>
        <p:nvSpPr>
          <p:cNvPr id="16" name="Content Placeholder 11">
            <a:extLst>
              <a:ext uri="{FF2B5EF4-FFF2-40B4-BE49-F238E27FC236}">
                <a16:creationId xmlns:a16="http://schemas.microsoft.com/office/drawing/2014/main" id="{BCBD18EF-1ED3-C936-C8F9-00EAA7DD67FD}"/>
              </a:ext>
            </a:extLst>
          </p:cNvPr>
          <p:cNvSpPr txBox="1">
            <a:spLocks/>
          </p:cNvSpPr>
          <p:nvPr/>
        </p:nvSpPr>
        <p:spPr>
          <a:xfrm>
            <a:off x="479079" y="5381971"/>
            <a:ext cx="11430000" cy="365760"/>
          </a:xfrm>
          <a:custGeom>
            <a:avLst/>
            <a:gdLst>
              <a:gd name="connsiteX0" fmla="*/ 102870 w 11430000"/>
              <a:gd name="connsiteY0" fmla="*/ 0 h 411480"/>
              <a:gd name="connsiteX1" fmla="*/ 11430000 w 11430000"/>
              <a:gd name="connsiteY1" fmla="*/ 0 h 411480"/>
              <a:gd name="connsiteX2" fmla="*/ 11327130 w 11430000"/>
              <a:gd name="connsiteY2" fmla="*/ 411480 h 411480"/>
              <a:gd name="connsiteX3" fmla="*/ 0 w 11430000"/>
              <a:gd name="connsiteY3" fmla="*/ 411480 h 411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000" h="411480">
                <a:moveTo>
                  <a:pt x="102870" y="0"/>
                </a:moveTo>
                <a:lnTo>
                  <a:pt x="11430000" y="0"/>
                </a:lnTo>
                <a:lnTo>
                  <a:pt x="11327130" y="411480"/>
                </a:lnTo>
                <a:lnTo>
                  <a:pt x="0" y="411480"/>
                </a:lnTo>
                <a:close/>
              </a:path>
            </a:pathLst>
          </a:custGeom>
          <a:noFill/>
        </p:spPr>
        <p:txBody>
          <a:bodyPr vert="horz" wrap="square" lIns="105156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sz="1600" b="1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lang="en-GB" sz="1400" kern="120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200150" indent="-2857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800" kern="120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1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IN" dirty="0"/>
              <a:t>Recommendations &amp; Conclusion</a:t>
            </a:r>
            <a:endParaRPr lang="en-US" dirty="0"/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ED6E18C1-25F8-6F45-DDD7-1D058C2DA648}"/>
              </a:ext>
            </a:extLst>
          </p:cNvPr>
          <p:cNvSpPr txBox="1">
            <a:spLocks/>
          </p:cNvSpPr>
          <p:nvPr/>
        </p:nvSpPr>
        <p:spPr>
          <a:xfrm>
            <a:off x="685185" y="5290531"/>
            <a:ext cx="731520" cy="548640"/>
          </a:xfrm>
          <a:prstGeom prst="flowChartInputOutput">
            <a:avLst/>
          </a:prstGeom>
          <a:solidFill>
            <a:schemeClr val="tx2"/>
          </a:solidFill>
        </p:spPr>
        <p:txBody>
          <a:bodyPr vert="horz" lIns="45720" tIns="45720" rIns="4572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b="1" i="0" kern="1200" baseline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b="1" i="0" kern="1200" baseline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6508770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00B46B4-B4E7-F689-D2C8-F4FED800D87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b="1" dirty="0"/>
              <a:t>Key operational and analytical challenges faced by the retail chain</a:t>
            </a:r>
            <a:endParaRPr lang="en-GB" b="1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EA6C3BC-6DC3-67E8-2DD5-6E2E8C71A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300" dirty="0"/>
              <a:t>Business Challenges</a:t>
            </a:r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EE498D22-DEF3-DC56-64A5-B1B1AAEE616D}"/>
              </a:ext>
            </a:extLst>
          </p:cNvPr>
          <p:cNvGrpSpPr/>
          <p:nvPr/>
        </p:nvGrpSpPr>
        <p:grpSpPr>
          <a:xfrm>
            <a:off x="1118024" y="2043483"/>
            <a:ext cx="4977976" cy="923202"/>
            <a:chOff x="1113867" y="2088750"/>
            <a:chExt cx="4977976" cy="923202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366374C-231E-5F57-8C78-92D209A4547E}"/>
                </a:ext>
              </a:extLst>
            </p:cNvPr>
            <p:cNvSpPr/>
            <p:nvPr/>
          </p:nvSpPr>
          <p:spPr>
            <a:xfrm>
              <a:off x="1113868" y="2512498"/>
              <a:ext cx="4977975" cy="49945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37160" rtlCol="0" anchor="t"/>
            <a:lstStyle/>
            <a:p>
              <a:pPr marL="285750" indent="-285750">
                <a:spcAft>
                  <a:spcPts val="200"/>
                </a:spcAft>
                <a:buClr>
                  <a:schemeClr val="accent1"/>
                </a:buClr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chemeClr val="bg2"/>
                  </a:solidFill>
                  <a:cs typeface="Arial" panose="020B0604020202020204" pitchFamily="34" charset="0"/>
                </a:rPr>
                <a:t>Sales varied across stores and regions</a:t>
              </a:r>
            </a:p>
            <a:p>
              <a:pPr marL="285750" indent="-285750">
                <a:spcAft>
                  <a:spcPts val="200"/>
                </a:spcAft>
                <a:buClr>
                  <a:schemeClr val="accent1"/>
                </a:buClr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chemeClr val="bg2"/>
                  </a:solidFill>
                  <a:cs typeface="Arial" panose="020B0604020202020204" pitchFamily="34" charset="0"/>
                </a:rPr>
                <a:t>Difficult to identify top-performing location</a:t>
              </a:r>
            </a:p>
            <a:p>
              <a:pPr marL="285750" indent="-285750">
                <a:spcAft>
                  <a:spcPts val="200"/>
                </a:spcAft>
                <a:buClr>
                  <a:schemeClr val="accent1"/>
                </a:buClr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chemeClr val="bg2"/>
                  </a:solidFill>
                  <a:cs typeface="Arial" panose="020B0604020202020204" pitchFamily="34" charset="0"/>
                </a:rPr>
                <a:t>Revenue optimization became challenging</a:t>
              </a:r>
              <a:endParaRPr lang="en-GB" sz="1400" dirty="0">
                <a:solidFill>
                  <a:schemeClr val="bg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285BC0D-0D9F-9573-B672-DDFD7C756DDA}"/>
                </a:ext>
              </a:extLst>
            </p:cNvPr>
            <p:cNvSpPr/>
            <p:nvPr/>
          </p:nvSpPr>
          <p:spPr>
            <a:xfrm>
              <a:off x="1113867" y="2088750"/>
              <a:ext cx="3599269" cy="49945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spcAft>
                  <a:spcPts val="1800"/>
                </a:spcAft>
              </a:pPr>
              <a:r>
                <a:rPr lang="en-GB" sz="1600" b="1" dirty="0">
                  <a:solidFill>
                    <a:schemeClr val="tx2"/>
                  </a:solidFill>
                  <a:cs typeface="Arial" panose="020B0604020202020204" pitchFamily="34" charset="0"/>
                </a:rPr>
                <a:t>Inconsistent Sales Performance</a:t>
              </a:r>
            </a:p>
          </p:txBody>
        </p:sp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5FB4BBCA-DCF6-94BF-AF1C-DB7F4CA8B8C5}"/>
              </a:ext>
            </a:extLst>
          </p:cNvPr>
          <p:cNvGrpSpPr/>
          <p:nvPr/>
        </p:nvGrpSpPr>
        <p:grpSpPr>
          <a:xfrm>
            <a:off x="6933975" y="2043483"/>
            <a:ext cx="4765850" cy="923202"/>
            <a:chOff x="6958062" y="2088750"/>
            <a:chExt cx="4765850" cy="92320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3E0947F-8FF7-136D-97CD-790838D53643}"/>
                </a:ext>
              </a:extLst>
            </p:cNvPr>
            <p:cNvSpPr/>
            <p:nvPr/>
          </p:nvSpPr>
          <p:spPr>
            <a:xfrm>
              <a:off x="6958064" y="2512498"/>
              <a:ext cx="4765848" cy="49945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37160" rtlCol="0" anchor="t"/>
            <a:lstStyle/>
            <a:p>
              <a:pPr marL="285750" indent="-285750">
                <a:spcAft>
                  <a:spcPts val="200"/>
                </a:spcAft>
                <a:buClr>
                  <a:schemeClr val="accent1"/>
                </a:buClr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chemeClr val="bg2"/>
                  </a:solidFill>
                  <a:cs typeface="Arial" panose="020B0604020202020204" pitchFamily="34" charset="0"/>
                </a:rPr>
                <a:t>Frequent stockouts affected product availability</a:t>
              </a:r>
            </a:p>
            <a:p>
              <a:pPr marL="285750" indent="-285750">
                <a:spcAft>
                  <a:spcPts val="200"/>
                </a:spcAft>
                <a:buClr>
                  <a:schemeClr val="accent1"/>
                </a:buClr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chemeClr val="bg2"/>
                  </a:solidFill>
                  <a:cs typeface="Arial" panose="020B0604020202020204" pitchFamily="34" charset="0"/>
                </a:rPr>
                <a:t>Excess inventory increased holding costs</a:t>
              </a:r>
            </a:p>
            <a:p>
              <a:pPr marL="285750" indent="-285750">
                <a:spcAft>
                  <a:spcPts val="200"/>
                </a:spcAft>
                <a:buClr>
                  <a:schemeClr val="accent1"/>
                </a:buClr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chemeClr val="bg2"/>
                  </a:solidFill>
                  <a:cs typeface="Arial" panose="020B0604020202020204" pitchFamily="34" charset="0"/>
                </a:rPr>
                <a:t>Inventory planning lacked efficiency</a:t>
              </a:r>
              <a:endParaRPr lang="en-GB" sz="1400" dirty="0">
                <a:solidFill>
                  <a:schemeClr val="bg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BF6BC19-3C93-6F49-B8E6-EDAC94C14D0D}"/>
                </a:ext>
              </a:extLst>
            </p:cNvPr>
            <p:cNvSpPr/>
            <p:nvPr/>
          </p:nvSpPr>
          <p:spPr>
            <a:xfrm>
              <a:off x="6958062" y="2088750"/>
              <a:ext cx="3188235" cy="49945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spcAft>
                  <a:spcPts val="1800"/>
                </a:spcAft>
              </a:pPr>
              <a:r>
                <a:rPr lang="en-GB" sz="1600" b="1" dirty="0">
                  <a:solidFill>
                    <a:schemeClr val="tx2"/>
                  </a:solidFill>
                  <a:cs typeface="Arial" panose="020B0604020202020204" pitchFamily="34" charset="0"/>
                </a:rPr>
                <a:t>Inventory Optimization Issues</a:t>
              </a:r>
            </a:p>
          </p:txBody>
        </p: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E64B7FD3-8D9C-15F9-1081-C1E357599720}"/>
              </a:ext>
            </a:extLst>
          </p:cNvPr>
          <p:cNvGrpSpPr/>
          <p:nvPr/>
        </p:nvGrpSpPr>
        <p:grpSpPr>
          <a:xfrm>
            <a:off x="1039051" y="3933563"/>
            <a:ext cx="4877630" cy="905349"/>
            <a:chOff x="1101167" y="3314293"/>
            <a:chExt cx="4877630" cy="90534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C12DD4A-3C30-13E5-3047-D1D76AAE3668}"/>
                </a:ext>
              </a:extLst>
            </p:cNvPr>
            <p:cNvSpPr/>
            <p:nvPr/>
          </p:nvSpPr>
          <p:spPr>
            <a:xfrm>
              <a:off x="1101168" y="3720188"/>
              <a:ext cx="4877629" cy="49945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37160" rtlCol="0" anchor="t"/>
            <a:lstStyle/>
            <a:p>
              <a:pPr marL="285750" lvl="1" indent="-285750">
                <a:spcAft>
                  <a:spcPts val="200"/>
                </a:spcAft>
                <a:buClr>
                  <a:schemeClr val="accent1"/>
                </a:buClr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chemeClr val="bg2"/>
                  </a:solidFill>
                  <a:cs typeface="Arial" panose="020B0604020202020204" pitchFamily="34" charset="0"/>
                </a:rPr>
                <a:t>Large ERP data was difficult to analyze</a:t>
              </a:r>
            </a:p>
            <a:p>
              <a:pPr marL="285750" lvl="1" indent="-285750">
                <a:spcAft>
                  <a:spcPts val="200"/>
                </a:spcAft>
                <a:buClr>
                  <a:schemeClr val="accent1"/>
                </a:buClr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chemeClr val="bg2"/>
                  </a:solidFill>
                  <a:cs typeface="Arial" panose="020B0604020202020204" pitchFamily="34" charset="0"/>
                </a:rPr>
                <a:t>Limited visibility into operational insights</a:t>
              </a:r>
            </a:p>
            <a:p>
              <a:pPr marL="285750" lvl="1" indent="-285750">
                <a:spcAft>
                  <a:spcPts val="200"/>
                </a:spcAft>
                <a:buClr>
                  <a:schemeClr val="accent1"/>
                </a:buClr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chemeClr val="bg2"/>
                  </a:solidFill>
                  <a:cs typeface="Arial" panose="020B0604020202020204" pitchFamily="34" charset="0"/>
                </a:rPr>
                <a:t>Decision-making became slower</a:t>
              </a:r>
              <a:endParaRPr lang="en-GB" sz="1400" dirty="0">
                <a:solidFill>
                  <a:schemeClr val="bg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27B3BA0-B6EF-2135-F448-CA7732668C01}"/>
                </a:ext>
              </a:extLst>
            </p:cNvPr>
            <p:cNvSpPr/>
            <p:nvPr/>
          </p:nvSpPr>
          <p:spPr>
            <a:xfrm>
              <a:off x="1101167" y="3314293"/>
              <a:ext cx="3883625" cy="49945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spcAft>
                  <a:spcPts val="1800"/>
                </a:spcAft>
              </a:pPr>
              <a:r>
                <a:rPr lang="en-GB" sz="1600" b="1" dirty="0">
                  <a:solidFill>
                    <a:schemeClr val="tx2"/>
                  </a:solidFill>
                  <a:cs typeface="Arial" panose="020B0604020202020204" pitchFamily="34" charset="0"/>
                </a:rPr>
                <a:t>ERP Data Visibility Challenges</a:t>
              </a:r>
            </a:p>
          </p:txBody>
        </p: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E8F00719-275F-8663-E466-AD6C0A8DE95F}"/>
              </a:ext>
            </a:extLst>
          </p:cNvPr>
          <p:cNvGrpSpPr/>
          <p:nvPr/>
        </p:nvGrpSpPr>
        <p:grpSpPr>
          <a:xfrm>
            <a:off x="7071021" y="3928873"/>
            <a:ext cx="4765849" cy="905349"/>
            <a:chOff x="6958062" y="3314293"/>
            <a:chExt cx="4765849" cy="905349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413CCFF-98B2-C705-1AC4-EF8DC53CE254}"/>
                </a:ext>
              </a:extLst>
            </p:cNvPr>
            <p:cNvSpPr/>
            <p:nvPr/>
          </p:nvSpPr>
          <p:spPr>
            <a:xfrm>
              <a:off x="6958063" y="3720188"/>
              <a:ext cx="4765848" cy="49945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37160" rtlCol="0" anchor="t"/>
            <a:lstStyle/>
            <a:p>
              <a:pPr marL="285750" indent="-285750">
                <a:spcAft>
                  <a:spcPts val="200"/>
                </a:spcAft>
                <a:buClr>
                  <a:schemeClr val="accent1"/>
                </a:buClr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chemeClr val="bg2"/>
                  </a:solidFill>
                  <a:cs typeface="Arial" panose="020B0604020202020204" pitchFamily="34" charset="0"/>
                </a:rPr>
                <a:t>Heavy discounts reduced profit margins</a:t>
              </a:r>
            </a:p>
            <a:p>
              <a:pPr marL="285750" indent="-285750">
                <a:spcAft>
                  <a:spcPts val="200"/>
                </a:spcAft>
                <a:buClr>
                  <a:schemeClr val="accent1"/>
                </a:buClr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chemeClr val="bg2"/>
                  </a:solidFill>
                  <a:cs typeface="Arial" panose="020B0604020202020204" pitchFamily="34" charset="0"/>
                </a:rPr>
                <a:t>Profitability varied across categories</a:t>
              </a:r>
            </a:p>
            <a:p>
              <a:pPr marL="285750" indent="-285750">
                <a:spcAft>
                  <a:spcPts val="200"/>
                </a:spcAft>
                <a:buClr>
                  <a:schemeClr val="accent1"/>
                </a:buClr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chemeClr val="bg2"/>
                  </a:solidFill>
                  <a:cs typeface="Arial" panose="020B0604020202020204" pitchFamily="34" charset="0"/>
                </a:rPr>
                <a:t>Inefficient planning affected revenue growth</a:t>
              </a:r>
              <a:endParaRPr lang="en-GB" sz="1400" dirty="0">
                <a:solidFill>
                  <a:schemeClr val="bg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41E411F-2F44-6547-D36D-99685FC6A8C6}"/>
                </a:ext>
              </a:extLst>
            </p:cNvPr>
            <p:cNvSpPr/>
            <p:nvPr/>
          </p:nvSpPr>
          <p:spPr>
            <a:xfrm>
              <a:off x="6958062" y="3314293"/>
              <a:ext cx="3603451" cy="49945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spcAft>
                  <a:spcPts val="1800"/>
                </a:spcAft>
              </a:pPr>
              <a:r>
                <a:rPr lang="en-GB" sz="1600" b="1" dirty="0">
                  <a:solidFill>
                    <a:schemeClr val="tx2"/>
                  </a:solidFill>
                  <a:cs typeface="Arial" panose="020B0604020202020204" pitchFamily="34" charset="0"/>
                </a:rPr>
                <a:t>Profitability &amp; Discount Pressure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E640EAC-5314-76E8-13CE-44DA08215346}"/>
              </a:ext>
            </a:extLst>
          </p:cNvPr>
          <p:cNvGrpSpPr/>
          <p:nvPr/>
        </p:nvGrpSpPr>
        <p:grpSpPr>
          <a:xfrm>
            <a:off x="621246" y="2160567"/>
            <a:ext cx="401352" cy="689035"/>
            <a:chOff x="5904116" y="602659"/>
            <a:chExt cx="401352" cy="689035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0C004B0E-D3DE-BB00-2E18-9DB1CB09858E}"/>
                </a:ext>
              </a:extLst>
            </p:cNvPr>
            <p:cNvGrpSpPr/>
            <p:nvPr/>
          </p:nvGrpSpPr>
          <p:grpSpPr>
            <a:xfrm rot="1800000">
              <a:off x="5925482" y="717135"/>
              <a:ext cx="379986" cy="323380"/>
              <a:chOff x="5486512" y="3748505"/>
              <a:chExt cx="1218976" cy="1037391"/>
            </a:xfrm>
          </p:grpSpPr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304980B4-484C-6AFE-70EB-7F0733786D1B}"/>
                  </a:ext>
                </a:extLst>
              </p:cNvPr>
              <p:cNvSpPr/>
              <p:nvPr/>
            </p:nvSpPr>
            <p:spPr>
              <a:xfrm>
                <a:off x="5486512" y="3748505"/>
                <a:ext cx="259348" cy="259348"/>
              </a:xfrm>
              <a:custGeom>
                <a:avLst/>
                <a:gdLst>
                  <a:gd name="connsiteX0" fmla="*/ 685800 w 1371600"/>
                  <a:gd name="connsiteY0" fmla="*/ 0 h 1371600"/>
                  <a:gd name="connsiteX1" fmla="*/ 200881 w 1371600"/>
                  <a:gd name="connsiteY1" fmla="*/ 200881 h 1371600"/>
                  <a:gd name="connsiteX2" fmla="*/ 0 w 1371600"/>
                  <a:gd name="connsiteY2" fmla="*/ 685800 h 1371600"/>
                  <a:gd name="connsiteX3" fmla="*/ 200881 w 1371600"/>
                  <a:gd name="connsiteY3" fmla="*/ 1170719 h 1371600"/>
                  <a:gd name="connsiteX4" fmla="*/ 685800 w 1371600"/>
                  <a:gd name="connsiteY4" fmla="*/ 1371600 h 1371600"/>
                  <a:gd name="connsiteX5" fmla="*/ 1170719 w 1371600"/>
                  <a:gd name="connsiteY5" fmla="*/ 1170719 h 1371600"/>
                  <a:gd name="connsiteX6" fmla="*/ 1371600 w 1371600"/>
                  <a:gd name="connsiteY6" fmla="*/ 685800 h 1371600"/>
                  <a:gd name="connsiteX7" fmla="*/ 1170533 w 1371600"/>
                  <a:gd name="connsiteY7" fmla="*/ 201067 h 1371600"/>
                  <a:gd name="connsiteX8" fmla="*/ 685800 w 1371600"/>
                  <a:gd name="connsiteY8" fmla="*/ 0 h 1371600"/>
                  <a:gd name="connsiteX9" fmla="*/ 685800 w 1371600"/>
                  <a:gd name="connsiteY9" fmla="*/ 1097280 h 1371600"/>
                  <a:gd name="connsiteX10" fmla="*/ 394835 w 1371600"/>
                  <a:gd name="connsiteY10" fmla="*/ 976765 h 1371600"/>
                  <a:gd name="connsiteX11" fmla="*/ 274320 w 1371600"/>
                  <a:gd name="connsiteY11" fmla="*/ 685800 h 1371600"/>
                  <a:gd name="connsiteX12" fmla="*/ 394835 w 1371600"/>
                  <a:gd name="connsiteY12" fmla="*/ 394835 h 1371600"/>
                  <a:gd name="connsiteX13" fmla="*/ 685800 w 1371600"/>
                  <a:gd name="connsiteY13" fmla="*/ 274320 h 1371600"/>
                  <a:gd name="connsiteX14" fmla="*/ 976765 w 1371600"/>
                  <a:gd name="connsiteY14" fmla="*/ 394835 h 1371600"/>
                  <a:gd name="connsiteX15" fmla="*/ 1097280 w 1371600"/>
                  <a:gd name="connsiteY15" fmla="*/ 685800 h 1371600"/>
                  <a:gd name="connsiteX16" fmla="*/ 976618 w 1371600"/>
                  <a:gd name="connsiteY16" fmla="*/ 976618 h 1371600"/>
                  <a:gd name="connsiteX17" fmla="*/ 685800 w 1371600"/>
                  <a:gd name="connsiteY17" fmla="*/ 1097280 h 1371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371600" h="1371600">
                    <a:moveTo>
                      <a:pt x="685800" y="0"/>
                    </a:moveTo>
                    <a:cubicBezTo>
                      <a:pt x="503906" y="0"/>
                      <a:pt x="329468" y="72254"/>
                      <a:pt x="200881" y="200881"/>
                    </a:cubicBezTo>
                    <a:cubicBezTo>
                      <a:pt x="72254" y="329468"/>
                      <a:pt x="0" y="503906"/>
                      <a:pt x="0" y="685800"/>
                    </a:cubicBezTo>
                    <a:cubicBezTo>
                      <a:pt x="0" y="867694"/>
                      <a:pt x="72254" y="1042132"/>
                      <a:pt x="200881" y="1170719"/>
                    </a:cubicBezTo>
                    <a:cubicBezTo>
                      <a:pt x="329468" y="1299346"/>
                      <a:pt x="503906" y="1371600"/>
                      <a:pt x="685800" y="1371600"/>
                    </a:cubicBezTo>
                    <a:cubicBezTo>
                      <a:pt x="867694" y="1371600"/>
                      <a:pt x="1042132" y="1299346"/>
                      <a:pt x="1170719" y="1170719"/>
                    </a:cubicBezTo>
                    <a:cubicBezTo>
                      <a:pt x="1299346" y="1042132"/>
                      <a:pt x="1371600" y="867694"/>
                      <a:pt x="1371600" y="685800"/>
                    </a:cubicBezTo>
                    <a:cubicBezTo>
                      <a:pt x="1371404" y="503975"/>
                      <a:pt x="1299082" y="329654"/>
                      <a:pt x="1170533" y="201067"/>
                    </a:cubicBezTo>
                    <a:cubicBezTo>
                      <a:pt x="1041946" y="72518"/>
                      <a:pt x="867625" y="186"/>
                      <a:pt x="685800" y="0"/>
                    </a:cubicBezTo>
                    <a:close/>
                    <a:moveTo>
                      <a:pt x="685800" y="1097280"/>
                    </a:moveTo>
                    <a:cubicBezTo>
                      <a:pt x="576650" y="1097280"/>
                      <a:pt x="472026" y="1053918"/>
                      <a:pt x="394835" y="976765"/>
                    </a:cubicBezTo>
                    <a:cubicBezTo>
                      <a:pt x="317682" y="899575"/>
                      <a:pt x="274320" y="794911"/>
                      <a:pt x="274320" y="685800"/>
                    </a:cubicBezTo>
                    <a:cubicBezTo>
                      <a:pt x="274320" y="576650"/>
                      <a:pt x="317680" y="471987"/>
                      <a:pt x="394835" y="394835"/>
                    </a:cubicBezTo>
                    <a:cubicBezTo>
                      <a:pt x="472025" y="317682"/>
                      <a:pt x="576689" y="274320"/>
                      <a:pt x="685800" y="274320"/>
                    </a:cubicBezTo>
                    <a:cubicBezTo>
                      <a:pt x="794950" y="274320"/>
                      <a:pt x="899613" y="317680"/>
                      <a:pt x="976765" y="394835"/>
                    </a:cubicBezTo>
                    <a:cubicBezTo>
                      <a:pt x="1053918" y="472025"/>
                      <a:pt x="1097280" y="576660"/>
                      <a:pt x="1097280" y="685800"/>
                    </a:cubicBezTo>
                    <a:cubicBezTo>
                      <a:pt x="1097163" y="794911"/>
                      <a:pt x="1053771" y="899495"/>
                      <a:pt x="976618" y="976618"/>
                    </a:cubicBezTo>
                    <a:cubicBezTo>
                      <a:pt x="899505" y="1053771"/>
                      <a:pt x="794911" y="1097172"/>
                      <a:pt x="685800" y="1097280"/>
                    </a:cubicBezTo>
                    <a:close/>
                  </a:path>
                </a:pathLst>
              </a:custGeom>
              <a:solidFill>
                <a:schemeClr val="tx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 b="1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D22DF4DC-4889-8954-7C01-0719A06366CE}"/>
                  </a:ext>
                </a:extLst>
              </p:cNvPr>
              <p:cNvSpPr/>
              <p:nvPr/>
            </p:nvSpPr>
            <p:spPr>
              <a:xfrm>
                <a:off x="5875533" y="3852244"/>
                <a:ext cx="829912" cy="51870"/>
              </a:xfrm>
              <a:custGeom>
                <a:avLst/>
                <a:gdLst>
                  <a:gd name="connsiteX0" fmla="*/ 137160 w 4389120"/>
                  <a:gd name="connsiteY0" fmla="*/ 274320 h 274320"/>
                  <a:gd name="connsiteX1" fmla="*/ 4251960 w 4389120"/>
                  <a:gd name="connsiteY1" fmla="*/ 274320 h 274320"/>
                  <a:gd name="connsiteX2" fmla="*/ 4389120 w 4389120"/>
                  <a:gd name="connsiteY2" fmla="*/ 137160 h 274320"/>
                  <a:gd name="connsiteX3" fmla="*/ 4251960 w 4389120"/>
                  <a:gd name="connsiteY3" fmla="*/ 0 h 274320"/>
                  <a:gd name="connsiteX4" fmla="*/ 137160 w 4389120"/>
                  <a:gd name="connsiteY4" fmla="*/ 0 h 274320"/>
                  <a:gd name="connsiteX5" fmla="*/ 0 w 4389120"/>
                  <a:gd name="connsiteY5" fmla="*/ 137160 h 274320"/>
                  <a:gd name="connsiteX6" fmla="*/ 137160 w 4389120"/>
                  <a:gd name="connsiteY6" fmla="*/ 274320 h 2743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389120" h="274320">
                    <a:moveTo>
                      <a:pt x="137160" y="274320"/>
                    </a:moveTo>
                    <a:lnTo>
                      <a:pt x="4251960" y="274320"/>
                    </a:lnTo>
                    <a:cubicBezTo>
                      <a:pt x="4327702" y="274320"/>
                      <a:pt x="4389120" y="212897"/>
                      <a:pt x="4389120" y="137160"/>
                    </a:cubicBezTo>
                    <a:cubicBezTo>
                      <a:pt x="4389120" y="61423"/>
                      <a:pt x="4327702" y="0"/>
                      <a:pt x="4251960" y="0"/>
                    </a:cubicBezTo>
                    <a:lnTo>
                      <a:pt x="137160" y="0"/>
                    </a:lnTo>
                    <a:cubicBezTo>
                      <a:pt x="61428" y="0"/>
                      <a:pt x="0" y="61423"/>
                      <a:pt x="0" y="137160"/>
                    </a:cubicBezTo>
                    <a:cubicBezTo>
                      <a:pt x="0" y="212897"/>
                      <a:pt x="61428" y="274320"/>
                      <a:pt x="137160" y="274320"/>
                    </a:cubicBezTo>
                    <a:close/>
                  </a:path>
                </a:pathLst>
              </a:custGeom>
              <a:solidFill>
                <a:schemeClr val="tx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 b="1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76BAA1F0-9290-B645-0197-704902A270D1}"/>
                  </a:ext>
                </a:extLst>
              </p:cNvPr>
              <p:cNvSpPr/>
              <p:nvPr/>
            </p:nvSpPr>
            <p:spPr>
              <a:xfrm>
                <a:off x="5486512" y="4137526"/>
                <a:ext cx="259348" cy="259348"/>
              </a:xfrm>
              <a:custGeom>
                <a:avLst/>
                <a:gdLst>
                  <a:gd name="connsiteX0" fmla="*/ 685800 w 1371600"/>
                  <a:gd name="connsiteY0" fmla="*/ 0 h 1371600"/>
                  <a:gd name="connsiteX1" fmla="*/ 200881 w 1371600"/>
                  <a:gd name="connsiteY1" fmla="*/ 200881 h 1371600"/>
                  <a:gd name="connsiteX2" fmla="*/ 0 w 1371600"/>
                  <a:gd name="connsiteY2" fmla="*/ 685800 h 1371600"/>
                  <a:gd name="connsiteX3" fmla="*/ 200881 w 1371600"/>
                  <a:gd name="connsiteY3" fmla="*/ 1170719 h 1371600"/>
                  <a:gd name="connsiteX4" fmla="*/ 685800 w 1371600"/>
                  <a:gd name="connsiteY4" fmla="*/ 1371600 h 1371600"/>
                  <a:gd name="connsiteX5" fmla="*/ 1170719 w 1371600"/>
                  <a:gd name="connsiteY5" fmla="*/ 1170719 h 1371600"/>
                  <a:gd name="connsiteX6" fmla="*/ 1371600 w 1371600"/>
                  <a:gd name="connsiteY6" fmla="*/ 685800 h 1371600"/>
                  <a:gd name="connsiteX7" fmla="*/ 1170533 w 1371600"/>
                  <a:gd name="connsiteY7" fmla="*/ 201067 h 1371600"/>
                  <a:gd name="connsiteX8" fmla="*/ 685800 w 1371600"/>
                  <a:gd name="connsiteY8" fmla="*/ 0 h 1371600"/>
                  <a:gd name="connsiteX9" fmla="*/ 685800 w 1371600"/>
                  <a:gd name="connsiteY9" fmla="*/ 1097280 h 1371600"/>
                  <a:gd name="connsiteX10" fmla="*/ 394835 w 1371600"/>
                  <a:gd name="connsiteY10" fmla="*/ 976765 h 1371600"/>
                  <a:gd name="connsiteX11" fmla="*/ 274320 w 1371600"/>
                  <a:gd name="connsiteY11" fmla="*/ 685800 h 1371600"/>
                  <a:gd name="connsiteX12" fmla="*/ 394835 w 1371600"/>
                  <a:gd name="connsiteY12" fmla="*/ 394835 h 1371600"/>
                  <a:gd name="connsiteX13" fmla="*/ 685800 w 1371600"/>
                  <a:gd name="connsiteY13" fmla="*/ 274320 h 1371600"/>
                  <a:gd name="connsiteX14" fmla="*/ 976765 w 1371600"/>
                  <a:gd name="connsiteY14" fmla="*/ 394835 h 1371600"/>
                  <a:gd name="connsiteX15" fmla="*/ 1097280 w 1371600"/>
                  <a:gd name="connsiteY15" fmla="*/ 685800 h 1371600"/>
                  <a:gd name="connsiteX16" fmla="*/ 976618 w 1371600"/>
                  <a:gd name="connsiteY16" fmla="*/ 976618 h 1371600"/>
                  <a:gd name="connsiteX17" fmla="*/ 685800 w 1371600"/>
                  <a:gd name="connsiteY17" fmla="*/ 1097280 h 1371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371600" h="1371600">
                    <a:moveTo>
                      <a:pt x="685800" y="0"/>
                    </a:moveTo>
                    <a:cubicBezTo>
                      <a:pt x="503906" y="0"/>
                      <a:pt x="329468" y="72254"/>
                      <a:pt x="200881" y="200881"/>
                    </a:cubicBezTo>
                    <a:cubicBezTo>
                      <a:pt x="72254" y="329468"/>
                      <a:pt x="0" y="503906"/>
                      <a:pt x="0" y="685800"/>
                    </a:cubicBezTo>
                    <a:cubicBezTo>
                      <a:pt x="0" y="867694"/>
                      <a:pt x="72254" y="1042132"/>
                      <a:pt x="200881" y="1170719"/>
                    </a:cubicBezTo>
                    <a:cubicBezTo>
                      <a:pt x="329468" y="1299346"/>
                      <a:pt x="503906" y="1371600"/>
                      <a:pt x="685800" y="1371600"/>
                    </a:cubicBezTo>
                    <a:cubicBezTo>
                      <a:pt x="867694" y="1371600"/>
                      <a:pt x="1042132" y="1299346"/>
                      <a:pt x="1170719" y="1170719"/>
                    </a:cubicBezTo>
                    <a:cubicBezTo>
                      <a:pt x="1299346" y="1042132"/>
                      <a:pt x="1371600" y="867694"/>
                      <a:pt x="1371600" y="685800"/>
                    </a:cubicBezTo>
                    <a:cubicBezTo>
                      <a:pt x="1371404" y="503975"/>
                      <a:pt x="1299082" y="329654"/>
                      <a:pt x="1170533" y="201067"/>
                    </a:cubicBezTo>
                    <a:cubicBezTo>
                      <a:pt x="1041946" y="72518"/>
                      <a:pt x="867625" y="186"/>
                      <a:pt x="685800" y="0"/>
                    </a:cubicBezTo>
                    <a:close/>
                    <a:moveTo>
                      <a:pt x="685800" y="1097280"/>
                    </a:moveTo>
                    <a:cubicBezTo>
                      <a:pt x="576650" y="1097280"/>
                      <a:pt x="472026" y="1053918"/>
                      <a:pt x="394835" y="976765"/>
                    </a:cubicBezTo>
                    <a:cubicBezTo>
                      <a:pt x="317682" y="899574"/>
                      <a:pt x="274320" y="794940"/>
                      <a:pt x="274320" y="685800"/>
                    </a:cubicBezTo>
                    <a:cubicBezTo>
                      <a:pt x="274320" y="576660"/>
                      <a:pt x="317680" y="472026"/>
                      <a:pt x="394835" y="394835"/>
                    </a:cubicBezTo>
                    <a:cubicBezTo>
                      <a:pt x="472025" y="317682"/>
                      <a:pt x="576660" y="274320"/>
                      <a:pt x="685800" y="274320"/>
                    </a:cubicBezTo>
                    <a:cubicBezTo>
                      <a:pt x="794940" y="274320"/>
                      <a:pt x="899574" y="317682"/>
                      <a:pt x="976765" y="394835"/>
                    </a:cubicBezTo>
                    <a:cubicBezTo>
                      <a:pt x="1053918" y="471987"/>
                      <a:pt x="1097280" y="576660"/>
                      <a:pt x="1097280" y="685800"/>
                    </a:cubicBezTo>
                    <a:cubicBezTo>
                      <a:pt x="1097163" y="794911"/>
                      <a:pt x="1053771" y="899495"/>
                      <a:pt x="976618" y="976618"/>
                    </a:cubicBezTo>
                    <a:cubicBezTo>
                      <a:pt x="899505" y="1053771"/>
                      <a:pt x="794911" y="1097172"/>
                      <a:pt x="685800" y="1097280"/>
                    </a:cubicBezTo>
                    <a:close/>
                  </a:path>
                </a:pathLst>
              </a:custGeom>
              <a:solidFill>
                <a:schemeClr val="tx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 b="1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486FFED6-A3C7-AC40-9A1D-3FA516A54E32}"/>
                  </a:ext>
                </a:extLst>
              </p:cNvPr>
              <p:cNvSpPr/>
              <p:nvPr/>
            </p:nvSpPr>
            <p:spPr>
              <a:xfrm>
                <a:off x="5875533" y="4241265"/>
                <a:ext cx="829912" cy="51870"/>
              </a:xfrm>
              <a:custGeom>
                <a:avLst/>
                <a:gdLst>
                  <a:gd name="connsiteX0" fmla="*/ 4251960 w 4389120"/>
                  <a:gd name="connsiteY0" fmla="*/ 0 h 274320"/>
                  <a:gd name="connsiteX1" fmla="*/ 137160 w 4389120"/>
                  <a:gd name="connsiteY1" fmla="*/ 0 h 274320"/>
                  <a:gd name="connsiteX2" fmla="*/ 0 w 4389120"/>
                  <a:gd name="connsiteY2" fmla="*/ 137160 h 274320"/>
                  <a:gd name="connsiteX3" fmla="*/ 137160 w 4389120"/>
                  <a:gd name="connsiteY3" fmla="*/ 274320 h 274320"/>
                  <a:gd name="connsiteX4" fmla="*/ 4251960 w 4389120"/>
                  <a:gd name="connsiteY4" fmla="*/ 274320 h 274320"/>
                  <a:gd name="connsiteX5" fmla="*/ 4389120 w 4389120"/>
                  <a:gd name="connsiteY5" fmla="*/ 137160 h 274320"/>
                  <a:gd name="connsiteX6" fmla="*/ 4251960 w 4389120"/>
                  <a:gd name="connsiteY6" fmla="*/ 0 h 2743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389120" h="274320">
                    <a:moveTo>
                      <a:pt x="4251960" y="0"/>
                    </a:moveTo>
                    <a:lnTo>
                      <a:pt x="137160" y="0"/>
                    </a:lnTo>
                    <a:cubicBezTo>
                      <a:pt x="61428" y="0"/>
                      <a:pt x="0" y="61428"/>
                      <a:pt x="0" y="137160"/>
                    </a:cubicBezTo>
                    <a:cubicBezTo>
                      <a:pt x="0" y="212892"/>
                      <a:pt x="61428" y="274320"/>
                      <a:pt x="137160" y="274320"/>
                    </a:cubicBezTo>
                    <a:lnTo>
                      <a:pt x="4251960" y="274320"/>
                    </a:lnTo>
                    <a:cubicBezTo>
                      <a:pt x="4327702" y="274320"/>
                      <a:pt x="4389120" y="212892"/>
                      <a:pt x="4389120" y="137160"/>
                    </a:cubicBezTo>
                    <a:cubicBezTo>
                      <a:pt x="4389120" y="61428"/>
                      <a:pt x="4327702" y="0"/>
                      <a:pt x="4251960" y="0"/>
                    </a:cubicBezTo>
                    <a:close/>
                  </a:path>
                </a:pathLst>
              </a:custGeom>
              <a:solidFill>
                <a:schemeClr val="tx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 b="1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BCB92872-80E4-CA6C-4F11-251D66560C25}"/>
                  </a:ext>
                </a:extLst>
              </p:cNvPr>
              <p:cNvSpPr/>
              <p:nvPr/>
            </p:nvSpPr>
            <p:spPr>
              <a:xfrm>
                <a:off x="5486512" y="4526548"/>
                <a:ext cx="259348" cy="259348"/>
              </a:xfrm>
              <a:custGeom>
                <a:avLst/>
                <a:gdLst>
                  <a:gd name="connsiteX0" fmla="*/ 685800 w 1371600"/>
                  <a:gd name="connsiteY0" fmla="*/ 0 h 1371600"/>
                  <a:gd name="connsiteX1" fmla="*/ 200881 w 1371600"/>
                  <a:gd name="connsiteY1" fmla="*/ 200881 h 1371600"/>
                  <a:gd name="connsiteX2" fmla="*/ 0 w 1371600"/>
                  <a:gd name="connsiteY2" fmla="*/ 685800 h 1371600"/>
                  <a:gd name="connsiteX3" fmla="*/ 200881 w 1371600"/>
                  <a:gd name="connsiteY3" fmla="*/ 1170719 h 1371600"/>
                  <a:gd name="connsiteX4" fmla="*/ 685800 w 1371600"/>
                  <a:gd name="connsiteY4" fmla="*/ 1371600 h 1371600"/>
                  <a:gd name="connsiteX5" fmla="*/ 1170719 w 1371600"/>
                  <a:gd name="connsiteY5" fmla="*/ 1170719 h 1371600"/>
                  <a:gd name="connsiteX6" fmla="*/ 1371600 w 1371600"/>
                  <a:gd name="connsiteY6" fmla="*/ 685800 h 1371600"/>
                  <a:gd name="connsiteX7" fmla="*/ 1170533 w 1371600"/>
                  <a:gd name="connsiteY7" fmla="*/ 201067 h 1371600"/>
                  <a:gd name="connsiteX8" fmla="*/ 685800 w 1371600"/>
                  <a:gd name="connsiteY8" fmla="*/ 0 h 1371600"/>
                  <a:gd name="connsiteX9" fmla="*/ 685800 w 1371600"/>
                  <a:gd name="connsiteY9" fmla="*/ 1097280 h 1371600"/>
                  <a:gd name="connsiteX10" fmla="*/ 394835 w 1371600"/>
                  <a:gd name="connsiteY10" fmla="*/ 976765 h 1371600"/>
                  <a:gd name="connsiteX11" fmla="*/ 274320 w 1371600"/>
                  <a:gd name="connsiteY11" fmla="*/ 685800 h 1371600"/>
                  <a:gd name="connsiteX12" fmla="*/ 394835 w 1371600"/>
                  <a:gd name="connsiteY12" fmla="*/ 394835 h 1371600"/>
                  <a:gd name="connsiteX13" fmla="*/ 685800 w 1371600"/>
                  <a:gd name="connsiteY13" fmla="*/ 274320 h 1371600"/>
                  <a:gd name="connsiteX14" fmla="*/ 976765 w 1371600"/>
                  <a:gd name="connsiteY14" fmla="*/ 394835 h 1371600"/>
                  <a:gd name="connsiteX15" fmla="*/ 1097280 w 1371600"/>
                  <a:gd name="connsiteY15" fmla="*/ 685800 h 1371600"/>
                  <a:gd name="connsiteX16" fmla="*/ 976618 w 1371600"/>
                  <a:gd name="connsiteY16" fmla="*/ 976619 h 1371600"/>
                  <a:gd name="connsiteX17" fmla="*/ 685800 w 1371600"/>
                  <a:gd name="connsiteY17" fmla="*/ 1097280 h 1371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371600" h="1371600">
                    <a:moveTo>
                      <a:pt x="685800" y="0"/>
                    </a:moveTo>
                    <a:cubicBezTo>
                      <a:pt x="503906" y="0"/>
                      <a:pt x="329468" y="72254"/>
                      <a:pt x="200881" y="200881"/>
                    </a:cubicBezTo>
                    <a:cubicBezTo>
                      <a:pt x="72254" y="329468"/>
                      <a:pt x="0" y="503906"/>
                      <a:pt x="0" y="685800"/>
                    </a:cubicBezTo>
                    <a:cubicBezTo>
                      <a:pt x="0" y="867694"/>
                      <a:pt x="72254" y="1042132"/>
                      <a:pt x="200881" y="1170719"/>
                    </a:cubicBezTo>
                    <a:cubicBezTo>
                      <a:pt x="329468" y="1299346"/>
                      <a:pt x="503906" y="1371600"/>
                      <a:pt x="685800" y="1371600"/>
                    </a:cubicBezTo>
                    <a:cubicBezTo>
                      <a:pt x="867694" y="1371600"/>
                      <a:pt x="1042132" y="1299346"/>
                      <a:pt x="1170719" y="1170719"/>
                    </a:cubicBezTo>
                    <a:cubicBezTo>
                      <a:pt x="1299346" y="1042132"/>
                      <a:pt x="1371600" y="867694"/>
                      <a:pt x="1371600" y="685800"/>
                    </a:cubicBezTo>
                    <a:cubicBezTo>
                      <a:pt x="1371404" y="503975"/>
                      <a:pt x="1299082" y="329654"/>
                      <a:pt x="1170533" y="201067"/>
                    </a:cubicBezTo>
                    <a:cubicBezTo>
                      <a:pt x="1041946" y="72519"/>
                      <a:pt x="867625" y="186"/>
                      <a:pt x="685800" y="0"/>
                    </a:cubicBezTo>
                    <a:close/>
                    <a:moveTo>
                      <a:pt x="685800" y="1097280"/>
                    </a:moveTo>
                    <a:cubicBezTo>
                      <a:pt x="576650" y="1097280"/>
                      <a:pt x="472026" y="1053918"/>
                      <a:pt x="394835" y="976765"/>
                    </a:cubicBezTo>
                    <a:cubicBezTo>
                      <a:pt x="317682" y="899574"/>
                      <a:pt x="274320" y="794940"/>
                      <a:pt x="274320" y="685800"/>
                    </a:cubicBezTo>
                    <a:cubicBezTo>
                      <a:pt x="274320" y="576660"/>
                      <a:pt x="317680" y="472026"/>
                      <a:pt x="394835" y="394835"/>
                    </a:cubicBezTo>
                    <a:cubicBezTo>
                      <a:pt x="472025" y="317682"/>
                      <a:pt x="576660" y="274320"/>
                      <a:pt x="685800" y="274320"/>
                    </a:cubicBezTo>
                    <a:cubicBezTo>
                      <a:pt x="794940" y="274320"/>
                      <a:pt x="899574" y="317682"/>
                      <a:pt x="976765" y="394835"/>
                    </a:cubicBezTo>
                    <a:cubicBezTo>
                      <a:pt x="1053918" y="472026"/>
                      <a:pt x="1097280" y="576660"/>
                      <a:pt x="1097280" y="685800"/>
                    </a:cubicBezTo>
                    <a:cubicBezTo>
                      <a:pt x="1097163" y="794911"/>
                      <a:pt x="1053771" y="899495"/>
                      <a:pt x="976618" y="976619"/>
                    </a:cubicBezTo>
                    <a:cubicBezTo>
                      <a:pt x="899505" y="1053771"/>
                      <a:pt x="794911" y="1097172"/>
                      <a:pt x="685800" y="1097280"/>
                    </a:cubicBezTo>
                    <a:close/>
                  </a:path>
                </a:pathLst>
              </a:custGeom>
              <a:solidFill>
                <a:schemeClr val="tx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 b="1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55D6EA9E-F8ED-90E2-8E28-A202AD89E221}"/>
                  </a:ext>
                </a:extLst>
              </p:cNvPr>
              <p:cNvSpPr/>
              <p:nvPr/>
            </p:nvSpPr>
            <p:spPr>
              <a:xfrm>
                <a:off x="5875576" y="4630286"/>
                <a:ext cx="829912" cy="51870"/>
              </a:xfrm>
              <a:custGeom>
                <a:avLst/>
                <a:gdLst>
                  <a:gd name="connsiteX0" fmla="*/ 4251735 w 4389120"/>
                  <a:gd name="connsiteY0" fmla="*/ 0 h 274320"/>
                  <a:gd name="connsiteX1" fmla="*/ 136935 w 4389120"/>
                  <a:gd name="connsiteY1" fmla="*/ 0 h 274320"/>
                  <a:gd name="connsiteX2" fmla="*/ 0 w 4389120"/>
                  <a:gd name="connsiteY2" fmla="*/ 137160 h 274320"/>
                  <a:gd name="connsiteX3" fmla="*/ 136935 w 4389120"/>
                  <a:gd name="connsiteY3" fmla="*/ 274320 h 274320"/>
                  <a:gd name="connsiteX4" fmla="*/ 4251735 w 4389120"/>
                  <a:gd name="connsiteY4" fmla="*/ 274320 h 274320"/>
                  <a:gd name="connsiteX5" fmla="*/ 4348864 w 4389120"/>
                  <a:gd name="connsiteY5" fmla="*/ 234211 h 274320"/>
                  <a:gd name="connsiteX6" fmla="*/ 4389120 w 4389120"/>
                  <a:gd name="connsiteY6" fmla="*/ 137160 h 274320"/>
                  <a:gd name="connsiteX7" fmla="*/ 4348864 w 4389120"/>
                  <a:gd name="connsiteY7" fmla="*/ 40071 h 274320"/>
                  <a:gd name="connsiteX8" fmla="*/ 4251735 w 4389120"/>
                  <a:gd name="connsiteY8" fmla="*/ 0 h 2743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389120" h="274320">
                    <a:moveTo>
                      <a:pt x="4251735" y="0"/>
                    </a:moveTo>
                    <a:lnTo>
                      <a:pt x="136935" y="0"/>
                    </a:lnTo>
                    <a:cubicBezTo>
                      <a:pt x="61271" y="118"/>
                      <a:pt x="0" y="61497"/>
                      <a:pt x="0" y="137160"/>
                    </a:cubicBezTo>
                    <a:cubicBezTo>
                      <a:pt x="0" y="212824"/>
                      <a:pt x="61271" y="274164"/>
                      <a:pt x="136935" y="274320"/>
                    </a:cubicBezTo>
                    <a:lnTo>
                      <a:pt x="4251735" y="274320"/>
                    </a:lnTo>
                    <a:cubicBezTo>
                      <a:pt x="4288170" y="274359"/>
                      <a:pt x="4323107" y="259968"/>
                      <a:pt x="4348864" y="234211"/>
                    </a:cubicBezTo>
                    <a:cubicBezTo>
                      <a:pt x="4374660" y="208493"/>
                      <a:pt x="4389120" y="173557"/>
                      <a:pt x="4389120" y="137160"/>
                    </a:cubicBezTo>
                    <a:cubicBezTo>
                      <a:pt x="4389120" y="100725"/>
                      <a:pt x="4374660" y="65827"/>
                      <a:pt x="4348864" y="40071"/>
                    </a:cubicBezTo>
                    <a:cubicBezTo>
                      <a:pt x="4323107" y="14353"/>
                      <a:pt x="4288170" y="-78"/>
                      <a:pt x="4251735" y="0"/>
                    </a:cubicBezTo>
                    <a:close/>
                  </a:path>
                </a:pathLst>
              </a:custGeom>
              <a:solidFill>
                <a:schemeClr val="tx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 b="1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993D00C5-5E0D-C997-D6AF-4006C402346C}"/>
                  </a:ext>
                </a:extLst>
              </p:cNvPr>
              <p:cNvSpPr/>
              <p:nvPr/>
            </p:nvSpPr>
            <p:spPr>
              <a:xfrm>
                <a:off x="5533247" y="4184261"/>
                <a:ext cx="165878" cy="165878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b="1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A9558AE2-1314-20E0-065A-D70F70B3DC8C}"/>
                  </a:ext>
                </a:extLst>
              </p:cNvPr>
              <p:cNvSpPr/>
              <p:nvPr/>
            </p:nvSpPr>
            <p:spPr>
              <a:xfrm>
                <a:off x="5533247" y="3795240"/>
                <a:ext cx="165878" cy="165878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b="1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04FB7E5D-1E6C-C628-2E4D-2EBE5A3CCC5B}"/>
                  </a:ext>
                </a:extLst>
              </p:cNvPr>
              <p:cNvSpPr/>
              <p:nvPr/>
            </p:nvSpPr>
            <p:spPr>
              <a:xfrm>
                <a:off x="5533247" y="4573283"/>
                <a:ext cx="165878" cy="165878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b="1"/>
              </a:p>
            </p:txBody>
          </p:sp>
        </p:grp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FFE4A9C-C4E9-8BA4-4E33-D50DEEA0AFF7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6234175" y="975805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82CC854-490E-4A82-0A85-32B7F178C95E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5904116" y="602659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A2D4F8E9-1D91-F40D-7D51-CA733A0C0321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6011259" y="1045604"/>
              <a:ext cx="0" cy="1297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475C1D7-DBAD-99E8-96E3-44E873E33117}"/>
              </a:ext>
            </a:extLst>
          </p:cNvPr>
          <p:cNvGrpSpPr/>
          <p:nvPr/>
        </p:nvGrpSpPr>
        <p:grpSpPr>
          <a:xfrm>
            <a:off x="6438722" y="2160567"/>
            <a:ext cx="401352" cy="689035"/>
            <a:chOff x="5904116" y="602659"/>
            <a:chExt cx="401352" cy="689035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67C7E3DD-9C62-2F23-9A84-62B0425A8845}"/>
                </a:ext>
              </a:extLst>
            </p:cNvPr>
            <p:cNvGrpSpPr/>
            <p:nvPr/>
          </p:nvGrpSpPr>
          <p:grpSpPr>
            <a:xfrm rot="1800000">
              <a:off x="5925482" y="717135"/>
              <a:ext cx="379986" cy="323380"/>
              <a:chOff x="5486512" y="3748505"/>
              <a:chExt cx="1218976" cy="1037391"/>
            </a:xfrm>
          </p:grpSpPr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B233BBAF-447B-2532-5107-597CD6141FF6}"/>
                  </a:ext>
                </a:extLst>
              </p:cNvPr>
              <p:cNvSpPr/>
              <p:nvPr/>
            </p:nvSpPr>
            <p:spPr>
              <a:xfrm>
                <a:off x="5486512" y="3748505"/>
                <a:ext cx="259348" cy="259348"/>
              </a:xfrm>
              <a:custGeom>
                <a:avLst/>
                <a:gdLst>
                  <a:gd name="connsiteX0" fmla="*/ 685800 w 1371600"/>
                  <a:gd name="connsiteY0" fmla="*/ 0 h 1371600"/>
                  <a:gd name="connsiteX1" fmla="*/ 200881 w 1371600"/>
                  <a:gd name="connsiteY1" fmla="*/ 200881 h 1371600"/>
                  <a:gd name="connsiteX2" fmla="*/ 0 w 1371600"/>
                  <a:gd name="connsiteY2" fmla="*/ 685800 h 1371600"/>
                  <a:gd name="connsiteX3" fmla="*/ 200881 w 1371600"/>
                  <a:gd name="connsiteY3" fmla="*/ 1170719 h 1371600"/>
                  <a:gd name="connsiteX4" fmla="*/ 685800 w 1371600"/>
                  <a:gd name="connsiteY4" fmla="*/ 1371600 h 1371600"/>
                  <a:gd name="connsiteX5" fmla="*/ 1170719 w 1371600"/>
                  <a:gd name="connsiteY5" fmla="*/ 1170719 h 1371600"/>
                  <a:gd name="connsiteX6" fmla="*/ 1371600 w 1371600"/>
                  <a:gd name="connsiteY6" fmla="*/ 685800 h 1371600"/>
                  <a:gd name="connsiteX7" fmla="*/ 1170533 w 1371600"/>
                  <a:gd name="connsiteY7" fmla="*/ 201067 h 1371600"/>
                  <a:gd name="connsiteX8" fmla="*/ 685800 w 1371600"/>
                  <a:gd name="connsiteY8" fmla="*/ 0 h 1371600"/>
                  <a:gd name="connsiteX9" fmla="*/ 685800 w 1371600"/>
                  <a:gd name="connsiteY9" fmla="*/ 1097280 h 1371600"/>
                  <a:gd name="connsiteX10" fmla="*/ 394835 w 1371600"/>
                  <a:gd name="connsiteY10" fmla="*/ 976765 h 1371600"/>
                  <a:gd name="connsiteX11" fmla="*/ 274320 w 1371600"/>
                  <a:gd name="connsiteY11" fmla="*/ 685800 h 1371600"/>
                  <a:gd name="connsiteX12" fmla="*/ 394835 w 1371600"/>
                  <a:gd name="connsiteY12" fmla="*/ 394835 h 1371600"/>
                  <a:gd name="connsiteX13" fmla="*/ 685800 w 1371600"/>
                  <a:gd name="connsiteY13" fmla="*/ 274320 h 1371600"/>
                  <a:gd name="connsiteX14" fmla="*/ 976765 w 1371600"/>
                  <a:gd name="connsiteY14" fmla="*/ 394835 h 1371600"/>
                  <a:gd name="connsiteX15" fmla="*/ 1097280 w 1371600"/>
                  <a:gd name="connsiteY15" fmla="*/ 685800 h 1371600"/>
                  <a:gd name="connsiteX16" fmla="*/ 976618 w 1371600"/>
                  <a:gd name="connsiteY16" fmla="*/ 976618 h 1371600"/>
                  <a:gd name="connsiteX17" fmla="*/ 685800 w 1371600"/>
                  <a:gd name="connsiteY17" fmla="*/ 1097280 h 1371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371600" h="1371600">
                    <a:moveTo>
                      <a:pt x="685800" y="0"/>
                    </a:moveTo>
                    <a:cubicBezTo>
                      <a:pt x="503906" y="0"/>
                      <a:pt x="329468" y="72254"/>
                      <a:pt x="200881" y="200881"/>
                    </a:cubicBezTo>
                    <a:cubicBezTo>
                      <a:pt x="72254" y="329468"/>
                      <a:pt x="0" y="503906"/>
                      <a:pt x="0" y="685800"/>
                    </a:cubicBezTo>
                    <a:cubicBezTo>
                      <a:pt x="0" y="867694"/>
                      <a:pt x="72254" y="1042132"/>
                      <a:pt x="200881" y="1170719"/>
                    </a:cubicBezTo>
                    <a:cubicBezTo>
                      <a:pt x="329468" y="1299346"/>
                      <a:pt x="503906" y="1371600"/>
                      <a:pt x="685800" y="1371600"/>
                    </a:cubicBezTo>
                    <a:cubicBezTo>
                      <a:pt x="867694" y="1371600"/>
                      <a:pt x="1042132" y="1299346"/>
                      <a:pt x="1170719" y="1170719"/>
                    </a:cubicBezTo>
                    <a:cubicBezTo>
                      <a:pt x="1299346" y="1042132"/>
                      <a:pt x="1371600" y="867694"/>
                      <a:pt x="1371600" y="685800"/>
                    </a:cubicBezTo>
                    <a:cubicBezTo>
                      <a:pt x="1371404" y="503975"/>
                      <a:pt x="1299082" y="329654"/>
                      <a:pt x="1170533" y="201067"/>
                    </a:cubicBezTo>
                    <a:cubicBezTo>
                      <a:pt x="1041946" y="72518"/>
                      <a:pt x="867625" y="186"/>
                      <a:pt x="685800" y="0"/>
                    </a:cubicBezTo>
                    <a:close/>
                    <a:moveTo>
                      <a:pt x="685800" y="1097280"/>
                    </a:moveTo>
                    <a:cubicBezTo>
                      <a:pt x="576650" y="1097280"/>
                      <a:pt x="472026" y="1053918"/>
                      <a:pt x="394835" y="976765"/>
                    </a:cubicBezTo>
                    <a:cubicBezTo>
                      <a:pt x="317682" y="899575"/>
                      <a:pt x="274320" y="794911"/>
                      <a:pt x="274320" y="685800"/>
                    </a:cubicBezTo>
                    <a:cubicBezTo>
                      <a:pt x="274320" y="576650"/>
                      <a:pt x="317680" y="471987"/>
                      <a:pt x="394835" y="394835"/>
                    </a:cubicBezTo>
                    <a:cubicBezTo>
                      <a:pt x="472025" y="317682"/>
                      <a:pt x="576689" y="274320"/>
                      <a:pt x="685800" y="274320"/>
                    </a:cubicBezTo>
                    <a:cubicBezTo>
                      <a:pt x="794950" y="274320"/>
                      <a:pt x="899613" y="317680"/>
                      <a:pt x="976765" y="394835"/>
                    </a:cubicBezTo>
                    <a:cubicBezTo>
                      <a:pt x="1053918" y="472025"/>
                      <a:pt x="1097280" y="576660"/>
                      <a:pt x="1097280" y="685800"/>
                    </a:cubicBezTo>
                    <a:cubicBezTo>
                      <a:pt x="1097163" y="794911"/>
                      <a:pt x="1053771" y="899495"/>
                      <a:pt x="976618" y="976618"/>
                    </a:cubicBezTo>
                    <a:cubicBezTo>
                      <a:pt x="899505" y="1053771"/>
                      <a:pt x="794911" y="1097172"/>
                      <a:pt x="685800" y="1097280"/>
                    </a:cubicBezTo>
                    <a:close/>
                  </a:path>
                </a:pathLst>
              </a:custGeom>
              <a:solidFill>
                <a:schemeClr val="tx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 b="1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87EBB32E-708E-7A45-C42B-A8DE873FA759}"/>
                  </a:ext>
                </a:extLst>
              </p:cNvPr>
              <p:cNvSpPr/>
              <p:nvPr/>
            </p:nvSpPr>
            <p:spPr>
              <a:xfrm>
                <a:off x="5875533" y="3852244"/>
                <a:ext cx="829912" cy="51870"/>
              </a:xfrm>
              <a:custGeom>
                <a:avLst/>
                <a:gdLst>
                  <a:gd name="connsiteX0" fmla="*/ 137160 w 4389120"/>
                  <a:gd name="connsiteY0" fmla="*/ 274320 h 274320"/>
                  <a:gd name="connsiteX1" fmla="*/ 4251960 w 4389120"/>
                  <a:gd name="connsiteY1" fmla="*/ 274320 h 274320"/>
                  <a:gd name="connsiteX2" fmla="*/ 4389120 w 4389120"/>
                  <a:gd name="connsiteY2" fmla="*/ 137160 h 274320"/>
                  <a:gd name="connsiteX3" fmla="*/ 4251960 w 4389120"/>
                  <a:gd name="connsiteY3" fmla="*/ 0 h 274320"/>
                  <a:gd name="connsiteX4" fmla="*/ 137160 w 4389120"/>
                  <a:gd name="connsiteY4" fmla="*/ 0 h 274320"/>
                  <a:gd name="connsiteX5" fmla="*/ 0 w 4389120"/>
                  <a:gd name="connsiteY5" fmla="*/ 137160 h 274320"/>
                  <a:gd name="connsiteX6" fmla="*/ 137160 w 4389120"/>
                  <a:gd name="connsiteY6" fmla="*/ 274320 h 2743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389120" h="274320">
                    <a:moveTo>
                      <a:pt x="137160" y="274320"/>
                    </a:moveTo>
                    <a:lnTo>
                      <a:pt x="4251960" y="274320"/>
                    </a:lnTo>
                    <a:cubicBezTo>
                      <a:pt x="4327702" y="274320"/>
                      <a:pt x="4389120" y="212897"/>
                      <a:pt x="4389120" y="137160"/>
                    </a:cubicBezTo>
                    <a:cubicBezTo>
                      <a:pt x="4389120" y="61423"/>
                      <a:pt x="4327702" y="0"/>
                      <a:pt x="4251960" y="0"/>
                    </a:cubicBezTo>
                    <a:lnTo>
                      <a:pt x="137160" y="0"/>
                    </a:lnTo>
                    <a:cubicBezTo>
                      <a:pt x="61428" y="0"/>
                      <a:pt x="0" y="61423"/>
                      <a:pt x="0" y="137160"/>
                    </a:cubicBezTo>
                    <a:cubicBezTo>
                      <a:pt x="0" y="212897"/>
                      <a:pt x="61428" y="274320"/>
                      <a:pt x="137160" y="274320"/>
                    </a:cubicBezTo>
                    <a:close/>
                  </a:path>
                </a:pathLst>
              </a:custGeom>
              <a:solidFill>
                <a:schemeClr val="tx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 b="1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F75A0B8C-62CD-8134-55E3-D33286E3B2FD}"/>
                  </a:ext>
                </a:extLst>
              </p:cNvPr>
              <p:cNvSpPr/>
              <p:nvPr/>
            </p:nvSpPr>
            <p:spPr>
              <a:xfrm>
                <a:off x="5486512" y="4137526"/>
                <a:ext cx="259348" cy="259348"/>
              </a:xfrm>
              <a:custGeom>
                <a:avLst/>
                <a:gdLst>
                  <a:gd name="connsiteX0" fmla="*/ 685800 w 1371600"/>
                  <a:gd name="connsiteY0" fmla="*/ 0 h 1371600"/>
                  <a:gd name="connsiteX1" fmla="*/ 200881 w 1371600"/>
                  <a:gd name="connsiteY1" fmla="*/ 200881 h 1371600"/>
                  <a:gd name="connsiteX2" fmla="*/ 0 w 1371600"/>
                  <a:gd name="connsiteY2" fmla="*/ 685800 h 1371600"/>
                  <a:gd name="connsiteX3" fmla="*/ 200881 w 1371600"/>
                  <a:gd name="connsiteY3" fmla="*/ 1170719 h 1371600"/>
                  <a:gd name="connsiteX4" fmla="*/ 685800 w 1371600"/>
                  <a:gd name="connsiteY4" fmla="*/ 1371600 h 1371600"/>
                  <a:gd name="connsiteX5" fmla="*/ 1170719 w 1371600"/>
                  <a:gd name="connsiteY5" fmla="*/ 1170719 h 1371600"/>
                  <a:gd name="connsiteX6" fmla="*/ 1371600 w 1371600"/>
                  <a:gd name="connsiteY6" fmla="*/ 685800 h 1371600"/>
                  <a:gd name="connsiteX7" fmla="*/ 1170533 w 1371600"/>
                  <a:gd name="connsiteY7" fmla="*/ 201067 h 1371600"/>
                  <a:gd name="connsiteX8" fmla="*/ 685800 w 1371600"/>
                  <a:gd name="connsiteY8" fmla="*/ 0 h 1371600"/>
                  <a:gd name="connsiteX9" fmla="*/ 685800 w 1371600"/>
                  <a:gd name="connsiteY9" fmla="*/ 1097280 h 1371600"/>
                  <a:gd name="connsiteX10" fmla="*/ 394835 w 1371600"/>
                  <a:gd name="connsiteY10" fmla="*/ 976765 h 1371600"/>
                  <a:gd name="connsiteX11" fmla="*/ 274320 w 1371600"/>
                  <a:gd name="connsiteY11" fmla="*/ 685800 h 1371600"/>
                  <a:gd name="connsiteX12" fmla="*/ 394835 w 1371600"/>
                  <a:gd name="connsiteY12" fmla="*/ 394835 h 1371600"/>
                  <a:gd name="connsiteX13" fmla="*/ 685800 w 1371600"/>
                  <a:gd name="connsiteY13" fmla="*/ 274320 h 1371600"/>
                  <a:gd name="connsiteX14" fmla="*/ 976765 w 1371600"/>
                  <a:gd name="connsiteY14" fmla="*/ 394835 h 1371600"/>
                  <a:gd name="connsiteX15" fmla="*/ 1097280 w 1371600"/>
                  <a:gd name="connsiteY15" fmla="*/ 685800 h 1371600"/>
                  <a:gd name="connsiteX16" fmla="*/ 976618 w 1371600"/>
                  <a:gd name="connsiteY16" fmla="*/ 976618 h 1371600"/>
                  <a:gd name="connsiteX17" fmla="*/ 685800 w 1371600"/>
                  <a:gd name="connsiteY17" fmla="*/ 1097280 h 1371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371600" h="1371600">
                    <a:moveTo>
                      <a:pt x="685800" y="0"/>
                    </a:moveTo>
                    <a:cubicBezTo>
                      <a:pt x="503906" y="0"/>
                      <a:pt x="329468" y="72254"/>
                      <a:pt x="200881" y="200881"/>
                    </a:cubicBezTo>
                    <a:cubicBezTo>
                      <a:pt x="72254" y="329468"/>
                      <a:pt x="0" y="503906"/>
                      <a:pt x="0" y="685800"/>
                    </a:cubicBezTo>
                    <a:cubicBezTo>
                      <a:pt x="0" y="867694"/>
                      <a:pt x="72254" y="1042132"/>
                      <a:pt x="200881" y="1170719"/>
                    </a:cubicBezTo>
                    <a:cubicBezTo>
                      <a:pt x="329468" y="1299346"/>
                      <a:pt x="503906" y="1371600"/>
                      <a:pt x="685800" y="1371600"/>
                    </a:cubicBezTo>
                    <a:cubicBezTo>
                      <a:pt x="867694" y="1371600"/>
                      <a:pt x="1042132" y="1299346"/>
                      <a:pt x="1170719" y="1170719"/>
                    </a:cubicBezTo>
                    <a:cubicBezTo>
                      <a:pt x="1299346" y="1042132"/>
                      <a:pt x="1371600" y="867694"/>
                      <a:pt x="1371600" y="685800"/>
                    </a:cubicBezTo>
                    <a:cubicBezTo>
                      <a:pt x="1371404" y="503975"/>
                      <a:pt x="1299082" y="329654"/>
                      <a:pt x="1170533" y="201067"/>
                    </a:cubicBezTo>
                    <a:cubicBezTo>
                      <a:pt x="1041946" y="72518"/>
                      <a:pt x="867625" y="186"/>
                      <a:pt x="685800" y="0"/>
                    </a:cubicBezTo>
                    <a:close/>
                    <a:moveTo>
                      <a:pt x="685800" y="1097280"/>
                    </a:moveTo>
                    <a:cubicBezTo>
                      <a:pt x="576650" y="1097280"/>
                      <a:pt x="472026" y="1053918"/>
                      <a:pt x="394835" y="976765"/>
                    </a:cubicBezTo>
                    <a:cubicBezTo>
                      <a:pt x="317682" y="899574"/>
                      <a:pt x="274320" y="794940"/>
                      <a:pt x="274320" y="685800"/>
                    </a:cubicBezTo>
                    <a:cubicBezTo>
                      <a:pt x="274320" y="576660"/>
                      <a:pt x="317680" y="472026"/>
                      <a:pt x="394835" y="394835"/>
                    </a:cubicBezTo>
                    <a:cubicBezTo>
                      <a:pt x="472025" y="317682"/>
                      <a:pt x="576660" y="274320"/>
                      <a:pt x="685800" y="274320"/>
                    </a:cubicBezTo>
                    <a:cubicBezTo>
                      <a:pt x="794940" y="274320"/>
                      <a:pt x="899574" y="317682"/>
                      <a:pt x="976765" y="394835"/>
                    </a:cubicBezTo>
                    <a:cubicBezTo>
                      <a:pt x="1053918" y="471987"/>
                      <a:pt x="1097280" y="576660"/>
                      <a:pt x="1097280" y="685800"/>
                    </a:cubicBezTo>
                    <a:cubicBezTo>
                      <a:pt x="1097163" y="794911"/>
                      <a:pt x="1053771" y="899495"/>
                      <a:pt x="976618" y="976618"/>
                    </a:cubicBezTo>
                    <a:cubicBezTo>
                      <a:pt x="899505" y="1053771"/>
                      <a:pt x="794911" y="1097172"/>
                      <a:pt x="685800" y="1097280"/>
                    </a:cubicBezTo>
                    <a:close/>
                  </a:path>
                </a:pathLst>
              </a:custGeom>
              <a:solidFill>
                <a:schemeClr val="tx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 b="1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FB766A71-AB79-EE3B-F045-0C843D46F00A}"/>
                  </a:ext>
                </a:extLst>
              </p:cNvPr>
              <p:cNvSpPr/>
              <p:nvPr/>
            </p:nvSpPr>
            <p:spPr>
              <a:xfrm>
                <a:off x="5875533" y="4241265"/>
                <a:ext cx="829912" cy="51870"/>
              </a:xfrm>
              <a:custGeom>
                <a:avLst/>
                <a:gdLst>
                  <a:gd name="connsiteX0" fmla="*/ 4251960 w 4389120"/>
                  <a:gd name="connsiteY0" fmla="*/ 0 h 274320"/>
                  <a:gd name="connsiteX1" fmla="*/ 137160 w 4389120"/>
                  <a:gd name="connsiteY1" fmla="*/ 0 h 274320"/>
                  <a:gd name="connsiteX2" fmla="*/ 0 w 4389120"/>
                  <a:gd name="connsiteY2" fmla="*/ 137160 h 274320"/>
                  <a:gd name="connsiteX3" fmla="*/ 137160 w 4389120"/>
                  <a:gd name="connsiteY3" fmla="*/ 274320 h 274320"/>
                  <a:gd name="connsiteX4" fmla="*/ 4251960 w 4389120"/>
                  <a:gd name="connsiteY4" fmla="*/ 274320 h 274320"/>
                  <a:gd name="connsiteX5" fmla="*/ 4389120 w 4389120"/>
                  <a:gd name="connsiteY5" fmla="*/ 137160 h 274320"/>
                  <a:gd name="connsiteX6" fmla="*/ 4251960 w 4389120"/>
                  <a:gd name="connsiteY6" fmla="*/ 0 h 2743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389120" h="274320">
                    <a:moveTo>
                      <a:pt x="4251960" y="0"/>
                    </a:moveTo>
                    <a:lnTo>
                      <a:pt x="137160" y="0"/>
                    </a:lnTo>
                    <a:cubicBezTo>
                      <a:pt x="61428" y="0"/>
                      <a:pt x="0" y="61428"/>
                      <a:pt x="0" y="137160"/>
                    </a:cubicBezTo>
                    <a:cubicBezTo>
                      <a:pt x="0" y="212892"/>
                      <a:pt x="61428" y="274320"/>
                      <a:pt x="137160" y="274320"/>
                    </a:cubicBezTo>
                    <a:lnTo>
                      <a:pt x="4251960" y="274320"/>
                    </a:lnTo>
                    <a:cubicBezTo>
                      <a:pt x="4327702" y="274320"/>
                      <a:pt x="4389120" y="212892"/>
                      <a:pt x="4389120" y="137160"/>
                    </a:cubicBezTo>
                    <a:cubicBezTo>
                      <a:pt x="4389120" y="61428"/>
                      <a:pt x="4327702" y="0"/>
                      <a:pt x="4251960" y="0"/>
                    </a:cubicBezTo>
                    <a:close/>
                  </a:path>
                </a:pathLst>
              </a:custGeom>
              <a:solidFill>
                <a:schemeClr val="tx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 b="1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B0514FAC-47FE-B380-3827-57A266E192AE}"/>
                  </a:ext>
                </a:extLst>
              </p:cNvPr>
              <p:cNvSpPr/>
              <p:nvPr/>
            </p:nvSpPr>
            <p:spPr>
              <a:xfrm>
                <a:off x="5486512" y="4526548"/>
                <a:ext cx="259348" cy="259348"/>
              </a:xfrm>
              <a:custGeom>
                <a:avLst/>
                <a:gdLst>
                  <a:gd name="connsiteX0" fmla="*/ 685800 w 1371600"/>
                  <a:gd name="connsiteY0" fmla="*/ 0 h 1371600"/>
                  <a:gd name="connsiteX1" fmla="*/ 200881 w 1371600"/>
                  <a:gd name="connsiteY1" fmla="*/ 200881 h 1371600"/>
                  <a:gd name="connsiteX2" fmla="*/ 0 w 1371600"/>
                  <a:gd name="connsiteY2" fmla="*/ 685800 h 1371600"/>
                  <a:gd name="connsiteX3" fmla="*/ 200881 w 1371600"/>
                  <a:gd name="connsiteY3" fmla="*/ 1170719 h 1371600"/>
                  <a:gd name="connsiteX4" fmla="*/ 685800 w 1371600"/>
                  <a:gd name="connsiteY4" fmla="*/ 1371600 h 1371600"/>
                  <a:gd name="connsiteX5" fmla="*/ 1170719 w 1371600"/>
                  <a:gd name="connsiteY5" fmla="*/ 1170719 h 1371600"/>
                  <a:gd name="connsiteX6" fmla="*/ 1371600 w 1371600"/>
                  <a:gd name="connsiteY6" fmla="*/ 685800 h 1371600"/>
                  <a:gd name="connsiteX7" fmla="*/ 1170533 w 1371600"/>
                  <a:gd name="connsiteY7" fmla="*/ 201067 h 1371600"/>
                  <a:gd name="connsiteX8" fmla="*/ 685800 w 1371600"/>
                  <a:gd name="connsiteY8" fmla="*/ 0 h 1371600"/>
                  <a:gd name="connsiteX9" fmla="*/ 685800 w 1371600"/>
                  <a:gd name="connsiteY9" fmla="*/ 1097280 h 1371600"/>
                  <a:gd name="connsiteX10" fmla="*/ 394835 w 1371600"/>
                  <a:gd name="connsiteY10" fmla="*/ 976765 h 1371600"/>
                  <a:gd name="connsiteX11" fmla="*/ 274320 w 1371600"/>
                  <a:gd name="connsiteY11" fmla="*/ 685800 h 1371600"/>
                  <a:gd name="connsiteX12" fmla="*/ 394835 w 1371600"/>
                  <a:gd name="connsiteY12" fmla="*/ 394835 h 1371600"/>
                  <a:gd name="connsiteX13" fmla="*/ 685800 w 1371600"/>
                  <a:gd name="connsiteY13" fmla="*/ 274320 h 1371600"/>
                  <a:gd name="connsiteX14" fmla="*/ 976765 w 1371600"/>
                  <a:gd name="connsiteY14" fmla="*/ 394835 h 1371600"/>
                  <a:gd name="connsiteX15" fmla="*/ 1097280 w 1371600"/>
                  <a:gd name="connsiteY15" fmla="*/ 685800 h 1371600"/>
                  <a:gd name="connsiteX16" fmla="*/ 976618 w 1371600"/>
                  <a:gd name="connsiteY16" fmla="*/ 976619 h 1371600"/>
                  <a:gd name="connsiteX17" fmla="*/ 685800 w 1371600"/>
                  <a:gd name="connsiteY17" fmla="*/ 1097280 h 1371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371600" h="1371600">
                    <a:moveTo>
                      <a:pt x="685800" y="0"/>
                    </a:moveTo>
                    <a:cubicBezTo>
                      <a:pt x="503906" y="0"/>
                      <a:pt x="329468" y="72254"/>
                      <a:pt x="200881" y="200881"/>
                    </a:cubicBezTo>
                    <a:cubicBezTo>
                      <a:pt x="72254" y="329468"/>
                      <a:pt x="0" y="503906"/>
                      <a:pt x="0" y="685800"/>
                    </a:cubicBezTo>
                    <a:cubicBezTo>
                      <a:pt x="0" y="867694"/>
                      <a:pt x="72254" y="1042132"/>
                      <a:pt x="200881" y="1170719"/>
                    </a:cubicBezTo>
                    <a:cubicBezTo>
                      <a:pt x="329468" y="1299346"/>
                      <a:pt x="503906" y="1371600"/>
                      <a:pt x="685800" y="1371600"/>
                    </a:cubicBezTo>
                    <a:cubicBezTo>
                      <a:pt x="867694" y="1371600"/>
                      <a:pt x="1042132" y="1299346"/>
                      <a:pt x="1170719" y="1170719"/>
                    </a:cubicBezTo>
                    <a:cubicBezTo>
                      <a:pt x="1299346" y="1042132"/>
                      <a:pt x="1371600" y="867694"/>
                      <a:pt x="1371600" y="685800"/>
                    </a:cubicBezTo>
                    <a:cubicBezTo>
                      <a:pt x="1371404" y="503975"/>
                      <a:pt x="1299082" y="329654"/>
                      <a:pt x="1170533" y="201067"/>
                    </a:cubicBezTo>
                    <a:cubicBezTo>
                      <a:pt x="1041946" y="72519"/>
                      <a:pt x="867625" y="186"/>
                      <a:pt x="685800" y="0"/>
                    </a:cubicBezTo>
                    <a:close/>
                    <a:moveTo>
                      <a:pt x="685800" y="1097280"/>
                    </a:moveTo>
                    <a:cubicBezTo>
                      <a:pt x="576650" y="1097280"/>
                      <a:pt x="472026" y="1053918"/>
                      <a:pt x="394835" y="976765"/>
                    </a:cubicBezTo>
                    <a:cubicBezTo>
                      <a:pt x="317682" y="899574"/>
                      <a:pt x="274320" y="794940"/>
                      <a:pt x="274320" y="685800"/>
                    </a:cubicBezTo>
                    <a:cubicBezTo>
                      <a:pt x="274320" y="576660"/>
                      <a:pt x="317680" y="472026"/>
                      <a:pt x="394835" y="394835"/>
                    </a:cubicBezTo>
                    <a:cubicBezTo>
                      <a:pt x="472025" y="317682"/>
                      <a:pt x="576660" y="274320"/>
                      <a:pt x="685800" y="274320"/>
                    </a:cubicBezTo>
                    <a:cubicBezTo>
                      <a:pt x="794940" y="274320"/>
                      <a:pt x="899574" y="317682"/>
                      <a:pt x="976765" y="394835"/>
                    </a:cubicBezTo>
                    <a:cubicBezTo>
                      <a:pt x="1053918" y="472026"/>
                      <a:pt x="1097280" y="576660"/>
                      <a:pt x="1097280" y="685800"/>
                    </a:cubicBezTo>
                    <a:cubicBezTo>
                      <a:pt x="1097163" y="794911"/>
                      <a:pt x="1053771" y="899495"/>
                      <a:pt x="976618" y="976619"/>
                    </a:cubicBezTo>
                    <a:cubicBezTo>
                      <a:pt x="899505" y="1053771"/>
                      <a:pt x="794911" y="1097172"/>
                      <a:pt x="685800" y="1097280"/>
                    </a:cubicBezTo>
                    <a:close/>
                  </a:path>
                </a:pathLst>
              </a:custGeom>
              <a:solidFill>
                <a:schemeClr val="tx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 b="1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1B5A5800-18B7-B9B7-5F0B-1177F96ACA56}"/>
                  </a:ext>
                </a:extLst>
              </p:cNvPr>
              <p:cNvSpPr/>
              <p:nvPr/>
            </p:nvSpPr>
            <p:spPr>
              <a:xfrm>
                <a:off x="5875576" y="4630286"/>
                <a:ext cx="829912" cy="51870"/>
              </a:xfrm>
              <a:custGeom>
                <a:avLst/>
                <a:gdLst>
                  <a:gd name="connsiteX0" fmla="*/ 4251735 w 4389120"/>
                  <a:gd name="connsiteY0" fmla="*/ 0 h 274320"/>
                  <a:gd name="connsiteX1" fmla="*/ 136935 w 4389120"/>
                  <a:gd name="connsiteY1" fmla="*/ 0 h 274320"/>
                  <a:gd name="connsiteX2" fmla="*/ 0 w 4389120"/>
                  <a:gd name="connsiteY2" fmla="*/ 137160 h 274320"/>
                  <a:gd name="connsiteX3" fmla="*/ 136935 w 4389120"/>
                  <a:gd name="connsiteY3" fmla="*/ 274320 h 274320"/>
                  <a:gd name="connsiteX4" fmla="*/ 4251735 w 4389120"/>
                  <a:gd name="connsiteY4" fmla="*/ 274320 h 274320"/>
                  <a:gd name="connsiteX5" fmla="*/ 4348864 w 4389120"/>
                  <a:gd name="connsiteY5" fmla="*/ 234211 h 274320"/>
                  <a:gd name="connsiteX6" fmla="*/ 4389120 w 4389120"/>
                  <a:gd name="connsiteY6" fmla="*/ 137160 h 274320"/>
                  <a:gd name="connsiteX7" fmla="*/ 4348864 w 4389120"/>
                  <a:gd name="connsiteY7" fmla="*/ 40071 h 274320"/>
                  <a:gd name="connsiteX8" fmla="*/ 4251735 w 4389120"/>
                  <a:gd name="connsiteY8" fmla="*/ 0 h 2743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389120" h="274320">
                    <a:moveTo>
                      <a:pt x="4251735" y="0"/>
                    </a:moveTo>
                    <a:lnTo>
                      <a:pt x="136935" y="0"/>
                    </a:lnTo>
                    <a:cubicBezTo>
                      <a:pt x="61271" y="118"/>
                      <a:pt x="0" y="61497"/>
                      <a:pt x="0" y="137160"/>
                    </a:cubicBezTo>
                    <a:cubicBezTo>
                      <a:pt x="0" y="212824"/>
                      <a:pt x="61271" y="274164"/>
                      <a:pt x="136935" y="274320"/>
                    </a:cubicBezTo>
                    <a:lnTo>
                      <a:pt x="4251735" y="274320"/>
                    </a:lnTo>
                    <a:cubicBezTo>
                      <a:pt x="4288170" y="274359"/>
                      <a:pt x="4323107" y="259968"/>
                      <a:pt x="4348864" y="234211"/>
                    </a:cubicBezTo>
                    <a:cubicBezTo>
                      <a:pt x="4374660" y="208493"/>
                      <a:pt x="4389120" y="173557"/>
                      <a:pt x="4389120" y="137160"/>
                    </a:cubicBezTo>
                    <a:cubicBezTo>
                      <a:pt x="4389120" y="100725"/>
                      <a:pt x="4374660" y="65827"/>
                      <a:pt x="4348864" y="40071"/>
                    </a:cubicBezTo>
                    <a:cubicBezTo>
                      <a:pt x="4323107" y="14353"/>
                      <a:pt x="4288170" y="-78"/>
                      <a:pt x="4251735" y="0"/>
                    </a:cubicBezTo>
                    <a:close/>
                  </a:path>
                </a:pathLst>
              </a:custGeom>
              <a:solidFill>
                <a:schemeClr val="tx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 b="1"/>
              </a:p>
            </p:txBody>
          </p:sp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6796A0DD-A9DA-84E2-88D8-92F1A129E874}"/>
                  </a:ext>
                </a:extLst>
              </p:cNvPr>
              <p:cNvSpPr/>
              <p:nvPr/>
            </p:nvSpPr>
            <p:spPr>
              <a:xfrm>
                <a:off x="5533247" y="4184261"/>
                <a:ext cx="165878" cy="165878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b="1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1AA1C7EE-15A1-460B-39B1-356C0682B0E3}"/>
                  </a:ext>
                </a:extLst>
              </p:cNvPr>
              <p:cNvSpPr/>
              <p:nvPr/>
            </p:nvSpPr>
            <p:spPr>
              <a:xfrm>
                <a:off x="5533247" y="3795240"/>
                <a:ext cx="165878" cy="165878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b="1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85899B25-0270-031C-4C1A-97646E1EACE9}"/>
                  </a:ext>
                </a:extLst>
              </p:cNvPr>
              <p:cNvSpPr/>
              <p:nvPr/>
            </p:nvSpPr>
            <p:spPr>
              <a:xfrm>
                <a:off x="5533247" y="4573283"/>
                <a:ext cx="165878" cy="165878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b="1"/>
              </a:p>
            </p:txBody>
          </p:sp>
        </p:grp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EF67FF9-AF3A-DAAA-3513-E795786072FA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6234175" y="975805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D03F677A-7CFA-DE11-E949-4DC3B939173F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5904116" y="602659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1BBBB7D2-9BBA-211D-7F2E-27FD93760FE2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6011259" y="1045604"/>
              <a:ext cx="0" cy="1297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7C9D1538-0029-FE43-E542-7521F332316B}"/>
              </a:ext>
            </a:extLst>
          </p:cNvPr>
          <p:cNvGrpSpPr/>
          <p:nvPr/>
        </p:nvGrpSpPr>
        <p:grpSpPr>
          <a:xfrm>
            <a:off x="542273" y="4041720"/>
            <a:ext cx="401352" cy="689035"/>
            <a:chOff x="5904116" y="602659"/>
            <a:chExt cx="401352" cy="689035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B2BA3FDA-B2C2-1667-010B-50B6553F6FFA}"/>
                </a:ext>
              </a:extLst>
            </p:cNvPr>
            <p:cNvGrpSpPr/>
            <p:nvPr/>
          </p:nvGrpSpPr>
          <p:grpSpPr>
            <a:xfrm rot="1800000">
              <a:off x="5925482" y="717135"/>
              <a:ext cx="379986" cy="323380"/>
              <a:chOff x="5486512" y="3748505"/>
              <a:chExt cx="1218976" cy="1037391"/>
            </a:xfrm>
          </p:grpSpPr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984172B3-6C8B-40A3-5E6F-6E5DD99F24FA}"/>
                  </a:ext>
                </a:extLst>
              </p:cNvPr>
              <p:cNvSpPr/>
              <p:nvPr/>
            </p:nvSpPr>
            <p:spPr>
              <a:xfrm>
                <a:off x="5486512" y="3748505"/>
                <a:ext cx="259348" cy="259348"/>
              </a:xfrm>
              <a:custGeom>
                <a:avLst/>
                <a:gdLst>
                  <a:gd name="connsiteX0" fmla="*/ 685800 w 1371600"/>
                  <a:gd name="connsiteY0" fmla="*/ 0 h 1371600"/>
                  <a:gd name="connsiteX1" fmla="*/ 200881 w 1371600"/>
                  <a:gd name="connsiteY1" fmla="*/ 200881 h 1371600"/>
                  <a:gd name="connsiteX2" fmla="*/ 0 w 1371600"/>
                  <a:gd name="connsiteY2" fmla="*/ 685800 h 1371600"/>
                  <a:gd name="connsiteX3" fmla="*/ 200881 w 1371600"/>
                  <a:gd name="connsiteY3" fmla="*/ 1170719 h 1371600"/>
                  <a:gd name="connsiteX4" fmla="*/ 685800 w 1371600"/>
                  <a:gd name="connsiteY4" fmla="*/ 1371600 h 1371600"/>
                  <a:gd name="connsiteX5" fmla="*/ 1170719 w 1371600"/>
                  <a:gd name="connsiteY5" fmla="*/ 1170719 h 1371600"/>
                  <a:gd name="connsiteX6" fmla="*/ 1371600 w 1371600"/>
                  <a:gd name="connsiteY6" fmla="*/ 685800 h 1371600"/>
                  <a:gd name="connsiteX7" fmla="*/ 1170533 w 1371600"/>
                  <a:gd name="connsiteY7" fmla="*/ 201067 h 1371600"/>
                  <a:gd name="connsiteX8" fmla="*/ 685800 w 1371600"/>
                  <a:gd name="connsiteY8" fmla="*/ 0 h 1371600"/>
                  <a:gd name="connsiteX9" fmla="*/ 685800 w 1371600"/>
                  <a:gd name="connsiteY9" fmla="*/ 1097280 h 1371600"/>
                  <a:gd name="connsiteX10" fmla="*/ 394835 w 1371600"/>
                  <a:gd name="connsiteY10" fmla="*/ 976765 h 1371600"/>
                  <a:gd name="connsiteX11" fmla="*/ 274320 w 1371600"/>
                  <a:gd name="connsiteY11" fmla="*/ 685800 h 1371600"/>
                  <a:gd name="connsiteX12" fmla="*/ 394835 w 1371600"/>
                  <a:gd name="connsiteY12" fmla="*/ 394835 h 1371600"/>
                  <a:gd name="connsiteX13" fmla="*/ 685800 w 1371600"/>
                  <a:gd name="connsiteY13" fmla="*/ 274320 h 1371600"/>
                  <a:gd name="connsiteX14" fmla="*/ 976765 w 1371600"/>
                  <a:gd name="connsiteY14" fmla="*/ 394835 h 1371600"/>
                  <a:gd name="connsiteX15" fmla="*/ 1097280 w 1371600"/>
                  <a:gd name="connsiteY15" fmla="*/ 685800 h 1371600"/>
                  <a:gd name="connsiteX16" fmla="*/ 976618 w 1371600"/>
                  <a:gd name="connsiteY16" fmla="*/ 976618 h 1371600"/>
                  <a:gd name="connsiteX17" fmla="*/ 685800 w 1371600"/>
                  <a:gd name="connsiteY17" fmla="*/ 1097280 h 1371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371600" h="1371600">
                    <a:moveTo>
                      <a:pt x="685800" y="0"/>
                    </a:moveTo>
                    <a:cubicBezTo>
                      <a:pt x="503906" y="0"/>
                      <a:pt x="329468" y="72254"/>
                      <a:pt x="200881" y="200881"/>
                    </a:cubicBezTo>
                    <a:cubicBezTo>
                      <a:pt x="72254" y="329468"/>
                      <a:pt x="0" y="503906"/>
                      <a:pt x="0" y="685800"/>
                    </a:cubicBezTo>
                    <a:cubicBezTo>
                      <a:pt x="0" y="867694"/>
                      <a:pt x="72254" y="1042132"/>
                      <a:pt x="200881" y="1170719"/>
                    </a:cubicBezTo>
                    <a:cubicBezTo>
                      <a:pt x="329468" y="1299346"/>
                      <a:pt x="503906" y="1371600"/>
                      <a:pt x="685800" y="1371600"/>
                    </a:cubicBezTo>
                    <a:cubicBezTo>
                      <a:pt x="867694" y="1371600"/>
                      <a:pt x="1042132" y="1299346"/>
                      <a:pt x="1170719" y="1170719"/>
                    </a:cubicBezTo>
                    <a:cubicBezTo>
                      <a:pt x="1299346" y="1042132"/>
                      <a:pt x="1371600" y="867694"/>
                      <a:pt x="1371600" y="685800"/>
                    </a:cubicBezTo>
                    <a:cubicBezTo>
                      <a:pt x="1371404" y="503975"/>
                      <a:pt x="1299082" y="329654"/>
                      <a:pt x="1170533" y="201067"/>
                    </a:cubicBezTo>
                    <a:cubicBezTo>
                      <a:pt x="1041946" y="72518"/>
                      <a:pt x="867625" y="186"/>
                      <a:pt x="685800" y="0"/>
                    </a:cubicBezTo>
                    <a:close/>
                    <a:moveTo>
                      <a:pt x="685800" y="1097280"/>
                    </a:moveTo>
                    <a:cubicBezTo>
                      <a:pt x="576650" y="1097280"/>
                      <a:pt x="472026" y="1053918"/>
                      <a:pt x="394835" y="976765"/>
                    </a:cubicBezTo>
                    <a:cubicBezTo>
                      <a:pt x="317682" y="899575"/>
                      <a:pt x="274320" y="794911"/>
                      <a:pt x="274320" y="685800"/>
                    </a:cubicBezTo>
                    <a:cubicBezTo>
                      <a:pt x="274320" y="576650"/>
                      <a:pt x="317680" y="471987"/>
                      <a:pt x="394835" y="394835"/>
                    </a:cubicBezTo>
                    <a:cubicBezTo>
                      <a:pt x="472025" y="317682"/>
                      <a:pt x="576689" y="274320"/>
                      <a:pt x="685800" y="274320"/>
                    </a:cubicBezTo>
                    <a:cubicBezTo>
                      <a:pt x="794950" y="274320"/>
                      <a:pt x="899613" y="317680"/>
                      <a:pt x="976765" y="394835"/>
                    </a:cubicBezTo>
                    <a:cubicBezTo>
                      <a:pt x="1053918" y="472025"/>
                      <a:pt x="1097280" y="576660"/>
                      <a:pt x="1097280" y="685800"/>
                    </a:cubicBezTo>
                    <a:cubicBezTo>
                      <a:pt x="1097163" y="794911"/>
                      <a:pt x="1053771" y="899495"/>
                      <a:pt x="976618" y="976618"/>
                    </a:cubicBezTo>
                    <a:cubicBezTo>
                      <a:pt x="899505" y="1053771"/>
                      <a:pt x="794911" y="1097172"/>
                      <a:pt x="685800" y="1097280"/>
                    </a:cubicBezTo>
                    <a:close/>
                  </a:path>
                </a:pathLst>
              </a:custGeom>
              <a:solidFill>
                <a:schemeClr val="tx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 b="1"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20A11E27-D580-C78C-0E14-05F907AAA41A}"/>
                  </a:ext>
                </a:extLst>
              </p:cNvPr>
              <p:cNvSpPr/>
              <p:nvPr/>
            </p:nvSpPr>
            <p:spPr>
              <a:xfrm>
                <a:off x="5875533" y="3852244"/>
                <a:ext cx="829912" cy="51870"/>
              </a:xfrm>
              <a:custGeom>
                <a:avLst/>
                <a:gdLst>
                  <a:gd name="connsiteX0" fmla="*/ 137160 w 4389120"/>
                  <a:gd name="connsiteY0" fmla="*/ 274320 h 274320"/>
                  <a:gd name="connsiteX1" fmla="*/ 4251960 w 4389120"/>
                  <a:gd name="connsiteY1" fmla="*/ 274320 h 274320"/>
                  <a:gd name="connsiteX2" fmla="*/ 4389120 w 4389120"/>
                  <a:gd name="connsiteY2" fmla="*/ 137160 h 274320"/>
                  <a:gd name="connsiteX3" fmla="*/ 4251960 w 4389120"/>
                  <a:gd name="connsiteY3" fmla="*/ 0 h 274320"/>
                  <a:gd name="connsiteX4" fmla="*/ 137160 w 4389120"/>
                  <a:gd name="connsiteY4" fmla="*/ 0 h 274320"/>
                  <a:gd name="connsiteX5" fmla="*/ 0 w 4389120"/>
                  <a:gd name="connsiteY5" fmla="*/ 137160 h 274320"/>
                  <a:gd name="connsiteX6" fmla="*/ 137160 w 4389120"/>
                  <a:gd name="connsiteY6" fmla="*/ 274320 h 2743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389120" h="274320">
                    <a:moveTo>
                      <a:pt x="137160" y="274320"/>
                    </a:moveTo>
                    <a:lnTo>
                      <a:pt x="4251960" y="274320"/>
                    </a:lnTo>
                    <a:cubicBezTo>
                      <a:pt x="4327702" y="274320"/>
                      <a:pt x="4389120" y="212897"/>
                      <a:pt x="4389120" y="137160"/>
                    </a:cubicBezTo>
                    <a:cubicBezTo>
                      <a:pt x="4389120" y="61423"/>
                      <a:pt x="4327702" y="0"/>
                      <a:pt x="4251960" y="0"/>
                    </a:cubicBezTo>
                    <a:lnTo>
                      <a:pt x="137160" y="0"/>
                    </a:lnTo>
                    <a:cubicBezTo>
                      <a:pt x="61428" y="0"/>
                      <a:pt x="0" y="61423"/>
                      <a:pt x="0" y="137160"/>
                    </a:cubicBezTo>
                    <a:cubicBezTo>
                      <a:pt x="0" y="212897"/>
                      <a:pt x="61428" y="274320"/>
                      <a:pt x="137160" y="274320"/>
                    </a:cubicBezTo>
                    <a:close/>
                  </a:path>
                </a:pathLst>
              </a:custGeom>
              <a:solidFill>
                <a:schemeClr val="tx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 b="1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34940404-B1B6-1EC0-A860-919255AB0FDB}"/>
                  </a:ext>
                </a:extLst>
              </p:cNvPr>
              <p:cNvSpPr/>
              <p:nvPr/>
            </p:nvSpPr>
            <p:spPr>
              <a:xfrm>
                <a:off x="5486512" y="4137526"/>
                <a:ext cx="259348" cy="259348"/>
              </a:xfrm>
              <a:custGeom>
                <a:avLst/>
                <a:gdLst>
                  <a:gd name="connsiteX0" fmla="*/ 685800 w 1371600"/>
                  <a:gd name="connsiteY0" fmla="*/ 0 h 1371600"/>
                  <a:gd name="connsiteX1" fmla="*/ 200881 w 1371600"/>
                  <a:gd name="connsiteY1" fmla="*/ 200881 h 1371600"/>
                  <a:gd name="connsiteX2" fmla="*/ 0 w 1371600"/>
                  <a:gd name="connsiteY2" fmla="*/ 685800 h 1371600"/>
                  <a:gd name="connsiteX3" fmla="*/ 200881 w 1371600"/>
                  <a:gd name="connsiteY3" fmla="*/ 1170719 h 1371600"/>
                  <a:gd name="connsiteX4" fmla="*/ 685800 w 1371600"/>
                  <a:gd name="connsiteY4" fmla="*/ 1371600 h 1371600"/>
                  <a:gd name="connsiteX5" fmla="*/ 1170719 w 1371600"/>
                  <a:gd name="connsiteY5" fmla="*/ 1170719 h 1371600"/>
                  <a:gd name="connsiteX6" fmla="*/ 1371600 w 1371600"/>
                  <a:gd name="connsiteY6" fmla="*/ 685800 h 1371600"/>
                  <a:gd name="connsiteX7" fmla="*/ 1170533 w 1371600"/>
                  <a:gd name="connsiteY7" fmla="*/ 201067 h 1371600"/>
                  <a:gd name="connsiteX8" fmla="*/ 685800 w 1371600"/>
                  <a:gd name="connsiteY8" fmla="*/ 0 h 1371600"/>
                  <a:gd name="connsiteX9" fmla="*/ 685800 w 1371600"/>
                  <a:gd name="connsiteY9" fmla="*/ 1097280 h 1371600"/>
                  <a:gd name="connsiteX10" fmla="*/ 394835 w 1371600"/>
                  <a:gd name="connsiteY10" fmla="*/ 976765 h 1371600"/>
                  <a:gd name="connsiteX11" fmla="*/ 274320 w 1371600"/>
                  <a:gd name="connsiteY11" fmla="*/ 685800 h 1371600"/>
                  <a:gd name="connsiteX12" fmla="*/ 394835 w 1371600"/>
                  <a:gd name="connsiteY12" fmla="*/ 394835 h 1371600"/>
                  <a:gd name="connsiteX13" fmla="*/ 685800 w 1371600"/>
                  <a:gd name="connsiteY13" fmla="*/ 274320 h 1371600"/>
                  <a:gd name="connsiteX14" fmla="*/ 976765 w 1371600"/>
                  <a:gd name="connsiteY14" fmla="*/ 394835 h 1371600"/>
                  <a:gd name="connsiteX15" fmla="*/ 1097280 w 1371600"/>
                  <a:gd name="connsiteY15" fmla="*/ 685800 h 1371600"/>
                  <a:gd name="connsiteX16" fmla="*/ 976618 w 1371600"/>
                  <a:gd name="connsiteY16" fmla="*/ 976618 h 1371600"/>
                  <a:gd name="connsiteX17" fmla="*/ 685800 w 1371600"/>
                  <a:gd name="connsiteY17" fmla="*/ 1097280 h 1371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371600" h="1371600">
                    <a:moveTo>
                      <a:pt x="685800" y="0"/>
                    </a:moveTo>
                    <a:cubicBezTo>
                      <a:pt x="503906" y="0"/>
                      <a:pt x="329468" y="72254"/>
                      <a:pt x="200881" y="200881"/>
                    </a:cubicBezTo>
                    <a:cubicBezTo>
                      <a:pt x="72254" y="329468"/>
                      <a:pt x="0" y="503906"/>
                      <a:pt x="0" y="685800"/>
                    </a:cubicBezTo>
                    <a:cubicBezTo>
                      <a:pt x="0" y="867694"/>
                      <a:pt x="72254" y="1042132"/>
                      <a:pt x="200881" y="1170719"/>
                    </a:cubicBezTo>
                    <a:cubicBezTo>
                      <a:pt x="329468" y="1299346"/>
                      <a:pt x="503906" y="1371600"/>
                      <a:pt x="685800" y="1371600"/>
                    </a:cubicBezTo>
                    <a:cubicBezTo>
                      <a:pt x="867694" y="1371600"/>
                      <a:pt x="1042132" y="1299346"/>
                      <a:pt x="1170719" y="1170719"/>
                    </a:cubicBezTo>
                    <a:cubicBezTo>
                      <a:pt x="1299346" y="1042132"/>
                      <a:pt x="1371600" y="867694"/>
                      <a:pt x="1371600" y="685800"/>
                    </a:cubicBezTo>
                    <a:cubicBezTo>
                      <a:pt x="1371404" y="503975"/>
                      <a:pt x="1299082" y="329654"/>
                      <a:pt x="1170533" y="201067"/>
                    </a:cubicBezTo>
                    <a:cubicBezTo>
                      <a:pt x="1041946" y="72518"/>
                      <a:pt x="867625" y="186"/>
                      <a:pt x="685800" y="0"/>
                    </a:cubicBezTo>
                    <a:close/>
                    <a:moveTo>
                      <a:pt x="685800" y="1097280"/>
                    </a:moveTo>
                    <a:cubicBezTo>
                      <a:pt x="576650" y="1097280"/>
                      <a:pt x="472026" y="1053918"/>
                      <a:pt x="394835" y="976765"/>
                    </a:cubicBezTo>
                    <a:cubicBezTo>
                      <a:pt x="317682" y="899574"/>
                      <a:pt x="274320" y="794940"/>
                      <a:pt x="274320" y="685800"/>
                    </a:cubicBezTo>
                    <a:cubicBezTo>
                      <a:pt x="274320" y="576660"/>
                      <a:pt x="317680" y="472026"/>
                      <a:pt x="394835" y="394835"/>
                    </a:cubicBezTo>
                    <a:cubicBezTo>
                      <a:pt x="472025" y="317682"/>
                      <a:pt x="576660" y="274320"/>
                      <a:pt x="685800" y="274320"/>
                    </a:cubicBezTo>
                    <a:cubicBezTo>
                      <a:pt x="794940" y="274320"/>
                      <a:pt x="899574" y="317682"/>
                      <a:pt x="976765" y="394835"/>
                    </a:cubicBezTo>
                    <a:cubicBezTo>
                      <a:pt x="1053918" y="471987"/>
                      <a:pt x="1097280" y="576660"/>
                      <a:pt x="1097280" y="685800"/>
                    </a:cubicBezTo>
                    <a:cubicBezTo>
                      <a:pt x="1097163" y="794911"/>
                      <a:pt x="1053771" y="899495"/>
                      <a:pt x="976618" y="976618"/>
                    </a:cubicBezTo>
                    <a:cubicBezTo>
                      <a:pt x="899505" y="1053771"/>
                      <a:pt x="794911" y="1097172"/>
                      <a:pt x="685800" y="1097280"/>
                    </a:cubicBezTo>
                    <a:close/>
                  </a:path>
                </a:pathLst>
              </a:custGeom>
              <a:solidFill>
                <a:schemeClr val="tx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 b="1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706CF75D-23CC-F041-7CFE-0FFE9A5D6FDC}"/>
                  </a:ext>
                </a:extLst>
              </p:cNvPr>
              <p:cNvSpPr/>
              <p:nvPr/>
            </p:nvSpPr>
            <p:spPr>
              <a:xfrm>
                <a:off x="5875533" y="4241265"/>
                <a:ext cx="829912" cy="51870"/>
              </a:xfrm>
              <a:custGeom>
                <a:avLst/>
                <a:gdLst>
                  <a:gd name="connsiteX0" fmla="*/ 4251960 w 4389120"/>
                  <a:gd name="connsiteY0" fmla="*/ 0 h 274320"/>
                  <a:gd name="connsiteX1" fmla="*/ 137160 w 4389120"/>
                  <a:gd name="connsiteY1" fmla="*/ 0 h 274320"/>
                  <a:gd name="connsiteX2" fmla="*/ 0 w 4389120"/>
                  <a:gd name="connsiteY2" fmla="*/ 137160 h 274320"/>
                  <a:gd name="connsiteX3" fmla="*/ 137160 w 4389120"/>
                  <a:gd name="connsiteY3" fmla="*/ 274320 h 274320"/>
                  <a:gd name="connsiteX4" fmla="*/ 4251960 w 4389120"/>
                  <a:gd name="connsiteY4" fmla="*/ 274320 h 274320"/>
                  <a:gd name="connsiteX5" fmla="*/ 4389120 w 4389120"/>
                  <a:gd name="connsiteY5" fmla="*/ 137160 h 274320"/>
                  <a:gd name="connsiteX6" fmla="*/ 4251960 w 4389120"/>
                  <a:gd name="connsiteY6" fmla="*/ 0 h 2743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389120" h="274320">
                    <a:moveTo>
                      <a:pt x="4251960" y="0"/>
                    </a:moveTo>
                    <a:lnTo>
                      <a:pt x="137160" y="0"/>
                    </a:lnTo>
                    <a:cubicBezTo>
                      <a:pt x="61428" y="0"/>
                      <a:pt x="0" y="61428"/>
                      <a:pt x="0" y="137160"/>
                    </a:cubicBezTo>
                    <a:cubicBezTo>
                      <a:pt x="0" y="212892"/>
                      <a:pt x="61428" y="274320"/>
                      <a:pt x="137160" y="274320"/>
                    </a:cubicBezTo>
                    <a:lnTo>
                      <a:pt x="4251960" y="274320"/>
                    </a:lnTo>
                    <a:cubicBezTo>
                      <a:pt x="4327702" y="274320"/>
                      <a:pt x="4389120" y="212892"/>
                      <a:pt x="4389120" y="137160"/>
                    </a:cubicBezTo>
                    <a:cubicBezTo>
                      <a:pt x="4389120" y="61428"/>
                      <a:pt x="4327702" y="0"/>
                      <a:pt x="4251960" y="0"/>
                    </a:cubicBezTo>
                    <a:close/>
                  </a:path>
                </a:pathLst>
              </a:custGeom>
              <a:solidFill>
                <a:schemeClr val="tx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 b="1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0B2F232C-EB13-5185-A981-D9B0067D1FAD}"/>
                  </a:ext>
                </a:extLst>
              </p:cNvPr>
              <p:cNvSpPr/>
              <p:nvPr/>
            </p:nvSpPr>
            <p:spPr>
              <a:xfrm>
                <a:off x="5486512" y="4526548"/>
                <a:ext cx="259348" cy="259348"/>
              </a:xfrm>
              <a:custGeom>
                <a:avLst/>
                <a:gdLst>
                  <a:gd name="connsiteX0" fmla="*/ 685800 w 1371600"/>
                  <a:gd name="connsiteY0" fmla="*/ 0 h 1371600"/>
                  <a:gd name="connsiteX1" fmla="*/ 200881 w 1371600"/>
                  <a:gd name="connsiteY1" fmla="*/ 200881 h 1371600"/>
                  <a:gd name="connsiteX2" fmla="*/ 0 w 1371600"/>
                  <a:gd name="connsiteY2" fmla="*/ 685800 h 1371600"/>
                  <a:gd name="connsiteX3" fmla="*/ 200881 w 1371600"/>
                  <a:gd name="connsiteY3" fmla="*/ 1170719 h 1371600"/>
                  <a:gd name="connsiteX4" fmla="*/ 685800 w 1371600"/>
                  <a:gd name="connsiteY4" fmla="*/ 1371600 h 1371600"/>
                  <a:gd name="connsiteX5" fmla="*/ 1170719 w 1371600"/>
                  <a:gd name="connsiteY5" fmla="*/ 1170719 h 1371600"/>
                  <a:gd name="connsiteX6" fmla="*/ 1371600 w 1371600"/>
                  <a:gd name="connsiteY6" fmla="*/ 685800 h 1371600"/>
                  <a:gd name="connsiteX7" fmla="*/ 1170533 w 1371600"/>
                  <a:gd name="connsiteY7" fmla="*/ 201067 h 1371600"/>
                  <a:gd name="connsiteX8" fmla="*/ 685800 w 1371600"/>
                  <a:gd name="connsiteY8" fmla="*/ 0 h 1371600"/>
                  <a:gd name="connsiteX9" fmla="*/ 685800 w 1371600"/>
                  <a:gd name="connsiteY9" fmla="*/ 1097280 h 1371600"/>
                  <a:gd name="connsiteX10" fmla="*/ 394835 w 1371600"/>
                  <a:gd name="connsiteY10" fmla="*/ 976765 h 1371600"/>
                  <a:gd name="connsiteX11" fmla="*/ 274320 w 1371600"/>
                  <a:gd name="connsiteY11" fmla="*/ 685800 h 1371600"/>
                  <a:gd name="connsiteX12" fmla="*/ 394835 w 1371600"/>
                  <a:gd name="connsiteY12" fmla="*/ 394835 h 1371600"/>
                  <a:gd name="connsiteX13" fmla="*/ 685800 w 1371600"/>
                  <a:gd name="connsiteY13" fmla="*/ 274320 h 1371600"/>
                  <a:gd name="connsiteX14" fmla="*/ 976765 w 1371600"/>
                  <a:gd name="connsiteY14" fmla="*/ 394835 h 1371600"/>
                  <a:gd name="connsiteX15" fmla="*/ 1097280 w 1371600"/>
                  <a:gd name="connsiteY15" fmla="*/ 685800 h 1371600"/>
                  <a:gd name="connsiteX16" fmla="*/ 976618 w 1371600"/>
                  <a:gd name="connsiteY16" fmla="*/ 976619 h 1371600"/>
                  <a:gd name="connsiteX17" fmla="*/ 685800 w 1371600"/>
                  <a:gd name="connsiteY17" fmla="*/ 1097280 h 1371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371600" h="1371600">
                    <a:moveTo>
                      <a:pt x="685800" y="0"/>
                    </a:moveTo>
                    <a:cubicBezTo>
                      <a:pt x="503906" y="0"/>
                      <a:pt x="329468" y="72254"/>
                      <a:pt x="200881" y="200881"/>
                    </a:cubicBezTo>
                    <a:cubicBezTo>
                      <a:pt x="72254" y="329468"/>
                      <a:pt x="0" y="503906"/>
                      <a:pt x="0" y="685800"/>
                    </a:cubicBezTo>
                    <a:cubicBezTo>
                      <a:pt x="0" y="867694"/>
                      <a:pt x="72254" y="1042132"/>
                      <a:pt x="200881" y="1170719"/>
                    </a:cubicBezTo>
                    <a:cubicBezTo>
                      <a:pt x="329468" y="1299346"/>
                      <a:pt x="503906" y="1371600"/>
                      <a:pt x="685800" y="1371600"/>
                    </a:cubicBezTo>
                    <a:cubicBezTo>
                      <a:pt x="867694" y="1371600"/>
                      <a:pt x="1042132" y="1299346"/>
                      <a:pt x="1170719" y="1170719"/>
                    </a:cubicBezTo>
                    <a:cubicBezTo>
                      <a:pt x="1299346" y="1042132"/>
                      <a:pt x="1371600" y="867694"/>
                      <a:pt x="1371600" y="685800"/>
                    </a:cubicBezTo>
                    <a:cubicBezTo>
                      <a:pt x="1371404" y="503975"/>
                      <a:pt x="1299082" y="329654"/>
                      <a:pt x="1170533" y="201067"/>
                    </a:cubicBezTo>
                    <a:cubicBezTo>
                      <a:pt x="1041946" y="72519"/>
                      <a:pt x="867625" y="186"/>
                      <a:pt x="685800" y="0"/>
                    </a:cubicBezTo>
                    <a:close/>
                    <a:moveTo>
                      <a:pt x="685800" y="1097280"/>
                    </a:moveTo>
                    <a:cubicBezTo>
                      <a:pt x="576650" y="1097280"/>
                      <a:pt x="472026" y="1053918"/>
                      <a:pt x="394835" y="976765"/>
                    </a:cubicBezTo>
                    <a:cubicBezTo>
                      <a:pt x="317682" y="899574"/>
                      <a:pt x="274320" y="794940"/>
                      <a:pt x="274320" y="685800"/>
                    </a:cubicBezTo>
                    <a:cubicBezTo>
                      <a:pt x="274320" y="576660"/>
                      <a:pt x="317680" y="472026"/>
                      <a:pt x="394835" y="394835"/>
                    </a:cubicBezTo>
                    <a:cubicBezTo>
                      <a:pt x="472025" y="317682"/>
                      <a:pt x="576660" y="274320"/>
                      <a:pt x="685800" y="274320"/>
                    </a:cubicBezTo>
                    <a:cubicBezTo>
                      <a:pt x="794940" y="274320"/>
                      <a:pt x="899574" y="317682"/>
                      <a:pt x="976765" y="394835"/>
                    </a:cubicBezTo>
                    <a:cubicBezTo>
                      <a:pt x="1053918" y="472026"/>
                      <a:pt x="1097280" y="576660"/>
                      <a:pt x="1097280" y="685800"/>
                    </a:cubicBezTo>
                    <a:cubicBezTo>
                      <a:pt x="1097163" y="794911"/>
                      <a:pt x="1053771" y="899495"/>
                      <a:pt x="976618" y="976619"/>
                    </a:cubicBezTo>
                    <a:cubicBezTo>
                      <a:pt x="899505" y="1053771"/>
                      <a:pt x="794911" y="1097172"/>
                      <a:pt x="685800" y="1097280"/>
                    </a:cubicBezTo>
                    <a:close/>
                  </a:path>
                </a:pathLst>
              </a:custGeom>
              <a:solidFill>
                <a:schemeClr val="tx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 b="1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D5314257-4051-C7ED-DA99-29E6CDC38B98}"/>
                  </a:ext>
                </a:extLst>
              </p:cNvPr>
              <p:cNvSpPr/>
              <p:nvPr/>
            </p:nvSpPr>
            <p:spPr>
              <a:xfrm>
                <a:off x="5875576" y="4630286"/>
                <a:ext cx="829912" cy="51870"/>
              </a:xfrm>
              <a:custGeom>
                <a:avLst/>
                <a:gdLst>
                  <a:gd name="connsiteX0" fmla="*/ 4251735 w 4389120"/>
                  <a:gd name="connsiteY0" fmla="*/ 0 h 274320"/>
                  <a:gd name="connsiteX1" fmla="*/ 136935 w 4389120"/>
                  <a:gd name="connsiteY1" fmla="*/ 0 h 274320"/>
                  <a:gd name="connsiteX2" fmla="*/ 0 w 4389120"/>
                  <a:gd name="connsiteY2" fmla="*/ 137160 h 274320"/>
                  <a:gd name="connsiteX3" fmla="*/ 136935 w 4389120"/>
                  <a:gd name="connsiteY3" fmla="*/ 274320 h 274320"/>
                  <a:gd name="connsiteX4" fmla="*/ 4251735 w 4389120"/>
                  <a:gd name="connsiteY4" fmla="*/ 274320 h 274320"/>
                  <a:gd name="connsiteX5" fmla="*/ 4348864 w 4389120"/>
                  <a:gd name="connsiteY5" fmla="*/ 234211 h 274320"/>
                  <a:gd name="connsiteX6" fmla="*/ 4389120 w 4389120"/>
                  <a:gd name="connsiteY6" fmla="*/ 137160 h 274320"/>
                  <a:gd name="connsiteX7" fmla="*/ 4348864 w 4389120"/>
                  <a:gd name="connsiteY7" fmla="*/ 40071 h 274320"/>
                  <a:gd name="connsiteX8" fmla="*/ 4251735 w 4389120"/>
                  <a:gd name="connsiteY8" fmla="*/ 0 h 2743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389120" h="274320">
                    <a:moveTo>
                      <a:pt x="4251735" y="0"/>
                    </a:moveTo>
                    <a:lnTo>
                      <a:pt x="136935" y="0"/>
                    </a:lnTo>
                    <a:cubicBezTo>
                      <a:pt x="61271" y="118"/>
                      <a:pt x="0" y="61497"/>
                      <a:pt x="0" y="137160"/>
                    </a:cubicBezTo>
                    <a:cubicBezTo>
                      <a:pt x="0" y="212824"/>
                      <a:pt x="61271" y="274164"/>
                      <a:pt x="136935" y="274320"/>
                    </a:cubicBezTo>
                    <a:lnTo>
                      <a:pt x="4251735" y="274320"/>
                    </a:lnTo>
                    <a:cubicBezTo>
                      <a:pt x="4288170" y="274359"/>
                      <a:pt x="4323107" y="259968"/>
                      <a:pt x="4348864" y="234211"/>
                    </a:cubicBezTo>
                    <a:cubicBezTo>
                      <a:pt x="4374660" y="208493"/>
                      <a:pt x="4389120" y="173557"/>
                      <a:pt x="4389120" y="137160"/>
                    </a:cubicBezTo>
                    <a:cubicBezTo>
                      <a:pt x="4389120" y="100725"/>
                      <a:pt x="4374660" y="65827"/>
                      <a:pt x="4348864" y="40071"/>
                    </a:cubicBezTo>
                    <a:cubicBezTo>
                      <a:pt x="4323107" y="14353"/>
                      <a:pt x="4288170" y="-78"/>
                      <a:pt x="4251735" y="0"/>
                    </a:cubicBezTo>
                    <a:close/>
                  </a:path>
                </a:pathLst>
              </a:custGeom>
              <a:solidFill>
                <a:schemeClr val="tx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 b="1"/>
              </a:p>
            </p:txBody>
          </p:sp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FC6ED987-E74C-6273-E806-CD506ED980AC}"/>
                  </a:ext>
                </a:extLst>
              </p:cNvPr>
              <p:cNvSpPr/>
              <p:nvPr/>
            </p:nvSpPr>
            <p:spPr>
              <a:xfrm>
                <a:off x="5533247" y="4184261"/>
                <a:ext cx="165878" cy="165878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b="1"/>
              </a:p>
            </p:txBody>
          </p: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4584E02F-0831-DCCA-7986-8335AD046AB1}"/>
                  </a:ext>
                </a:extLst>
              </p:cNvPr>
              <p:cNvSpPr/>
              <p:nvPr/>
            </p:nvSpPr>
            <p:spPr>
              <a:xfrm>
                <a:off x="5533247" y="3795240"/>
                <a:ext cx="165878" cy="165878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b="1"/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9F9C0A3E-003B-A4D3-119B-E1CABFDF268D}"/>
                  </a:ext>
                </a:extLst>
              </p:cNvPr>
              <p:cNvSpPr/>
              <p:nvPr/>
            </p:nvSpPr>
            <p:spPr>
              <a:xfrm>
                <a:off x="5533247" y="4573283"/>
                <a:ext cx="165878" cy="165878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b="1"/>
              </a:p>
            </p:txBody>
          </p:sp>
        </p:grp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57E47425-1914-E283-0AC8-72DFE2C4422F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6234175" y="975805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767786A6-985C-55ED-2085-5FEBF2DF632A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5904116" y="602659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87D77901-4488-5427-E6CA-8A1566F9AE22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6011259" y="1045604"/>
              <a:ext cx="0" cy="1297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B6BD2A78-5A3F-C684-1B34-7E64E2652E0F}"/>
              </a:ext>
            </a:extLst>
          </p:cNvPr>
          <p:cNvGrpSpPr/>
          <p:nvPr/>
        </p:nvGrpSpPr>
        <p:grpSpPr>
          <a:xfrm>
            <a:off x="6575768" y="4037030"/>
            <a:ext cx="401352" cy="689035"/>
            <a:chOff x="5904116" y="602659"/>
            <a:chExt cx="401352" cy="689035"/>
          </a:xfrm>
        </p:grpSpPr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288F4182-E662-1943-60F7-8D2D5D57E8DE}"/>
                </a:ext>
              </a:extLst>
            </p:cNvPr>
            <p:cNvGrpSpPr/>
            <p:nvPr/>
          </p:nvGrpSpPr>
          <p:grpSpPr>
            <a:xfrm rot="1800000">
              <a:off x="5925482" y="717135"/>
              <a:ext cx="379986" cy="323380"/>
              <a:chOff x="5486512" y="3748505"/>
              <a:chExt cx="1218976" cy="1037391"/>
            </a:xfrm>
          </p:grpSpPr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5EC9F25F-D78E-13E4-F685-65680C3052AA}"/>
                  </a:ext>
                </a:extLst>
              </p:cNvPr>
              <p:cNvSpPr/>
              <p:nvPr/>
            </p:nvSpPr>
            <p:spPr>
              <a:xfrm>
                <a:off x="5486512" y="3748505"/>
                <a:ext cx="259348" cy="259348"/>
              </a:xfrm>
              <a:custGeom>
                <a:avLst/>
                <a:gdLst>
                  <a:gd name="connsiteX0" fmla="*/ 685800 w 1371600"/>
                  <a:gd name="connsiteY0" fmla="*/ 0 h 1371600"/>
                  <a:gd name="connsiteX1" fmla="*/ 200881 w 1371600"/>
                  <a:gd name="connsiteY1" fmla="*/ 200881 h 1371600"/>
                  <a:gd name="connsiteX2" fmla="*/ 0 w 1371600"/>
                  <a:gd name="connsiteY2" fmla="*/ 685800 h 1371600"/>
                  <a:gd name="connsiteX3" fmla="*/ 200881 w 1371600"/>
                  <a:gd name="connsiteY3" fmla="*/ 1170719 h 1371600"/>
                  <a:gd name="connsiteX4" fmla="*/ 685800 w 1371600"/>
                  <a:gd name="connsiteY4" fmla="*/ 1371600 h 1371600"/>
                  <a:gd name="connsiteX5" fmla="*/ 1170719 w 1371600"/>
                  <a:gd name="connsiteY5" fmla="*/ 1170719 h 1371600"/>
                  <a:gd name="connsiteX6" fmla="*/ 1371600 w 1371600"/>
                  <a:gd name="connsiteY6" fmla="*/ 685800 h 1371600"/>
                  <a:gd name="connsiteX7" fmla="*/ 1170533 w 1371600"/>
                  <a:gd name="connsiteY7" fmla="*/ 201067 h 1371600"/>
                  <a:gd name="connsiteX8" fmla="*/ 685800 w 1371600"/>
                  <a:gd name="connsiteY8" fmla="*/ 0 h 1371600"/>
                  <a:gd name="connsiteX9" fmla="*/ 685800 w 1371600"/>
                  <a:gd name="connsiteY9" fmla="*/ 1097280 h 1371600"/>
                  <a:gd name="connsiteX10" fmla="*/ 394835 w 1371600"/>
                  <a:gd name="connsiteY10" fmla="*/ 976765 h 1371600"/>
                  <a:gd name="connsiteX11" fmla="*/ 274320 w 1371600"/>
                  <a:gd name="connsiteY11" fmla="*/ 685800 h 1371600"/>
                  <a:gd name="connsiteX12" fmla="*/ 394835 w 1371600"/>
                  <a:gd name="connsiteY12" fmla="*/ 394835 h 1371600"/>
                  <a:gd name="connsiteX13" fmla="*/ 685800 w 1371600"/>
                  <a:gd name="connsiteY13" fmla="*/ 274320 h 1371600"/>
                  <a:gd name="connsiteX14" fmla="*/ 976765 w 1371600"/>
                  <a:gd name="connsiteY14" fmla="*/ 394835 h 1371600"/>
                  <a:gd name="connsiteX15" fmla="*/ 1097280 w 1371600"/>
                  <a:gd name="connsiteY15" fmla="*/ 685800 h 1371600"/>
                  <a:gd name="connsiteX16" fmla="*/ 976618 w 1371600"/>
                  <a:gd name="connsiteY16" fmla="*/ 976618 h 1371600"/>
                  <a:gd name="connsiteX17" fmla="*/ 685800 w 1371600"/>
                  <a:gd name="connsiteY17" fmla="*/ 1097280 h 1371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371600" h="1371600">
                    <a:moveTo>
                      <a:pt x="685800" y="0"/>
                    </a:moveTo>
                    <a:cubicBezTo>
                      <a:pt x="503906" y="0"/>
                      <a:pt x="329468" y="72254"/>
                      <a:pt x="200881" y="200881"/>
                    </a:cubicBezTo>
                    <a:cubicBezTo>
                      <a:pt x="72254" y="329468"/>
                      <a:pt x="0" y="503906"/>
                      <a:pt x="0" y="685800"/>
                    </a:cubicBezTo>
                    <a:cubicBezTo>
                      <a:pt x="0" y="867694"/>
                      <a:pt x="72254" y="1042132"/>
                      <a:pt x="200881" y="1170719"/>
                    </a:cubicBezTo>
                    <a:cubicBezTo>
                      <a:pt x="329468" y="1299346"/>
                      <a:pt x="503906" y="1371600"/>
                      <a:pt x="685800" y="1371600"/>
                    </a:cubicBezTo>
                    <a:cubicBezTo>
                      <a:pt x="867694" y="1371600"/>
                      <a:pt x="1042132" y="1299346"/>
                      <a:pt x="1170719" y="1170719"/>
                    </a:cubicBezTo>
                    <a:cubicBezTo>
                      <a:pt x="1299346" y="1042132"/>
                      <a:pt x="1371600" y="867694"/>
                      <a:pt x="1371600" y="685800"/>
                    </a:cubicBezTo>
                    <a:cubicBezTo>
                      <a:pt x="1371404" y="503975"/>
                      <a:pt x="1299082" y="329654"/>
                      <a:pt x="1170533" y="201067"/>
                    </a:cubicBezTo>
                    <a:cubicBezTo>
                      <a:pt x="1041946" y="72518"/>
                      <a:pt x="867625" y="186"/>
                      <a:pt x="685800" y="0"/>
                    </a:cubicBezTo>
                    <a:close/>
                    <a:moveTo>
                      <a:pt x="685800" y="1097280"/>
                    </a:moveTo>
                    <a:cubicBezTo>
                      <a:pt x="576650" y="1097280"/>
                      <a:pt x="472026" y="1053918"/>
                      <a:pt x="394835" y="976765"/>
                    </a:cubicBezTo>
                    <a:cubicBezTo>
                      <a:pt x="317682" y="899575"/>
                      <a:pt x="274320" y="794911"/>
                      <a:pt x="274320" y="685800"/>
                    </a:cubicBezTo>
                    <a:cubicBezTo>
                      <a:pt x="274320" y="576650"/>
                      <a:pt x="317680" y="471987"/>
                      <a:pt x="394835" y="394835"/>
                    </a:cubicBezTo>
                    <a:cubicBezTo>
                      <a:pt x="472025" y="317682"/>
                      <a:pt x="576689" y="274320"/>
                      <a:pt x="685800" y="274320"/>
                    </a:cubicBezTo>
                    <a:cubicBezTo>
                      <a:pt x="794950" y="274320"/>
                      <a:pt x="899613" y="317680"/>
                      <a:pt x="976765" y="394835"/>
                    </a:cubicBezTo>
                    <a:cubicBezTo>
                      <a:pt x="1053918" y="472025"/>
                      <a:pt x="1097280" y="576660"/>
                      <a:pt x="1097280" y="685800"/>
                    </a:cubicBezTo>
                    <a:cubicBezTo>
                      <a:pt x="1097163" y="794911"/>
                      <a:pt x="1053771" y="899495"/>
                      <a:pt x="976618" y="976618"/>
                    </a:cubicBezTo>
                    <a:cubicBezTo>
                      <a:pt x="899505" y="1053771"/>
                      <a:pt x="794911" y="1097172"/>
                      <a:pt x="685800" y="1097280"/>
                    </a:cubicBezTo>
                    <a:close/>
                  </a:path>
                </a:pathLst>
              </a:custGeom>
              <a:solidFill>
                <a:schemeClr val="tx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 b="1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3E11F2EB-C118-177A-B594-046639524E4E}"/>
                  </a:ext>
                </a:extLst>
              </p:cNvPr>
              <p:cNvSpPr/>
              <p:nvPr/>
            </p:nvSpPr>
            <p:spPr>
              <a:xfrm>
                <a:off x="5875533" y="3852244"/>
                <a:ext cx="829912" cy="51870"/>
              </a:xfrm>
              <a:custGeom>
                <a:avLst/>
                <a:gdLst>
                  <a:gd name="connsiteX0" fmla="*/ 137160 w 4389120"/>
                  <a:gd name="connsiteY0" fmla="*/ 274320 h 274320"/>
                  <a:gd name="connsiteX1" fmla="*/ 4251960 w 4389120"/>
                  <a:gd name="connsiteY1" fmla="*/ 274320 h 274320"/>
                  <a:gd name="connsiteX2" fmla="*/ 4389120 w 4389120"/>
                  <a:gd name="connsiteY2" fmla="*/ 137160 h 274320"/>
                  <a:gd name="connsiteX3" fmla="*/ 4251960 w 4389120"/>
                  <a:gd name="connsiteY3" fmla="*/ 0 h 274320"/>
                  <a:gd name="connsiteX4" fmla="*/ 137160 w 4389120"/>
                  <a:gd name="connsiteY4" fmla="*/ 0 h 274320"/>
                  <a:gd name="connsiteX5" fmla="*/ 0 w 4389120"/>
                  <a:gd name="connsiteY5" fmla="*/ 137160 h 274320"/>
                  <a:gd name="connsiteX6" fmla="*/ 137160 w 4389120"/>
                  <a:gd name="connsiteY6" fmla="*/ 274320 h 2743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389120" h="274320">
                    <a:moveTo>
                      <a:pt x="137160" y="274320"/>
                    </a:moveTo>
                    <a:lnTo>
                      <a:pt x="4251960" y="274320"/>
                    </a:lnTo>
                    <a:cubicBezTo>
                      <a:pt x="4327702" y="274320"/>
                      <a:pt x="4389120" y="212897"/>
                      <a:pt x="4389120" y="137160"/>
                    </a:cubicBezTo>
                    <a:cubicBezTo>
                      <a:pt x="4389120" y="61423"/>
                      <a:pt x="4327702" y="0"/>
                      <a:pt x="4251960" y="0"/>
                    </a:cubicBezTo>
                    <a:lnTo>
                      <a:pt x="137160" y="0"/>
                    </a:lnTo>
                    <a:cubicBezTo>
                      <a:pt x="61428" y="0"/>
                      <a:pt x="0" y="61423"/>
                      <a:pt x="0" y="137160"/>
                    </a:cubicBezTo>
                    <a:cubicBezTo>
                      <a:pt x="0" y="212897"/>
                      <a:pt x="61428" y="274320"/>
                      <a:pt x="137160" y="274320"/>
                    </a:cubicBezTo>
                    <a:close/>
                  </a:path>
                </a:pathLst>
              </a:custGeom>
              <a:solidFill>
                <a:schemeClr val="tx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 b="1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60E1CF61-2828-4D78-6F58-9345A366AD47}"/>
                  </a:ext>
                </a:extLst>
              </p:cNvPr>
              <p:cNvSpPr/>
              <p:nvPr/>
            </p:nvSpPr>
            <p:spPr>
              <a:xfrm>
                <a:off x="5486512" y="4137526"/>
                <a:ext cx="259348" cy="259348"/>
              </a:xfrm>
              <a:custGeom>
                <a:avLst/>
                <a:gdLst>
                  <a:gd name="connsiteX0" fmla="*/ 685800 w 1371600"/>
                  <a:gd name="connsiteY0" fmla="*/ 0 h 1371600"/>
                  <a:gd name="connsiteX1" fmla="*/ 200881 w 1371600"/>
                  <a:gd name="connsiteY1" fmla="*/ 200881 h 1371600"/>
                  <a:gd name="connsiteX2" fmla="*/ 0 w 1371600"/>
                  <a:gd name="connsiteY2" fmla="*/ 685800 h 1371600"/>
                  <a:gd name="connsiteX3" fmla="*/ 200881 w 1371600"/>
                  <a:gd name="connsiteY3" fmla="*/ 1170719 h 1371600"/>
                  <a:gd name="connsiteX4" fmla="*/ 685800 w 1371600"/>
                  <a:gd name="connsiteY4" fmla="*/ 1371600 h 1371600"/>
                  <a:gd name="connsiteX5" fmla="*/ 1170719 w 1371600"/>
                  <a:gd name="connsiteY5" fmla="*/ 1170719 h 1371600"/>
                  <a:gd name="connsiteX6" fmla="*/ 1371600 w 1371600"/>
                  <a:gd name="connsiteY6" fmla="*/ 685800 h 1371600"/>
                  <a:gd name="connsiteX7" fmla="*/ 1170533 w 1371600"/>
                  <a:gd name="connsiteY7" fmla="*/ 201067 h 1371600"/>
                  <a:gd name="connsiteX8" fmla="*/ 685800 w 1371600"/>
                  <a:gd name="connsiteY8" fmla="*/ 0 h 1371600"/>
                  <a:gd name="connsiteX9" fmla="*/ 685800 w 1371600"/>
                  <a:gd name="connsiteY9" fmla="*/ 1097280 h 1371600"/>
                  <a:gd name="connsiteX10" fmla="*/ 394835 w 1371600"/>
                  <a:gd name="connsiteY10" fmla="*/ 976765 h 1371600"/>
                  <a:gd name="connsiteX11" fmla="*/ 274320 w 1371600"/>
                  <a:gd name="connsiteY11" fmla="*/ 685800 h 1371600"/>
                  <a:gd name="connsiteX12" fmla="*/ 394835 w 1371600"/>
                  <a:gd name="connsiteY12" fmla="*/ 394835 h 1371600"/>
                  <a:gd name="connsiteX13" fmla="*/ 685800 w 1371600"/>
                  <a:gd name="connsiteY13" fmla="*/ 274320 h 1371600"/>
                  <a:gd name="connsiteX14" fmla="*/ 976765 w 1371600"/>
                  <a:gd name="connsiteY14" fmla="*/ 394835 h 1371600"/>
                  <a:gd name="connsiteX15" fmla="*/ 1097280 w 1371600"/>
                  <a:gd name="connsiteY15" fmla="*/ 685800 h 1371600"/>
                  <a:gd name="connsiteX16" fmla="*/ 976618 w 1371600"/>
                  <a:gd name="connsiteY16" fmla="*/ 976618 h 1371600"/>
                  <a:gd name="connsiteX17" fmla="*/ 685800 w 1371600"/>
                  <a:gd name="connsiteY17" fmla="*/ 1097280 h 1371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371600" h="1371600">
                    <a:moveTo>
                      <a:pt x="685800" y="0"/>
                    </a:moveTo>
                    <a:cubicBezTo>
                      <a:pt x="503906" y="0"/>
                      <a:pt x="329468" y="72254"/>
                      <a:pt x="200881" y="200881"/>
                    </a:cubicBezTo>
                    <a:cubicBezTo>
                      <a:pt x="72254" y="329468"/>
                      <a:pt x="0" y="503906"/>
                      <a:pt x="0" y="685800"/>
                    </a:cubicBezTo>
                    <a:cubicBezTo>
                      <a:pt x="0" y="867694"/>
                      <a:pt x="72254" y="1042132"/>
                      <a:pt x="200881" y="1170719"/>
                    </a:cubicBezTo>
                    <a:cubicBezTo>
                      <a:pt x="329468" y="1299346"/>
                      <a:pt x="503906" y="1371600"/>
                      <a:pt x="685800" y="1371600"/>
                    </a:cubicBezTo>
                    <a:cubicBezTo>
                      <a:pt x="867694" y="1371600"/>
                      <a:pt x="1042132" y="1299346"/>
                      <a:pt x="1170719" y="1170719"/>
                    </a:cubicBezTo>
                    <a:cubicBezTo>
                      <a:pt x="1299346" y="1042132"/>
                      <a:pt x="1371600" y="867694"/>
                      <a:pt x="1371600" y="685800"/>
                    </a:cubicBezTo>
                    <a:cubicBezTo>
                      <a:pt x="1371404" y="503975"/>
                      <a:pt x="1299082" y="329654"/>
                      <a:pt x="1170533" y="201067"/>
                    </a:cubicBezTo>
                    <a:cubicBezTo>
                      <a:pt x="1041946" y="72518"/>
                      <a:pt x="867625" y="186"/>
                      <a:pt x="685800" y="0"/>
                    </a:cubicBezTo>
                    <a:close/>
                    <a:moveTo>
                      <a:pt x="685800" y="1097280"/>
                    </a:moveTo>
                    <a:cubicBezTo>
                      <a:pt x="576650" y="1097280"/>
                      <a:pt x="472026" y="1053918"/>
                      <a:pt x="394835" y="976765"/>
                    </a:cubicBezTo>
                    <a:cubicBezTo>
                      <a:pt x="317682" y="899574"/>
                      <a:pt x="274320" y="794940"/>
                      <a:pt x="274320" y="685800"/>
                    </a:cubicBezTo>
                    <a:cubicBezTo>
                      <a:pt x="274320" y="576660"/>
                      <a:pt x="317680" y="472026"/>
                      <a:pt x="394835" y="394835"/>
                    </a:cubicBezTo>
                    <a:cubicBezTo>
                      <a:pt x="472025" y="317682"/>
                      <a:pt x="576660" y="274320"/>
                      <a:pt x="685800" y="274320"/>
                    </a:cubicBezTo>
                    <a:cubicBezTo>
                      <a:pt x="794940" y="274320"/>
                      <a:pt x="899574" y="317682"/>
                      <a:pt x="976765" y="394835"/>
                    </a:cubicBezTo>
                    <a:cubicBezTo>
                      <a:pt x="1053918" y="471987"/>
                      <a:pt x="1097280" y="576660"/>
                      <a:pt x="1097280" y="685800"/>
                    </a:cubicBezTo>
                    <a:cubicBezTo>
                      <a:pt x="1097163" y="794911"/>
                      <a:pt x="1053771" y="899495"/>
                      <a:pt x="976618" y="976618"/>
                    </a:cubicBezTo>
                    <a:cubicBezTo>
                      <a:pt x="899505" y="1053771"/>
                      <a:pt x="794911" y="1097172"/>
                      <a:pt x="685800" y="1097280"/>
                    </a:cubicBezTo>
                    <a:close/>
                  </a:path>
                </a:pathLst>
              </a:custGeom>
              <a:solidFill>
                <a:schemeClr val="tx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 b="1"/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1F77B0D3-4642-8EAB-675B-28B2FF17FFD9}"/>
                  </a:ext>
                </a:extLst>
              </p:cNvPr>
              <p:cNvSpPr/>
              <p:nvPr/>
            </p:nvSpPr>
            <p:spPr>
              <a:xfrm>
                <a:off x="5875533" y="4241265"/>
                <a:ext cx="829912" cy="51870"/>
              </a:xfrm>
              <a:custGeom>
                <a:avLst/>
                <a:gdLst>
                  <a:gd name="connsiteX0" fmla="*/ 4251960 w 4389120"/>
                  <a:gd name="connsiteY0" fmla="*/ 0 h 274320"/>
                  <a:gd name="connsiteX1" fmla="*/ 137160 w 4389120"/>
                  <a:gd name="connsiteY1" fmla="*/ 0 h 274320"/>
                  <a:gd name="connsiteX2" fmla="*/ 0 w 4389120"/>
                  <a:gd name="connsiteY2" fmla="*/ 137160 h 274320"/>
                  <a:gd name="connsiteX3" fmla="*/ 137160 w 4389120"/>
                  <a:gd name="connsiteY3" fmla="*/ 274320 h 274320"/>
                  <a:gd name="connsiteX4" fmla="*/ 4251960 w 4389120"/>
                  <a:gd name="connsiteY4" fmla="*/ 274320 h 274320"/>
                  <a:gd name="connsiteX5" fmla="*/ 4389120 w 4389120"/>
                  <a:gd name="connsiteY5" fmla="*/ 137160 h 274320"/>
                  <a:gd name="connsiteX6" fmla="*/ 4251960 w 4389120"/>
                  <a:gd name="connsiteY6" fmla="*/ 0 h 2743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389120" h="274320">
                    <a:moveTo>
                      <a:pt x="4251960" y="0"/>
                    </a:moveTo>
                    <a:lnTo>
                      <a:pt x="137160" y="0"/>
                    </a:lnTo>
                    <a:cubicBezTo>
                      <a:pt x="61428" y="0"/>
                      <a:pt x="0" y="61428"/>
                      <a:pt x="0" y="137160"/>
                    </a:cubicBezTo>
                    <a:cubicBezTo>
                      <a:pt x="0" y="212892"/>
                      <a:pt x="61428" y="274320"/>
                      <a:pt x="137160" y="274320"/>
                    </a:cubicBezTo>
                    <a:lnTo>
                      <a:pt x="4251960" y="274320"/>
                    </a:lnTo>
                    <a:cubicBezTo>
                      <a:pt x="4327702" y="274320"/>
                      <a:pt x="4389120" y="212892"/>
                      <a:pt x="4389120" y="137160"/>
                    </a:cubicBezTo>
                    <a:cubicBezTo>
                      <a:pt x="4389120" y="61428"/>
                      <a:pt x="4327702" y="0"/>
                      <a:pt x="4251960" y="0"/>
                    </a:cubicBezTo>
                    <a:close/>
                  </a:path>
                </a:pathLst>
              </a:custGeom>
              <a:solidFill>
                <a:schemeClr val="tx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 b="1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24A5556B-06A1-2ADA-D6AE-4A16AC176E7C}"/>
                  </a:ext>
                </a:extLst>
              </p:cNvPr>
              <p:cNvSpPr/>
              <p:nvPr/>
            </p:nvSpPr>
            <p:spPr>
              <a:xfrm>
                <a:off x="5486512" y="4526548"/>
                <a:ext cx="259348" cy="259348"/>
              </a:xfrm>
              <a:custGeom>
                <a:avLst/>
                <a:gdLst>
                  <a:gd name="connsiteX0" fmla="*/ 685800 w 1371600"/>
                  <a:gd name="connsiteY0" fmla="*/ 0 h 1371600"/>
                  <a:gd name="connsiteX1" fmla="*/ 200881 w 1371600"/>
                  <a:gd name="connsiteY1" fmla="*/ 200881 h 1371600"/>
                  <a:gd name="connsiteX2" fmla="*/ 0 w 1371600"/>
                  <a:gd name="connsiteY2" fmla="*/ 685800 h 1371600"/>
                  <a:gd name="connsiteX3" fmla="*/ 200881 w 1371600"/>
                  <a:gd name="connsiteY3" fmla="*/ 1170719 h 1371600"/>
                  <a:gd name="connsiteX4" fmla="*/ 685800 w 1371600"/>
                  <a:gd name="connsiteY4" fmla="*/ 1371600 h 1371600"/>
                  <a:gd name="connsiteX5" fmla="*/ 1170719 w 1371600"/>
                  <a:gd name="connsiteY5" fmla="*/ 1170719 h 1371600"/>
                  <a:gd name="connsiteX6" fmla="*/ 1371600 w 1371600"/>
                  <a:gd name="connsiteY6" fmla="*/ 685800 h 1371600"/>
                  <a:gd name="connsiteX7" fmla="*/ 1170533 w 1371600"/>
                  <a:gd name="connsiteY7" fmla="*/ 201067 h 1371600"/>
                  <a:gd name="connsiteX8" fmla="*/ 685800 w 1371600"/>
                  <a:gd name="connsiteY8" fmla="*/ 0 h 1371600"/>
                  <a:gd name="connsiteX9" fmla="*/ 685800 w 1371600"/>
                  <a:gd name="connsiteY9" fmla="*/ 1097280 h 1371600"/>
                  <a:gd name="connsiteX10" fmla="*/ 394835 w 1371600"/>
                  <a:gd name="connsiteY10" fmla="*/ 976765 h 1371600"/>
                  <a:gd name="connsiteX11" fmla="*/ 274320 w 1371600"/>
                  <a:gd name="connsiteY11" fmla="*/ 685800 h 1371600"/>
                  <a:gd name="connsiteX12" fmla="*/ 394835 w 1371600"/>
                  <a:gd name="connsiteY12" fmla="*/ 394835 h 1371600"/>
                  <a:gd name="connsiteX13" fmla="*/ 685800 w 1371600"/>
                  <a:gd name="connsiteY13" fmla="*/ 274320 h 1371600"/>
                  <a:gd name="connsiteX14" fmla="*/ 976765 w 1371600"/>
                  <a:gd name="connsiteY14" fmla="*/ 394835 h 1371600"/>
                  <a:gd name="connsiteX15" fmla="*/ 1097280 w 1371600"/>
                  <a:gd name="connsiteY15" fmla="*/ 685800 h 1371600"/>
                  <a:gd name="connsiteX16" fmla="*/ 976618 w 1371600"/>
                  <a:gd name="connsiteY16" fmla="*/ 976619 h 1371600"/>
                  <a:gd name="connsiteX17" fmla="*/ 685800 w 1371600"/>
                  <a:gd name="connsiteY17" fmla="*/ 1097280 h 1371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371600" h="1371600">
                    <a:moveTo>
                      <a:pt x="685800" y="0"/>
                    </a:moveTo>
                    <a:cubicBezTo>
                      <a:pt x="503906" y="0"/>
                      <a:pt x="329468" y="72254"/>
                      <a:pt x="200881" y="200881"/>
                    </a:cubicBezTo>
                    <a:cubicBezTo>
                      <a:pt x="72254" y="329468"/>
                      <a:pt x="0" y="503906"/>
                      <a:pt x="0" y="685800"/>
                    </a:cubicBezTo>
                    <a:cubicBezTo>
                      <a:pt x="0" y="867694"/>
                      <a:pt x="72254" y="1042132"/>
                      <a:pt x="200881" y="1170719"/>
                    </a:cubicBezTo>
                    <a:cubicBezTo>
                      <a:pt x="329468" y="1299346"/>
                      <a:pt x="503906" y="1371600"/>
                      <a:pt x="685800" y="1371600"/>
                    </a:cubicBezTo>
                    <a:cubicBezTo>
                      <a:pt x="867694" y="1371600"/>
                      <a:pt x="1042132" y="1299346"/>
                      <a:pt x="1170719" y="1170719"/>
                    </a:cubicBezTo>
                    <a:cubicBezTo>
                      <a:pt x="1299346" y="1042132"/>
                      <a:pt x="1371600" y="867694"/>
                      <a:pt x="1371600" y="685800"/>
                    </a:cubicBezTo>
                    <a:cubicBezTo>
                      <a:pt x="1371404" y="503975"/>
                      <a:pt x="1299082" y="329654"/>
                      <a:pt x="1170533" y="201067"/>
                    </a:cubicBezTo>
                    <a:cubicBezTo>
                      <a:pt x="1041946" y="72519"/>
                      <a:pt x="867625" y="186"/>
                      <a:pt x="685800" y="0"/>
                    </a:cubicBezTo>
                    <a:close/>
                    <a:moveTo>
                      <a:pt x="685800" y="1097280"/>
                    </a:moveTo>
                    <a:cubicBezTo>
                      <a:pt x="576650" y="1097280"/>
                      <a:pt x="472026" y="1053918"/>
                      <a:pt x="394835" y="976765"/>
                    </a:cubicBezTo>
                    <a:cubicBezTo>
                      <a:pt x="317682" y="899574"/>
                      <a:pt x="274320" y="794940"/>
                      <a:pt x="274320" y="685800"/>
                    </a:cubicBezTo>
                    <a:cubicBezTo>
                      <a:pt x="274320" y="576660"/>
                      <a:pt x="317680" y="472026"/>
                      <a:pt x="394835" y="394835"/>
                    </a:cubicBezTo>
                    <a:cubicBezTo>
                      <a:pt x="472025" y="317682"/>
                      <a:pt x="576660" y="274320"/>
                      <a:pt x="685800" y="274320"/>
                    </a:cubicBezTo>
                    <a:cubicBezTo>
                      <a:pt x="794940" y="274320"/>
                      <a:pt x="899574" y="317682"/>
                      <a:pt x="976765" y="394835"/>
                    </a:cubicBezTo>
                    <a:cubicBezTo>
                      <a:pt x="1053918" y="472026"/>
                      <a:pt x="1097280" y="576660"/>
                      <a:pt x="1097280" y="685800"/>
                    </a:cubicBezTo>
                    <a:cubicBezTo>
                      <a:pt x="1097163" y="794911"/>
                      <a:pt x="1053771" y="899495"/>
                      <a:pt x="976618" y="976619"/>
                    </a:cubicBezTo>
                    <a:cubicBezTo>
                      <a:pt x="899505" y="1053771"/>
                      <a:pt x="794911" y="1097172"/>
                      <a:pt x="685800" y="1097280"/>
                    </a:cubicBezTo>
                    <a:close/>
                  </a:path>
                </a:pathLst>
              </a:custGeom>
              <a:solidFill>
                <a:schemeClr val="tx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 b="1"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4143B3C8-049D-AA36-9AC3-01B3FB5E08B4}"/>
                  </a:ext>
                </a:extLst>
              </p:cNvPr>
              <p:cNvSpPr/>
              <p:nvPr/>
            </p:nvSpPr>
            <p:spPr>
              <a:xfrm>
                <a:off x="5875576" y="4630286"/>
                <a:ext cx="829912" cy="51870"/>
              </a:xfrm>
              <a:custGeom>
                <a:avLst/>
                <a:gdLst>
                  <a:gd name="connsiteX0" fmla="*/ 4251735 w 4389120"/>
                  <a:gd name="connsiteY0" fmla="*/ 0 h 274320"/>
                  <a:gd name="connsiteX1" fmla="*/ 136935 w 4389120"/>
                  <a:gd name="connsiteY1" fmla="*/ 0 h 274320"/>
                  <a:gd name="connsiteX2" fmla="*/ 0 w 4389120"/>
                  <a:gd name="connsiteY2" fmla="*/ 137160 h 274320"/>
                  <a:gd name="connsiteX3" fmla="*/ 136935 w 4389120"/>
                  <a:gd name="connsiteY3" fmla="*/ 274320 h 274320"/>
                  <a:gd name="connsiteX4" fmla="*/ 4251735 w 4389120"/>
                  <a:gd name="connsiteY4" fmla="*/ 274320 h 274320"/>
                  <a:gd name="connsiteX5" fmla="*/ 4348864 w 4389120"/>
                  <a:gd name="connsiteY5" fmla="*/ 234211 h 274320"/>
                  <a:gd name="connsiteX6" fmla="*/ 4389120 w 4389120"/>
                  <a:gd name="connsiteY6" fmla="*/ 137160 h 274320"/>
                  <a:gd name="connsiteX7" fmla="*/ 4348864 w 4389120"/>
                  <a:gd name="connsiteY7" fmla="*/ 40071 h 274320"/>
                  <a:gd name="connsiteX8" fmla="*/ 4251735 w 4389120"/>
                  <a:gd name="connsiteY8" fmla="*/ 0 h 2743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389120" h="274320">
                    <a:moveTo>
                      <a:pt x="4251735" y="0"/>
                    </a:moveTo>
                    <a:lnTo>
                      <a:pt x="136935" y="0"/>
                    </a:lnTo>
                    <a:cubicBezTo>
                      <a:pt x="61271" y="118"/>
                      <a:pt x="0" y="61497"/>
                      <a:pt x="0" y="137160"/>
                    </a:cubicBezTo>
                    <a:cubicBezTo>
                      <a:pt x="0" y="212824"/>
                      <a:pt x="61271" y="274164"/>
                      <a:pt x="136935" y="274320"/>
                    </a:cubicBezTo>
                    <a:lnTo>
                      <a:pt x="4251735" y="274320"/>
                    </a:lnTo>
                    <a:cubicBezTo>
                      <a:pt x="4288170" y="274359"/>
                      <a:pt x="4323107" y="259968"/>
                      <a:pt x="4348864" y="234211"/>
                    </a:cubicBezTo>
                    <a:cubicBezTo>
                      <a:pt x="4374660" y="208493"/>
                      <a:pt x="4389120" y="173557"/>
                      <a:pt x="4389120" y="137160"/>
                    </a:cubicBezTo>
                    <a:cubicBezTo>
                      <a:pt x="4389120" y="100725"/>
                      <a:pt x="4374660" y="65827"/>
                      <a:pt x="4348864" y="40071"/>
                    </a:cubicBezTo>
                    <a:cubicBezTo>
                      <a:pt x="4323107" y="14353"/>
                      <a:pt x="4288170" y="-78"/>
                      <a:pt x="4251735" y="0"/>
                    </a:cubicBezTo>
                    <a:close/>
                  </a:path>
                </a:pathLst>
              </a:custGeom>
              <a:solidFill>
                <a:schemeClr val="tx1"/>
              </a:solidFill>
              <a:ln w="979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 b="1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7E8E4585-A36C-C7A3-3A5B-8E2CE2993E01}"/>
                  </a:ext>
                </a:extLst>
              </p:cNvPr>
              <p:cNvSpPr/>
              <p:nvPr/>
            </p:nvSpPr>
            <p:spPr>
              <a:xfrm>
                <a:off x="5533247" y="4184261"/>
                <a:ext cx="165878" cy="165878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b="1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CAD602B7-AEE0-D669-4456-23091F306A75}"/>
                  </a:ext>
                </a:extLst>
              </p:cNvPr>
              <p:cNvSpPr/>
              <p:nvPr/>
            </p:nvSpPr>
            <p:spPr>
              <a:xfrm>
                <a:off x="5533247" y="3795240"/>
                <a:ext cx="165878" cy="165878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b="1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9B088431-CBD0-4661-808F-CB01B74F158F}"/>
                  </a:ext>
                </a:extLst>
              </p:cNvPr>
              <p:cNvSpPr/>
              <p:nvPr/>
            </p:nvSpPr>
            <p:spPr>
              <a:xfrm>
                <a:off x="5533247" y="4573283"/>
                <a:ext cx="165878" cy="165878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 b="1"/>
              </a:p>
            </p:txBody>
          </p:sp>
        </p:grp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C1F24D96-8E95-9C73-9002-C4E29892A75F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6234175" y="975805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6F13651F-B886-2B4C-CF36-97ABE2BE8295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5904116" y="602659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82FA28FF-5E48-34D5-EED9-10CDA9D3259E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6011259" y="1045604"/>
              <a:ext cx="0" cy="1297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855078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EA6C3BC-6DC3-67E8-2DD5-6E2E8C71A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300" dirty="0"/>
              <a:t>Project Objectives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1C168AE-0351-93C9-FFEF-9611C39B159D}"/>
              </a:ext>
            </a:extLst>
          </p:cNvPr>
          <p:cNvGrpSpPr/>
          <p:nvPr/>
        </p:nvGrpSpPr>
        <p:grpSpPr>
          <a:xfrm>
            <a:off x="802594" y="2249182"/>
            <a:ext cx="10777510" cy="633789"/>
            <a:chOff x="793541" y="3018630"/>
            <a:chExt cx="10777510" cy="63378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8561262-AD83-66AF-B2D0-1CDD63CB9E7B}"/>
                </a:ext>
              </a:extLst>
            </p:cNvPr>
            <p:cNvSpPr/>
            <p:nvPr/>
          </p:nvSpPr>
          <p:spPr>
            <a:xfrm>
              <a:off x="1406969" y="3071059"/>
              <a:ext cx="10164082" cy="52893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spcAft>
                  <a:spcPts val="1800"/>
                </a:spcAft>
              </a:pPr>
              <a:r>
                <a:rPr lang="en-US" sz="1400" dirty="0">
                  <a:solidFill>
                    <a:schemeClr val="bg2"/>
                  </a:solidFill>
                  <a:cs typeface="Arial" panose="020B0604020202020204" pitchFamily="34" charset="0"/>
                </a:rPr>
                <a:t>Identify </a:t>
              </a:r>
              <a:r>
                <a:rPr lang="en-US" sz="1400" b="1" dirty="0">
                  <a:solidFill>
                    <a:schemeClr val="bg2"/>
                  </a:solidFill>
                  <a:cs typeface="Arial" panose="020B0604020202020204" pitchFamily="34" charset="0"/>
                </a:rPr>
                <a:t>inventory turnover and stockout risks</a:t>
              </a:r>
              <a:endParaRPr lang="en-GB" sz="1400" b="1" dirty="0">
                <a:solidFill>
                  <a:schemeClr val="bg2"/>
                </a:solidFill>
                <a:cs typeface="Arial" panose="020B0604020202020204" pitchFamily="34" charset="0"/>
              </a:endParaRPr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07A31E56-173C-5A5A-67F8-7472DBCA937C}"/>
                </a:ext>
              </a:extLst>
            </p:cNvPr>
            <p:cNvGrpSpPr/>
            <p:nvPr/>
          </p:nvGrpSpPr>
          <p:grpSpPr>
            <a:xfrm>
              <a:off x="793541" y="3018630"/>
              <a:ext cx="516122" cy="633789"/>
              <a:chOff x="1238916" y="3535771"/>
              <a:chExt cx="516122" cy="633789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A8B36B7E-5738-643D-7ED3-00596F983740}"/>
                  </a:ext>
                </a:extLst>
              </p:cNvPr>
              <p:cNvGrpSpPr/>
              <p:nvPr/>
            </p:nvGrpSpPr>
            <p:grpSpPr>
              <a:xfrm rot="1800000">
                <a:off x="1329109" y="3604445"/>
                <a:ext cx="425018" cy="457992"/>
                <a:chOff x="4610100" y="1828800"/>
                <a:chExt cx="2971837" cy="3202415"/>
              </a:xfrm>
            </p:grpSpPr>
            <p:sp>
              <p:nvSpPr>
                <p:cNvPr id="14" name="Freeform: Shape 13">
                  <a:extLst>
                    <a:ext uri="{FF2B5EF4-FFF2-40B4-BE49-F238E27FC236}">
                      <a16:creationId xmlns:a16="http://schemas.microsoft.com/office/drawing/2014/main" id="{41A0BA6E-5F4E-72ED-78E4-B353180457EC}"/>
                    </a:ext>
                  </a:extLst>
                </p:cNvPr>
                <p:cNvSpPr/>
                <p:nvPr/>
              </p:nvSpPr>
              <p:spPr>
                <a:xfrm>
                  <a:off x="4610100" y="1828800"/>
                  <a:ext cx="2971837" cy="3202415"/>
                </a:xfrm>
                <a:custGeom>
                  <a:avLst/>
                  <a:gdLst>
                    <a:gd name="connsiteX0" fmla="*/ 0 w 2971837"/>
                    <a:gd name="connsiteY0" fmla="*/ 1769364 h 3202415"/>
                    <a:gd name="connsiteX1" fmla="*/ 0 w 2971837"/>
                    <a:gd name="connsiteY1" fmla="*/ 1094423 h 3202415"/>
                    <a:gd name="connsiteX2" fmla="*/ 1238 w 2971837"/>
                    <a:gd name="connsiteY2" fmla="*/ 1091660 h 3202415"/>
                    <a:gd name="connsiteX3" fmla="*/ 80010 w 2971837"/>
                    <a:gd name="connsiteY3" fmla="*/ 1028319 h 3202415"/>
                    <a:gd name="connsiteX4" fmla="*/ 630269 w 2971837"/>
                    <a:gd name="connsiteY4" fmla="*/ 1028605 h 3202415"/>
                    <a:gd name="connsiteX5" fmla="*/ 644366 w 2971837"/>
                    <a:gd name="connsiteY5" fmla="*/ 1028605 h 3202415"/>
                    <a:gd name="connsiteX6" fmla="*/ 644366 w 2971837"/>
                    <a:gd name="connsiteY6" fmla="*/ 1012888 h 3202415"/>
                    <a:gd name="connsiteX7" fmla="*/ 644462 w 2971837"/>
                    <a:gd name="connsiteY7" fmla="*/ 86678 h 3202415"/>
                    <a:gd name="connsiteX8" fmla="*/ 647510 w 2971837"/>
                    <a:gd name="connsiteY8" fmla="*/ 55912 h 3202415"/>
                    <a:gd name="connsiteX9" fmla="*/ 724090 w 2971837"/>
                    <a:gd name="connsiteY9" fmla="*/ 95 h 3202415"/>
                    <a:gd name="connsiteX10" fmla="*/ 2398871 w 2971837"/>
                    <a:gd name="connsiteY10" fmla="*/ 0 h 3202415"/>
                    <a:gd name="connsiteX11" fmla="*/ 2460974 w 2971837"/>
                    <a:gd name="connsiteY11" fmla="*/ 25718 h 3202415"/>
                    <a:gd name="connsiteX12" fmla="*/ 2944845 w 2971837"/>
                    <a:gd name="connsiteY12" fmla="*/ 509492 h 3202415"/>
                    <a:gd name="connsiteX13" fmla="*/ 2971800 w 2971837"/>
                    <a:gd name="connsiteY13" fmla="*/ 574262 h 3202415"/>
                    <a:gd name="connsiteX14" fmla="*/ 2971610 w 2971837"/>
                    <a:gd name="connsiteY14" fmla="*/ 3120295 h 3202415"/>
                    <a:gd name="connsiteX15" fmla="*/ 2971514 w 2971837"/>
                    <a:gd name="connsiteY15" fmla="*/ 3128582 h 3202415"/>
                    <a:gd name="connsiteX16" fmla="*/ 2961513 w 2971837"/>
                    <a:gd name="connsiteY16" fmla="*/ 3164015 h 3202415"/>
                    <a:gd name="connsiteX17" fmla="*/ 2890933 w 2971837"/>
                    <a:gd name="connsiteY17" fmla="*/ 3202400 h 3202415"/>
                    <a:gd name="connsiteX18" fmla="*/ 1150811 w 2971837"/>
                    <a:gd name="connsiteY18" fmla="*/ 3202400 h 3202415"/>
                    <a:gd name="connsiteX19" fmla="*/ 724090 w 2971837"/>
                    <a:gd name="connsiteY19" fmla="*/ 3202210 h 3202415"/>
                    <a:gd name="connsiteX20" fmla="*/ 692753 w 2971837"/>
                    <a:gd name="connsiteY20" fmla="*/ 3196876 h 3202415"/>
                    <a:gd name="connsiteX21" fmla="*/ 644462 w 2971837"/>
                    <a:gd name="connsiteY21" fmla="*/ 3121057 h 3202415"/>
                    <a:gd name="connsiteX22" fmla="*/ 645128 w 2971837"/>
                    <a:gd name="connsiteY22" fmla="*/ 2763870 h 3202415"/>
                    <a:gd name="connsiteX23" fmla="*/ 617982 w 2971837"/>
                    <a:gd name="connsiteY23" fmla="*/ 2711577 h 3202415"/>
                    <a:gd name="connsiteX24" fmla="*/ 327279 w 2971837"/>
                    <a:gd name="connsiteY24" fmla="*/ 2458403 h 3202415"/>
                    <a:gd name="connsiteX25" fmla="*/ 202883 w 2971837"/>
                    <a:gd name="connsiteY25" fmla="*/ 2307241 h 3202415"/>
                    <a:gd name="connsiteX26" fmla="*/ 72676 w 2971837"/>
                    <a:gd name="connsiteY26" fmla="*/ 2077974 h 3202415"/>
                    <a:gd name="connsiteX27" fmla="*/ 6477 w 2971837"/>
                    <a:gd name="connsiteY27" fmla="*/ 1833277 h 3202415"/>
                    <a:gd name="connsiteX28" fmla="*/ 191 w 2971837"/>
                    <a:gd name="connsiteY28" fmla="*/ 1769459 h 3202415"/>
                    <a:gd name="connsiteX29" fmla="*/ 795242 w 2971837"/>
                    <a:gd name="connsiteY29" fmla="*/ 1028129 h 3202415"/>
                    <a:gd name="connsiteX30" fmla="*/ 807815 w 2971837"/>
                    <a:gd name="connsiteY30" fmla="*/ 1028129 h 3202415"/>
                    <a:gd name="connsiteX31" fmla="*/ 1357027 w 2971837"/>
                    <a:gd name="connsiteY31" fmla="*/ 1028129 h 3202415"/>
                    <a:gd name="connsiteX32" fmla="*/ 1438466 w 2971837"/>
                    <a:gd name="connsiteY32" fmla="*/ 1109377 h 3202415"/>
                    <a:gd name="connsiteX33" fmla="*/ 1438466 w 2971837"/>
                    <a:gd name="connsiteY33" fmla="*/ 1737551 h 3202415"/>
                    <a:gd name="connsiteX34" fmla="*/ 1419320 w 2971837"/>
                    <a:gd name="connsiteY34" fmla="*/ 1911477 h 3202415"/>
                    <a:gd name="connsiteX35" fmla="*/ 1316260 w 2971837"/>
                    <a:gd name="connsiteY35" fmla="*/ 2180273 h 3202415"/>
                    <a:gd name="connsiteX36" fmla="*/ 1175671 w 2971837"/>
                    <a:gd name="connsiteY36" fmla="*/ 2385251 h 3202415"/>
                    <a:gd name="connsiteX37" fmla="*/ 1031748 w 2971837"/>
                    <a:gd name="connsiteY37" fmla="*/ 2538698 h 3202415"/>
                    <a:gd name="connsiteX38" fmla="*/ 801719 w 2971837"/>
                    <a:gd name="connsiteY38" fmla="*/ 2725198 h 3202415"/>
                    <a:gd name="connsiteX39" fmla="*/ 793813 w 2971837"/>
                    <a:gd name="connsiteY39" fmla="*/ 2740438 h 3202415"/>
                    <a:gd name="connsiteX40" fmla="*/ 793813 w 2971837"/>
                    <a:gd name="connsiteY40" fmla="*/ 3040475 h 3202415"/>
                    <a:gd name="connsiteX41" fmla="*/ 806672 w 2971837"/>
                    <a:gd name="connsiteY41" fmla="*/ 3052953 h 3202415"/>
                    <a:gd name="connsiteX42" fmla="*/ 2809589 w 2971837"/>
                    <a:gd name="connsiteY42" fmla="*/ 3052763 h 3202415"/>
                    <a:gd name="connsiteX43" fmla="*/ 2821686 w 2971837"/>
                    <a:gd name="connsiteY43" fmla="*/ 3052763 h 3202415"/>
                    <a:gd name="connsiteX44" fmla="*/ 2821686 w 2971837"/>
                    <a:gd name="connsiteY44" fmla="*/ 3039142 h 3202415"/>
                    <a:gd name="connsiteX45" fmla="*/ 2821686 w 2971837"/>
                    <a:gd name="connsiteY45" fmla="*/ 656082 h 3202415"/>
                    <a:gd name="connsiteX46" fmla="*/ 2807494 w 2971837"/>
                    <a:gd name="connsiteY46" fmla="*/ 642271 h 3202415"/>
                    <a:gd name="connsiteX47" fmla="*/ 2404586 w 2971837"/>
                    <a:gd name="connsiteY47" fmla="*/ 642271 h 3202415"/>
                    <a:gd name="connsiteX48" fmla="*/ 2342864 w 2971837"/>
                    <a:gd name="connsiteY48" fmla="*/ 610267 h 3202415"/>
                    <a:gd name="connsiteX49" fmla="*/ 2329434 w 2971837"/>
                    <a:gd name="connsiteY49" fmla="*/ 559118 h 3202415"/>
                    <a:gd name="connsiteX50" fmla="*/ 2329434 w 2971837"/>
                    <a:gd name="connsiteY50" fmla="*/ 164497 h 3202415"/>
                    <a:gd name="connsiteX51" fmla="*/ 2328767 w 2971837"/>
                    <a:gd name="connsiteY51" fmla="*/ 150114 h 3202415"/>
                    <a:gd name="connsiteX52" fmla="*/ 795242 w 2971837"/>
                    <a:gd name="connsiteY52" fmla="*/ 150114 h 3202415"/>
                    <a:gd name="connsiteX53" fmla="*/ 795242 w 2971837"/>
                    <a:gd name="connsiteY53" fmla="*/ 1028129 h 3202415"/>
                    <a:gd name="connsiteX54" fmla="*/ 719900 w 2971837"/>
                    <a:gd name="connsiteY54" fmla="*/ 1177576 h 3202415"/>
                    <a:gd name="connsiteX55" fmla="*/ 163354 w 2971837"/>
                    <a:gd name="connsiteY55" fmla="*/ 1177576 h 3202415"/>
                    <a:gd name="connsiteX56" fmla="*/ 149543 w 2971837"/>
                    <a:gd name="connsiteY56" fmla="*/ 1190720 h 3202415"/>
                    <a:gd name="connsiteX57" fmla="*/ 150019 w 2971837"/>
                    <a:gd name="connsiteY57" fmla="*/ 1736884 h 3202415"/>
                    <a:gd name="connsiteX58" fmla="*/ 160496 w 2971837"/>
                    <a:gd name="connsiteY58" fmla="*/ 1854422 h 3202415"/>
                    <a:gd name="connsiteX59" fmla="*/ 258318 w 2971837"/>
                    <a:gd name="connsiteY59" fmla="*/ 2120075 h 3202415"/>
                    <a:gd name="connsiteX60" fmla="*/ 442722 w 2971837"/>
                    <a:gd name="connsiteY60" fmla="*/ 2365534 h 3202415"/>
                    <a:gd name="connsiteX61" fmla="*/ 709327 w 2971837"/>
                    <a:gd name="connsiteY61" fmla="*/ 2594801 h 3202415"/>
                    <a:gd name="connsiteX62" fmla="*/ 729806 w 2971837"/>
                    <a:gd name="connsiteY62" fmla="*/ 2594324 h 3202415"/>
                    <a:gd name="connsiteX63" fmla="*/ 854393 w 2971837"/>
                    <a:gd name="connsiteY63" fmla="*/ 2498027 h 3202415"/>
                    <a:gd name="connsiteX64" fmla="*/ 1070801 w 2971837"/>
                    <a:gd name="connsiteY64" fmla="*/ 2279714 h 3202415"/>
                    <a:gd name="connsiteX65" fmla="*/ 1233107 w 2971837"/>
                    <a:gd name="connsiteY65" fmla="*/ 2010823 h 3202415"/>
                    <a:gd name="connsiteX66" fmla="*/ 1288828 w 2971837"/>
                    <a:gd name="connsiteY66" fmla="*/ 1740313 h 3202415"/>
                    <a:gd name="connsiteX67" fmla="*/ 1289018 w 2971837"/>
                    <a:gd name="connsiteY67" fmla="*/ 1191006 h 3202415"/>
                    <a:gd name="connsiteX68" fmla="*/ 1275398 w 2971837"/>
                    <a:gd name="connsiteY68" fmla="*/ 1177576 h 3202415"/>
                    <a:gd name="connsiteX69" fmla="*/ 719900 w 2971837"/>
                    <a:gd name="connsiteY69" fmla="*/ 1177576 h 3202415"/>
                    <a:gd name="connsiteX70" fmla="*/ 2480024 w 2971837"/>
                    <a:gd name="connsiteY70" fmla="*/ 492824 h 3202415"/>
                    <a:gd name="connsiteX71" fmla="*/ 2712720 w 2971837"/>
                    <a:gd name="connsiteY71" fmla="*/ 492824 h 3202415"/>
                    <a:gd name="connsiteX72" fmla="*/ 2480024 w 2971837"/>
                    <a:gd name="connsiteY72" fmla="*/ 262223 h 3202415"/>
                    <a:gd name="connsiteX73" fmla="*/ 2480024 w 2971837"/>
                    <a:gd name="connsiteY73" fmla="*/ 492824 h 32024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</a:cxnLst>
                  <a:rect l="l" t="t" r="r" b="b"/>
                  <a:pathLst>
                    <a:path w="2971837" h="3202415">
                      <a:moveTo>
                        <a:pt x="0" y="1769364"/>
                      </a:moveTo>
                      <a:cubicBezTo>
                        <a:pt x="0" y="1544384"/>
                        <a:pt x="0" y="1319403"/>
                        <a:pt x="0" y="1094423"/>
                      </a:cubicBezTo>
                      <a:cubicBezTo>
                        <a:pt x="476" y="1093470"/>
                        <a:pt x="1143" y="1092613"/>
                        <a:pt x="1238" y="1091660"/>
                      </a:cubicBezTo>
                      <a:cubicBezTo>
                        <a:pt x="6763" y="1053084"/>
                        <a:pt x="41624" y="1028129"/>
                        <a:pt x="80010" y="1028319"/>
                      </a:cubicBezTo>
                      <a:cubicBezTo>
                        <a:pt x="263462" y="1028986"/>
                        <a:pt x="446913" y="1028605"/>
                        <a:pt x="630269" y="1028605"/>
                      </a:cubicBezTo>
                      <a:lnTo>
                        <a:pt x="644366" y="1028605"/>
                      </a:lnTo>
                      <a:lnTo>
                        <a:pt x="644366" y="1012888"/>
                      </a:lnTo>
                      <a:cubicBezTo>
                        <a:pt x="644366" y="704183"/>
                        <a:pt x="644366" y="395383"/>
                        <a:pt x="644462" y="86678"/>
                      </a:cubicBezTo>
                      <a:cubicBezTo>
                        <a:pt x="644462" y="76391"/>
                        <a:pt x="644843" y="65723"/>
                        <a:pt x="647510" y="55912"/>
                      </a:cubicBezTo>
                      <a:cubicBezTo>
                        <a:pt x="656939" y="20669"/>
                        <a:pt x="685800" y="95"/>
                        <a:pt x="724090" y="95"/>
                      </a:cubicBezTo>
                      <a:cubicBezTo>
                        <a:pt x="1282351" y="95"/>
                        <a:pt x="1840611" y="95"/>
                        <a:pt x="2398871" y="0"/>
                      </a:cubicBezTo>
                      <a:cubicBezTo>
                        <a:pt x="2423446" y="0"/>
                        <a:pt x="2443639" y="8382"/>
                        <a:pt x="2460974" y="25718"/>
                      </a:cubicBezTo>
                      <a:cubicBezTo>
                        <a:pt x="2622137" y="187071"/>
                        <a:pt x="2783396" y="348425"/>
                        <a:pt x="2944845" y="509492"/>
                      </a:cubicBezTo>
                      <a:cubicBezTo>
                        <a:pt x="2963037" y="527685"/>
                        <a:pt x="2971800" y="548450"/>
                        <a:pt x="2971800" y="574262"/>
                      </a:cubicBezTo>
                      <a:cubicBezTo>
                        <a:pt x="2971610" y="1422940"/>
                        <a:pt x="2971610" y="2271617"/>
                        <a:pt x="2971610" y="3120295"/>
                      </a:cubicBezTo>
                      <a:cubicBezTo>
                        <a:pt x="2971610" y="3123057"/>
                        <a:pt x="2972181" y="3126010"/>
                        <a:pt x="2971514" y="3128582"/>
                      </a:cubicBezTo>
                      <a:cubicBezTo>
                        <a:pt x="2968466" y="3140488"/>
                        <a:pt x="2967228" y="3153442"/>
                        <a:pt x="2961513" y="3164015"/>
                      </a:cubicBezTo>
                      <a:cubicBezTo>
                        <a:pt x="2946654" y="3191447"/>
                        <a:pt x="2921699" y="3202400"/>
                        <a:pt x="2890933" y="3202400"/>
                      </a:cubicBezTo>
                      <a:cubicBezTo>
                        <a:pt x="2310860" y="3202305"/>
                        <a:pt x="1730788" y="3202400"/>
                        <a:pt x="1150811" y="3202400"/>
                      </a:cubicBezTo>
                      <a:cubicBezTo>
                        <a:pt x="1008602" y="3202400"/>
                        <a:pt x="866299" y="3202496"/>
                        <a:pt x="724090" y="3202210"/>
                      </a:cubicBezTo>
                      <a:cubicBezTo>
                        <a:pt x="713613" y="3202210"/>
                        <a:pt x="702374" y="3200686"/>
                        <a:pt x="692753" y="3196876"/>
                      </a:cubicBezTo>
                      <a:cubicBezTo>
                        <a:pt x="658940" y="3183350"/>
                        <a:pt x="644462" y="3156680"/>
                        <a:pt x="644462" y="3121057"/>
                      </a:cubicBezTo>
                      <a:cubicBezTo>
                        <a:pt x="644462" y="3001995"/>
                        <a:pt x="643604" y="2882932"/>
                        <a:pt x="645128" y="2763870"/>
                      </a:cubicBezTo>
                      <a:cubicBezTo>
                        <a:pt x="645414" y="2739295"/>
                        <a:pt x="637985" y="2725484"/>
                        <a:pt x="617982" y="2711577"/>
                      </a:cubicBezTo>
                      <a:cubicBezTo>
                        <a:pt x="511969" y="2637758"/>
                        <a:pt x="415385" y="2552891"/>
                        <a:pt x="327279" y="2458403"/>
                      </a:cubicBezTo>
                      <a:cubicBezTo>
                        <a:pt x="282702" y="2410587"/>
                        <a:pt x="240887" y="2360390"/>
                        <a:pt x="202883" y="2307241"/>
                      </a:cubicBezTo>
                      <a:cubicBezTo>
                        <a:pt x="151448" y="2235422"/>
                        <a:pt x="107061" y="2159508"/>
                        <a:pt x="72676" y="2077974"/>
                      </a:cubicBezTo>
                      <a:cubicBezTo>
                        <a:pt x="39529" y="1999393"/>
                        <a:pt x="16383" y="1918145"/>
                        <a:pt x="6477" y="1833277"/>
                      </a:cubicBezTo>
                      <a:cubicBezTo>
                        <a:pt x="4000" y="1812036"/>
                        <a:pt x="2286" y="1790795"/>
                        <a:pt x="191" y="1769459"/>
                      </a:cubicBezTo>
                      <a:close/>
                      <a:moveTo>
                        <a:pt x="795242" y="1028129"/>
                      </a:moveTo>
                      <a:lnTo>
                        <a:pt x="807815" y="1028129"/>
                      </a:lnTo>
                      <a:cubicBezTo>
                        <a:pt x="990886" y="1028129"/>
                        <a:pt x="1173956" y="1028129"/>
                        <a:pt x="1357027" y="1028129"/>
                      </a:cubicBezTo>
                      <a:cubicBezTo>
                        <a:pt x="1407319" y="1028129"/>
                        <a:pt x="1438466" y="1059180"/>
                        <a:pt x="1438466" y="1109377"/>
                      </a:cubicBezTo>
                      <a:cubicBezTo>
                        <a:pt x="1438466" y="1318736"/>
                        <a:pt x="1438561" y="1528191"/>
                        <a:pt x="1438466" y="1737551"/>
                      </a:cubicBezTo>
                      <a:cubicBezTo>
                        <a:pt x="1438466" y="1796129"/>
                        <a:pt x="1431703" y="1854137"/>
                        <a:pt x="1419320" y="1911477"/>
                      </a:cubicBezTo>
                      <a:cubicBezTo>
                        <a:pt x="1398746" y="2006346"/>
                        <a:pt x="1362932" y="2095405"/>
                        <a:pt x="1316260" y="2180273"/>
                      </a:cubicBezTo>
                      <a:cubicBezTo>
                        <a:pt x="1276160" y="2253234"/>
                        <a:pt x="1228630" y="2321243"/>
                        <a:pt x="1175671" y="2385251"/>
                      </a:cubicBezTo>
                      <a:cubicBezTo>
                        <a:pt x="1130903" y="2439353"/>
                        <a:pt x="1082897" y="2490407"/>
                        <a:pt x="1031748" y="2538698"/>
                      </a:cubicBezTo>
                      <a:cubicBezTo>
                        <a:pt x="959644" y="2606612"/>
                        <a:pt x="883063" y="2668905"/>
                        <a:pt x="801719" y="2725198"/>
                      </a:cubicBezTo>
                      <a:cubicBezTo>
                        <a:pt x="795814" y="2729294"/>
                        <a:pt x="793813" y="2733485"/>
                        <a:pt x="793813" y="2740438"/>
                      </a:cubicBezTo>
                      <a:cubicBezTo>
                        <a:pt x="794004" y="2840450"/>
                        <a:pt x="794099" y="2940463"/>
                        <a:pt x="793813" y="3040475"/>
                      </a:cubicBezTo>
                      <a:cubicBezTo>
                        <a:pt x="793813" y="3050667"/>
                        <a:pt x="796957" y="3052953"/>
                        <a:pt x="806672" y="3052953"/>
                      </a:cubicBezTo>
                      <a:cubicBezTo>
                        <a:pt x="1474280" y="3052763"/>
                        <a:pt x="2141887" y="3052763"/>
                        <a:pt x="2809589" y="3052763"/>
                      </a:cubicBezTo>
                      <a:lnTo>
                        <a:pt x="2821686" y="3052763"/>
                      </a:lnTo>
                      <a:lnTo>
                        <a:pt x="2821686" y="3039142"/>
                      </a:lnTo>
                      <a:cubicBezTo>
                        <a:pt x="2821686" y="2244757"/>
                        <a:pt x="2821686" y="1450467"/>
                        <a:pt x="2821686" y="656082"/>
                      </a:cubicBezTo>
                      <a:cubicBezTo>
                        <a:pt x="2821686" y="646874"/>
                        <a:pt x="2816952" y="642271"/>
                        <a:pt x="2807494" y="642271"/>
                      </a:cubicBezTo>
                      <a:cubicBezTo>
                        <a:pt x="2673191" y="642271"/>
                        <a:pt x="2538889" y="642271"/>
                        <a:pt x="2404586" y="642271"/>
                      </a:cubicBezTo>
                      <a:cubicBezTo>
                        <a:pt x="2378583" y="642271"/>
                        <a:pt x="2358295" y="631412"/>
                        <a:pt x="2342864" y="610267"/>
                      </a:cubicBezTo>
                      <a:cubicBezTo>
                        <a:pt x="2331625" y="594836"/>
                        <a:pt x="2329434" y="577406"/>
                        <a:pt x="2329434" y="559118"/>
                      </a:cubicBezTo>
                      <a:cubicBezTo>
                        <a:pt x="2329434" y="427577"/>
                        <a:pt x="2329434" y="296037"/>
                        <a:pt x="2329434" y="164497"/>
                      </a:cubicBezTo>
                      <a:cubicBezTo>
                        <a:pt x="2329434" y="159734"/>
                        <a:pt x="2328958" y="155067"/>
                        <a:pt x="2328767" y="150114"/>
                      </a:cubicBezTo>
                      <a:lnTo>
                        <a:pt x="795242" y="150114"/>
                      </a:lnTo>
                      <a:lnTo>
                        <a:pt x="795242" y="1028129"/>
                      </a:lnTo>
                      <a:close/>
                      <a:moveTo>
                        <a:pt x="719900" y="1177576"/>
                      </a:moveTo>
                      <a:cubicBezTo>
                        <a:pt x="534353" y="1177576"/>
                        <a:pt x="348901" y="1177576"/>
                        <a:pt x="163354" y="1177576"/>
                      </a:cubicBezTo>
                      <a:cubicBezTo>
                        <a:pt x="154210" y="1177576"/>
                        <a:pt x="149606" y="1181957"/>
                        <a:pt x="149543" y="1190720"/>
                      </a:cubicBezTo>
                      <a:cubicBezTo>
                        <a:pt x="149543" y="1372743"/>
                        <a:pt x="148971" y="1554861"/>
                        <a:pt x="150019" y="1736884"/>
                      </a:cubicBezTo>
                      <a:cubicBezTo>
                        <a:pt x="150209" y="1776127"/>
                        <a:pt x="154019" y="1815656"/>
                        <a:pt x="160496" y="1854422"/>
                      </a:cubicBezTo>
                      <a:cubicBezTo>
                        <a:pt x="176308" y="1948910"/>
                        <a:pt x="211169" y="2036826"/>
                        <a:pt x="258318" y="2120075"/>
                      </a:cubicBezTo>
                      <a:cubicBezTo>
                        <a:pt x="309182" y="2209895"/>
                        <a:pt x="371856" y="2290858"/>
                        <a:pt x="442722" y="2365534"/>
                      </a:cubicBezTo>
                      <a:cubicBezTo>
                        <a:pt x="523780" y="2450973"/>
                        <a:pt x="612934" y="2526983"/>
                        <a:pt x="709327" y="2594801"/>
                      </a:cubicBezTo>
                      <a:cubicBezTo>
                        <a:pt x="717613" y="2600611"/>
                        <a:pt x="722471" y="2599944"/>
                        <a:pt x="729806" y="2594324"/>
                      </a:cubicBezTo>
                      <a:cubicBezTo>
                        <a:pt x="771239" y="2562130"/>
                        <a:pt x="813911" y="2531364"/>
                        <a:pt x="854393" y="2498027"/>
                      </a:cubicBezTo>
                      <a:cubicBezTo>
                        <a:pt x="933831" y="2432685"/>
                        <a:pt x="1006126" y="2360009"/>
                        <a:pt x="1070801" y="2279714"/>
                      </a:cubicBezTo>
                      <a:cubicBezTo>
                        <a:pt x="1137095" y="2197418"/>
                        <a:pt x="1193292" y="2109121"/>
                        <a:pt x="1233107" y="2010823"/>
                      </a:cubicBezTo>
                      <a:cubicBezTo>
                        <a:pt x="1268254" y="1924145"/>
                        <a:pt x="1288542" y="1834134"/>
                        <a:pt x="1288828" y="1740313"/>
                      </a:cubicBezTo>
                      <a:cubicBezTo>
                        <a:pt x="1289399" y="1557242"/>
                        <a:pt x="1289018" y="1374077"/>
                        <a:pt x="1289018" y="1191006"/>
                      </a:cubicBezTo>
                      <a:cubicBezTo>
                        <a:pt x="1289018" y="1182053"/>
                        <a:pt x="1284475" y="1177576"/>
                        <a:pt x="1275398" y="1177576"/>
                      </a:cubicBezTo>
                      <a:cubicBezTo>
                        <a:pt x="1090232" y="1177576"/>
                        <a:pt x="905065" y="1177576"/>
                        <a:pt x="719900" y="1177576"/>
                      </a:cubicBezTo>
                      <a:close/>
                      <a:moveTo>
                        <a:pt x="2480024" y="492824"/>
                      </a:moveTo>
                      <a:lnTo>
                        <a:pt x="2712720" y="492824"/>
                      </a:lnTo>
                      <a:cubicBezTo>
                        <a:pt x="2634424" y="415290"/>
                        <a:pt x="2556605" y="338138"/>
                        <a:pt x="2480024" y="262223"/>
                      </a:cubicBezTo>
                      <a:lnTo>
                        <a:pt x="2480024" y="492824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EC79C33A-29CB-D50D-D8BD-2924177FB1EB}"/>
                    </a:ext>
                  </a:extLst>
                </p:cNvPr>
                <p:cNvSpPr/>
                <p:nvPr/>
              </p:nvSpPr>
              <p:spPr>
                <a:xfrm>
                  <a:off x="7090124" y="2091118"/>
                  <a:ext cx="232695" cy="230600"/>
                </a:xfrm>
                <a:custGeom>
                  <a:avLst/>
                  <a:gdLst>
                    <a:gd name="connsiteX0" fmla="*/ 0 w 232695"/>
                    <a:gd name="connsiteY0" fmla="*/ 230505 h 230600"/>
                    <a:gd name="connsiteX1" fmla="*/ 0 w 232695"/>
                    <a:gd name="connsiteY1" fmla="*/ 0 h 230600"/>
                    <a:gd name="connsiteX2" fmla="*/ 232696 w 232695"/>
                    <a:gd name="connsiteY2" fmla="*/ 230600 h 230600"/>
                    <a:gd name="connsiteX3" fmla="*/ 0 w 232695"/>
                    <a:gd name="connsiteY3" fmla="*/ 230600 h 2306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32695" h="230600">
                      <a:moveTo>
                        <a:pt x="0" y="230505"/>
                      </a:moveTo>
                      <a:lnTo>
                        <a:pt x="0" y="0"/>
                      </a:lnTo>
                      <a:cubicBezTo>
                        <a:pt x="76581" y="75914"/>
                        <a:pt x="154496" y="152971"/>
                        <a:pt x="232696" y="230600"/>
                      </a:cubicBezTo>
                      <a:lnTo>
                        <a:pt x="0" y="23060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19" name="Freeform: Shape 18">
                  <a:extLst>
                    <a:ext uri="{FF2B5EF4-FFF2-40B4-BE49-F238E27FC236}">
                      <a16:creationId xmlns:a16="http://schemas.microsoft.com/office/drawing/2014/main" id="{ADD2286E-43FC-6175-52CC-A884E2CDA2A0}"/>
                    </a:ext>
                  </a:extLst>
                </p:cNvPr>
                <p:cNvSpPr/>
                <p:nvPr/>
              </p:nvSpPr>
              <p:spPr>
                <a:xfrm>
                  <a:off x="6343859" y="3899534"/>
                  <a:ext cx="910781" cy="149161"/>
                </a:xfrm>
                <a:custGeom>
                  <a:avLst/>
                  <a:gdLst>
                    <a:gd name="connsiteX0" fmla="*/ 454991 w 910781"/>
                    <a:gd name="connsiteY0" fmla="*/ 149162 h 149161"/>
                    <a:gd name="connsiteX1" fmla="*/ 78182 w 910781"/>
                    <a:gd name="connsiteY1" fmla="*/ 149162 h 149161"/>
                    <a:gd name="connsiteX2" fmla="*/ 6173 w 910781"/>
                    <a:gd name="connsiteY2" fmla="*/ 45244 h 149161"/>
                    <a:gd name="connsiteX3" fmla="*/ 68276 w 910781"/>
                    <a:gd name="connsiteY3" fmla="*/ 286 h 149161"/>
                    <a:gd name="connsiteX4" fmla="*/ 77610 w 910781"/>
                    <a:gd name="connsiteY4" fmla="*/ 0 h 149161"/>
                    <a:gd name="connsiteX5" fmla="*/ 834276 w 910781"/>
                    <a:gd name="connsiteY5" fmla="*/ 0 h 149161"/>
                    <a:gd name="connsiteX6" fmla="*/ 910095 w 910781"/>
                    <a:gd name="connsiteY6" fmla="*/ 64961 h 149161"/>
                    <a:gd name="connsiteX7" fmla="*/ 835896 w 910781"/>
                    <a:gd name="connsiteY7" fmla="*/ 149162 h 149161"/>
                    <a:gd name="connsiteX8" fmla="*/ 454991 w 910781"/>
                    <a:gd name="connsiteY8" fmla="*/ 149162 h 14916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910781" h="149161">
                      <a:moveTo>
                        <a:pt x="454991" y="149162"/>
                      </a:moveTo>
                      <a:cubicBezTo>
                        <a:pt x="329356" y="149162"/>
                        <a:pt x="203816" y="149162"/>
                        <a:pt x="78182" y="149162"/>
                      </a:cubicBezTo>
                      <a:cubicBezTo>
                        <a:pt x="20841" y="149162"/>
                        <a:pt x="-15068" y="98298"/>
                        <a:pt x="6173" y="45244"/>
                      </a:cubicBezTo>
                      <a:cubicBezTo>
                        <a:pt x="17031" y="18193"/>
                        <a:pt x="39034" y="3429"/>
                        <a:pt x="68276" y="286"/>
                      </a:cubicBezTo>
                      <a:cubicBezTo>
                        <a:pt x="71324" y="0"/>
                        <a:pt x="74467" y="0"/>
                        <a:pt x="77610" y="0"/>
                      </a:cubicBezTo>
                      <a:cubicBezTo>
                        <a:pt x="329832" y="0"/>
                        <a:pt x="582054" y="0"/>
                        <a:pt x="834276" y="0"/>
                      </a:cubicBezTo>
                      <a:cubicBezTo>
                        <a:pt x="874281" y="0"/>
                        <a:pt x="904856" y="26670"/>
                        <a:pt x="910095" y="64961"/>
                      </a:cubicBezTo>
                      <a:cubicBezTo>
                        <a:pt x="916096" y="108680"/>
                        <a:pt x="881996" y="149162"/>
                        <a:pt x="835896" y="149162"/>
                      </a:cubicBezTo>
                      <a:cubicBezTo>
                        <a:pt x="708927" y="149162"/>
                        <a:pt x="581959" y="149162"/>
                        <a:pt x="454991" y="149162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20" name="Freeform: Shape 19">
                  <a:extLst>
                    <a:ext uri="{FF2B5EF4-FFF2-40B4-BE49-F238E27FC236}">
                      <a16:creationId xmlns:a16="http://schemas.microsoft.com/office/drawing/2014/main" id="{474E0300-ED60-2167-3262-C830A9EFBF03}"/>
                    </a:ext>
                  </a:extLst>
                </p:cNvPr>
                <p:cNvSpPr/>
                <p:nvPr/>
              </p:nvSpPr>
              <p:spPr>
                <a:xfrm>
                  <a:off x="6343627" y="3417337"/>
                  <a:ext cx="911370" cy="149013"/>
                </a:xfrm>
                <a:custGeom>
                  <a:avLst/>
                  <a:gdLst>
                    <a:gd name="connsiteX0" fmla="*/ 455508 w 911370"/>
                    <a:gd name="connsiteY0" fmla="*/ 42 h 149013"/>
                    <a:gd name="connsiteX1" fmla="*/ 834413 w 911370"/>
                    <a:gd name="connsiteY1" fmla="*/ 42 h 149013"/>
                    <a:gd name="connsiteX2" fmla="*/ 910708 w 911370"/>
                    <a:gd name="connsiteY2" fmla="*/ 65670 h 149013"/>
                    <a:gd name="connsiteX3" fmla="*/ 851653 w 911370"/>
                    <a:gd name="connsiteY3" fmla="*/ 147204 h 149013"/>
                    <a:gd name="connsiteX4" fmla="*/ 830031 w 911370"/>
                    <a:gd name="connsiteY4" fmla="*/ 149013 h 149013"/>
                    <a:gd name="connsiteX5" fmla="*/ 78509 w 911370"/>
                    <a:gd name="connsiteY5" fmla="*/ 149013 h 149013"/>
                    <a:gd name="connsiteX6" fmla="*/ 1928 w 911370"/>
                    <a:gd name="connsiteY6" fmla="*/ 90625 h 149013"/>
                    <a:gd name="connsiteX7" fmla="*/ 73461 w 911370"/>
                    <a:gd name="connsiteY7" fmla="*/ 42 h 149013"/>
                    <a:gd name="connsiteX8" fmla="*/ 455508 w 911370"/>
                    <a:gd name="connsiteY8" fmla="*/ 42 h 1490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911370" h="149013">
                      <a:moveTo>
                        <a:pt x="455508" y="42"/>
                      </a:moveTo>
                      <a:cubicBezTo>
                        <a:pt x="581810" y="42"/>
                        <a:pt x="708111" y="42"/>
                        <a:pt x="834413" y="42"/>
                      </a:cubicBezTo>
                      <a:cubicBezTo>
                        <a:pt x="875275" y="42"/>
                        <a:pt x="904898" y="25474"/>
                        <a:pt x="910708" y="65670"/>
                      </a:cubicBezTo>
                      <a:cubicBezTo>
                        <a:pt x="916042" y="102627"/>
                        <a:pt x="888515" y="140917"/>
                        <a:pt x="851653" y="147204"/>
                      </a:cubicBezTo>
                      <a:cubicBezTo>
                        <a:pt x="844509" y="148442"/>
                        <a:pt x="837270" y="149013"/>
                        <a:pt x="830031" y="149013"/>
                      </a:cubicBezTo>
                      <a:cubicBezTo>
                        <a:pt x="579524" y="149013"/>
                        <a:pt x="329016" y="149013"/>
                        <a:pt x="78509" y="149013"/>
                      </a:cubicBezTo>
                      <a:cubicBezTo>
                        <a:pt x="39456" y="149013"/>
                        <a:pt x="10310" y="126725"/>
                        <a:pt x="1928" y="90625"/>
                      </a:cubicBezTo>
                      <a:cubicBezTo>
                        <a:pt x="-8740" y="44715"/>
                        <a:pt x="26217" y="138"/>
                        <a:pt x="73461" y="42"/>
                      </a:cubicBezTo>
                      <a:cubicBezTo>
                        <a:pt x="200810" y="-53"/>
                        <a:pt x="328159" y="42"/>
                        <a:pt x="455508" y="42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21" name="Freeform: Shape 20">
                  <a:extLst>
                    <a:ext uri="{FF2B5EF4-FFF2-40B4-BE49-F238E27FC236}">
                      <a16:creationId xmlns:a16="http://schemas.microsoft.com/office/drawing/2014/main" id="{6F829B70-348E-4418-6279-371474234C0C}"/>
                    </a:ext>
                  </a:extLst>
                </p:cNvPr>
                <p:cNvSpPr/>
                <p:nvPr/>
              </p:nvSpPr>
              <p:spPr>
                <a:xfrm>
                  <a:off x="6343690" y="2933985"/>
                  <a:ext cx="911779" cy="149828"/>
                </a:xfrm>
                <a:custGeom>
                  <a:avLst/>
                  <a:gdLst>
                    <a:gd name="connsiteX0" fmla="*/ 455254 w 911779"/>
                    <a:gd name="connsiteY0" fmla="*/ 149828 h 149828"/>
                    <a:gd name="connsiteX1" fmla="*/ 80541 w 911779"/>
                    <a:gd name="connsiteY1" fmla="*/ 149828 h 149828"/>
                    <a:gd name="connsiteX2" fmla="*/ 10627 w 911779"/>
                    <a:gd name="connsiteY2" fmla="*/ 113443 h 149828"/>
                    <a:gd name="connsiteX3" fmla="*/ 62348 w 911779"/>
                    <a:gd name="connsiteY3" fmla="*/ 1810 h 149828"/>
                    <a:gd name="connsiteX4" fmla="*/ 88161 w 911779"/>
                    <a:gd name="connsiteY4" fmla="*/ 191 h 149828"/>
                    <a:gd name="connsiteX5" fmla="*/ 827301 w 911779"/>
                    <a:gd name="connsiteY5" fmla="*/ 0 h 149828"/>
                    <a:gd name="connsiteX6" fmla="*/ 894452 w 911779"/>
                    <a:gd name="connsiteY6" fmla="*/ 27908 h 149828"/>
                    <a:gd name="connsiteX7" fmla="*/ 905025 w 911779"/>
                    <a:gd name="connsiteY7" fmla="*/ 104775 h 149828"/>
                    <a:gd name="connsiteX8" fmla="*/ 843493 w 911779"/>
                    <a:gd name="connsiteY8" fmla="*/ 148971 h 149828"/>
                    <a:gd name="connsiteX9" fmla="*/ 825872 w 911779"/>
                    <a:gd name="connsiteY9" fmla="*/ 149542 h 149828"/>
                    <a:gd name="connsiteX10" fmla="*/ 455254 w 911779"/>
                    <a:gd name="connsiteY10" fmla="*/ 149542 h 1498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911779" h="149828">
                      <a:moveTo>
                        <a:pt x="455254" y="149828"/>
                      </a:moveTo>
                      <a:cubicBezTo>
                        <a:pt x="330382" y="149828"/>
                        <a:pt x="205414" y="149733"/>
                        <a:pt x="80541" y="149828"/>
                      </a:cubicBezTo>
                      <a:cubicBezTo>
                        <a:pt x="50632" y="149828"/>
                        <a:pt x="27106" y="139255"/>
                        <a:pt x="10627" y="113443"/>
                      </a:cubicBezTo>
                      <a:cubicBezTo>
                        <a:pt x="-16805" y="70485"/>
                        <a:pt x="11866" y="8096"/>
                        <a:pt x="62348" y="1810"/>
                      </a:cubicBezTo>
                      <a:cubicBezTo>
                        <a:pt x="70921" y="762"/>
                        <a:pt x="79588" y="191"/>
                        <a:pt x="88161" y="191"/>
                      </a:cubicBezTo>
                      <a:cubicBezTo>
                        <a:pt x="334573" y="191"/>
                        <a:pt x="580889" y="191"/>
                        <a:pt x="827301" y="0"/>
                      </a:cubicBezTo>
                      <a:cubicBezTo>
                        <a:pt x="853781" y="0"/>
                        <a:pt x="877212" y="6382"/>
                        <a:pt x="894452" y="27908"/>
                      </a:cubicBezTo>
                      <a:cubicBezTo>
                        <a:pt x="913216" y="51340"/>
                        <a:pt x="916741" y="77915"/>
                        <a:pt x="905025" y="104775"/>
                      </a:cubicBezTo>
                      <a:cubicBezTo>
                        <a:pt x="893690" y="130874"/>
                        <a:pt x="872640" y="146304"/>
                        <a:pt x="843493" y="148971"/>
                      </a:cubicBezTo>
                      <a:cubicBezTo>
                        <a:pt x="837683" y="149447"/>
                        <a:pt x="831778" y="149542"/>
                        <a:pt x="825872" y="149542"/>
                      </a:cubicBezTo>
                      <a:cubicBezTo>
                        <a:pt x="702333" y="149542"/>
                        <a:pt x="578794" y="149542"/>
                        <a:pt x="455254" y="149542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22" name="Freeform: Shape 21">
                  <a:extLst>
                    <a:ext uri="{FF2B5EF4-FFF2-40B4-BE49-F238E27FC236}">
                      <a16:creationId xmlns:a16="http://schemas.microsoft.com/office/drawing/2014/main" id="{D0B575A1-3504-B7E0-1986-89CD7994BFF1}"/>
                    </a:ext>
                  </a:extLst>
                </p:cNvPr>
                <p:cNvSpPr/>
                <p:nvPr/>
              </p:nvSpPr>
              <p:spPr>
                <a:xfrm>
                  <a:off x="5024030" y="3340988"/>
                  <a:ext cx="648714" cy="567208"/>
                </a:xfrm>
                <a:custGeom>
                  <a:avLst/>
                  <a:gdLst>
                    <a:gd name="connsiteX0" fmla="*/ 249200 w 648714"/>
                    <a:gd name="connsiteY0" fmla="*/ 378619 h 567208"/>
                    <a:gd name="connsiteX1" fmla="*/ 372453 w 648714"/>
                    <a:gd name="connsiteY1" fmla="*/ 216408 h 567208"/>
                    <a:gd name="connsiteX2" fmla="*/ 511899 w 648714"/>
                    <a:gd name="connsiteY2" fmla="*/ 31814 h 567208"/>
                    <a:gd name="connsiteX3" fmla="*/ 642487 w 648714"/>
                    <a:gd name="connsiteY3" fmla="*/ 47340 h 567208"/>
                    <a:gd name="connsiteX4" fmla="*/ 634105 w 648714"/>
                    <a:gd name="connsiteY4" fmla="*/ 118110 h 567208"/>
                    <a:gd name="connsiteX5" fmla="*/ 464465 w 648714"/>
                    <a:gd name="connsiteY5" fmla="*/ 342138 h 567208"/>
                    <a:gd name="connsiteX6" fmla="*/ 319304 w 648714"/>
                    <a:gd name="connsiteY6" fmla="*/ 534067 h 567208"/>
                    <a:gd name="connsiteX7" fmla="*/ 201575 w 648714"/>
                    <a:gd name="connsiteY7" fmla="*/ 542735 h 567208"/>
                    <a:gd name="connsiteX8" fmla="*/ 25743 w 648714"/>
                    <a:gd name="connsiteY8" fmla="*/ 366332 h 567208"/>
                    <a:gd name="connsiteX9" fmla="*/ 2026 w 648714"/>
                    <a:gd name="connsiteY9" fmla="*/ 292989 h 567208"/>
                    <a:gd name="connsiteX10" fmla="*/ 54985 w 648714"/>
                    <a:gd name="connsiteY10" fmla="*/ 237744 h 567208"/>
                    <a:gd name="connsiteX11" fmla="*/ 126613 w 648714"/>
                    <a:gd name="connsiteY11" fmla="*/ 256318 h 567208"/>
                    <a:gd name="connsiteX12" fmla="*/ 243104 w 648714"/>
                    <a:gd name="connsiteY12" fmla="*/ 373190 h 567208"/>
                    <a:gd name="connsiteX13" fmla="*/ 249009 w 648714"/>
                    <a:gd name="connsiteY13" fmla="*/ 378619 h 56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648714" h="567208">
                      <a:moveTo>
                        <a:pt x="249200" y="378619"/>
                      </a:moveTo>
                      <a:cubicBezTo>
                        <a:pt x="290824" y="323850"/>
                        <a:pt x="331782" y="270225"/>
                        <a:pt x="372453" y="216408"/>
                      </a:cubicBezTo>
                      <a:cubicBezTo>
                        <a:pt x="419031" y="154877"/>
                        <a:pt x="465132" y="93155"/>
                        <a:pt x="511899" y="31814"/>
                      </a:cubicBezTo>
                      <a:cubicBezTo>
                        <a:pt x="548761" y="-16573"/>
                        <a:pt x="618389" y="-8477"/>
                        <a:pt x="642487" y="47340"/>
                      </a:cubicBezTo>
                      <a:cubicBezTo>
                        <a:pt x="653060" y="71724"/>
                        <a:pt x="650107" y="96774"/>
                        <a:pt x="634105" y="118110"/>
                      </a:cubicBezTo>
                      <a:cubicBezTo>
                        <a:pt x="577908" y="193072"/>
                        <a:pt x="521043" y="267462"/>
                        <a:pt x="464465" y="342138"/>
                      </a:cubicBezTo>
                      <a:cubicBezTo>
                        <a:pt x="415983" y="406051"/>
                        <a:pt x="367500" y="469964"/>
                        <a:pt x="319304" y="534067"/>
                      </a:cubicBezTo>
                      <a:cubicBezTo>
                        <a:pt x="288919" y="574548"/>
                        <a:pt x="237198" y="578549"/>
                        <a:pt x="201575" y="542735"/>
                      </a:cubicBezTo>
                      <a:cubicBezTo>
                        <a:pt x="142996" y="483870"/>
                        <a:pt x="84417" y="425006"/>
                        <a:pt x="25743" y="366332"/>
                      </a:cubicBezTo>
                      <a:cubicBezTo>
                        <a:pt x="5265" y="345853"/>
                        <a:pt x="-4546" y="321850"/>
                        <a:pt x="2026" y="292989"/>
                      </a:cubicBezTo>
                      <a:cubicBezTo>
                        <a:pt x="8598" y="264319"/>
                        <a:pt x="26791" y="245460"/>
                        <a:pt x="54985" y="237744"/>
                      </a:cubicBezTo>
                      <a:cubicBezTo>
                        <a:pt x="82036" y="230315"/>
                        <a:pt x="106611" y="236601"/>
                        <a:pt x="126613" y="256318"/>
                      </a:cubicBezTo>
                      <a:cubicBezTo>
                        <a:pt x="165761" y="294990"/>
                        <a:pt x="204337" y="334233"/>
                        <a:pt x="243104" y="373190"/>
                      </a:cubicBezTo>
                      <a:cubicBezTo>
                        <a:pt x="244818" y="374904"/>
                        <a:pt x="246628" y="376428"/>
                        <a:pt x="249009" y="378619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</p:grpSp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7226B74F-9293-F82E-8AB0-C32F2C661ACC}"/>
                  </a:ext>
                </a:extLst>
              </p:cNvPr>
              <p:cNvCxnSpPr>
                <a:cxnSpLocks/>
              </p:cNvCxnSpPr>
              <p:nvPr/>
            </p:nvCxnSpPr>
            <p:spPr>
              <a:xfrm rot="1800000">
                <a:off x="1755038" y="3853671"/>
                <a:ext cx="0" cy="31588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8A55583B-EAC4-0CB3-F445-9B3B3A658397}"/>
                  </a:ext>
                </a:extLst>
              </p:cNvPr>
              <p:cNvCxnSpPr>
                <a:cxnSpLocks/>
              </p:cNvCxnSpPr>
              <p:nvPr/>
            </p:nvCxnSpPr>
            <p:spPr>
              <a:xfrm rot="1800000">
                <a:off x="1238916" y="3741774"/>
                <a:ext cx="0" cy="31588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88CC7F70-ED6C-408D-FB09-9BC3E2D336B3}"/>
                  </a:ext>
                </a:extLst>
              </p:cNvPr>
              <p:cNvCxnSpPr>
                <a:cxnSpLocks/>
              </p:cNvCxnSpPr>
              <p:nvPr/>
            </p:nvCxnSpPr>
            <p:spPr>
              <a:xfrm rot="1800000">
                <a:off x="1483956" y="3535771"/>
                <a:ext cx="0" cy="12978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53EF1153-9660-A25D-DF1C-BB788F032906}"/>
              </a:ext>
            </a:extLst>
          </p:cNvPr>
          <p:cNvGrpSpPr/>
          <p:nvPr/>
        </p:nvGrpSpPr>
        <p:grpSpPr>
          <a:xfrm>
            <a:off x="784482" y="3095763"/>
            <a:ext cx="10795622" cy="625277"/>
            <a:chOff x="775429" y="3699122"/>
            <a:chExt cx="10795622" cy="625277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D1F8F03-2A9C-A4C7-4955-E2AE031D8295}"/>
                </a:ext>
              </a:extLst>
            </p:cNvPr>
            <p:cNvSpPr/>
            <p:nvPr/>
          </p:nvSpPr>
          <p:spPr>
            <a:xfrm>
              <a:off x="1406969" y="3747295"/>
              <a:ext cx="10164082" cy="52893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spcAft>
                  <a:spcPts val="1800"/>
                </a:spcAft>
              </a:pPr>
              <a:r>
                <a:rPr lang="en-US" sz="1400" dirty="0">
                  <a:solidFill>
                    <a:schemeClr val="bg2"/>
                  </a:solidFill>
                  <a:cs typeface="Arial" panose="020B0604020202020204" pitchFamily="34" charset="0"/>
                </a:rPr>
                <a:t>Evaluate </a:t>
              </a:r>
              <a:r>
                <a:rPr lang="en-US" sz="1400" b="1" dirty="0">
                  <a:solidFill>
                    <a:schemeClr val="bg2"/>
                  </a:solidFill>
                  <a:cs typeface="Arial" panose="020B0604020202020204" pitchFamily="34" charset="0"/>
                </a:rPr>
                <a:t>profitability </a:t>
              </a:r>
              <a:r>
                <a:rPr lang="en-US" sz="1400" dirty="0">
                  <a:solidFill>
                    <a:schemeClr val="bg2"/>
                  </a:solidFill>
                  <a:cs typeface="Arial" panose="020B0604020202020204" pitchFamily="34" charset="0"/>
                </a:rPr>
                <a:t>and </a:t>
              </a:r>
              <a:r>
                <a:rPr lang="en-US" sz="1400" b="1" dirty="0">
                  <a:solidFill>
                    <a:schemeClr val="bg2"/>
                  </a:solidFill>
                  <a:cs typeface="Arial" panose="020B0604020202020204" pitchFamily="34" charset="0"/>
                </a:rPr>
                <a:t>discount impact</a:t>
              </a:r>
              <a:endParaRPr lang="en-GB" sz="1400" b="1" dirty="0">
                <a:solidFill>
                  <a:schemeClr val="bg2"/>
                </a:solidFill>
                <a:cs typeface="Arial" panose="020B0604020202020204" pitchFamily="34" charset="0"/>
              </a:endParaRPr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75AF550-ECA6-7489-055D-20C67A220768}"/>
                </a:ext>
              </a:extLst>
            </p:cNvPr>
            <p:cNvGrpSpPr/>
            <p:nvPr/>
          </p:nvGrpSpPr>
          <p:grpSpPr>
            <a:xfrm rot="1800000">
              <a:off x="775429" y="3699122"/>
              <a:ext cx="552347" cy="625277"/>
              <a:chOff x="-1308680" y="3033525"/>
              <a:chExt cx="1128485" cy="1277488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EA909BB2-5752-1B91-70B7-83659EEE7324}"/>
                  </a:ext>
                </a:extLst>
              </p:cNvPr>
              <p:cNvGrpSpPr/>
              <p:nvPr/>
            </p:nvGrpSpPr>
            <p:grpSpPr>
              <a:xfrm>
                <a:off x="-1221100" y="3248581"/>
                <a:ext cx="953326" cy="1062432"/>
                <a:chOff x="-7276974" y="1433018"/>
                <a:chExt cx="3855910" cy="4297210"/>
              </a:xfrm>
            </p:grpSpPr>
            <p:sp>
              <p:nvSpPr>
                <p:cNvPr id="28" name="Freeform: Shape 27">
                  <a:extLst>
                    <a:ext uri="{FF2B5EF4-FFF2-40B4-BE49-F238E27FC236}">
                      <a16:creationId xmlns:a16="http://schemas.microsoft.com/office/drawing/2014/main" id="{F8CFF500-3A3C-FE90-47B5-DCF684EE38B3}"/>
                    </a:ext>
                  </a:extLst>
                </p:cNvPr>
                <p:cNvSpPr/>
                <p:nvPr/>
              </p:nvSpPr>
              <p:spPr>
                <a:xfrm>
                  <a:off x="-6618221" y="2095294"/>
                  <a:ext cx="2539081" cy="3634934"/>
                </a:xfrm>
                <a:custGeom>
                  <a:avLst/>
                  <a:gdLst>
                    <a:gd name="connsiteX0" fmla="*/ 2491456 w 2539081"/>
                    <a:gd name="connsiteY0" fmla="*/ 1615059 h 3634930"/>
                    <a:gd name="connsiteX1" fmla="*/ 2539081 w 2539081"/>
                    <a:gd name="connsiteY1" fmla="*/ 1269587 h 3634930"/>
                    <a:gd name="connsiteX2" fmla="*/ 2439069 w 2539081"/>
                    <a:gd name="connsiteY2" fmla="*/ 774859 h 3634930"/>
                    <a:gd name="connsiteX3" fmla="*/ 2166463 w 2539081"/>
                    <a:gd name="connsiteY3" fmla="*/ 371094 h 3634930"/>
                    <a:gd name="connsiteX4" fmla="*/ 1762317 w 2539081"/>
                    <a:gd name="connsiteY4" fmla="*/ 99155 h 3634930"/>
                    <a:gd name="connsiteX5" fmla="*/ 1269589 w 2539081"/>
                    <a:gd name="connsiteY5" fmla="*/ 0 h 3634930"/>
                    <a:gd name="connsiteX6" fmla="*/ 1267494 w 2539081"/>
                    <a:gd name="connsiteY6" fmla="*/ 0 h 3634930"/>
                    <a:gd name="connsiteX7" fmla="*/ 773337 w 2539081"/>
                    <a:gd name="connsiteY7" fmla="*/ 100679 h 3634930"/>
                    <a:gd name="connsiteX8" fmla="*/ 370239 w 2539081"/>
                    <a:gd name="connsiteY8" fmla="*/ 373571 h 3634930"/>
                    <a:gd name="connsiteX9" fmla="*/ 98871 w 2539081"/>
                    <a:gd name="connsiteY9" fmla="*/ 777716 h 3634930"/>
                    <a:gd name="connsiteX10" fmla="*/ 2 w 2539081"/>
                    <a:gd name="connsiteY10" fmla="*/ 1272350 h 3634930"/>
                    <a:gd name="connsiteX11" fmla="*/ 48008 w 2539081"/>
                    <a:gd name="connsiteY11" fmla="*/ 1616964 h 3634930"/>
                    <a:gd name="connsiteX12" fmla="*/ 182215 w 2539081"/>
                    <a:gd name="connsiteY12" fmla="*/ 1925479 h 3634930"/>
                    <a:gd name="connsiteX13" fmla="*/ 656655 w 2539081"/>
                    <a:gd name="connsiteY13" fmla="*/ 2381917 h 3634930"/>
                    <a:gd name="connsiteX14" fmla="*/ 794101 w 2539081"/>
                    <a:gd name="connsiteY14" fmla="*/ 2615470 h 3634930"/>
                    <a:gd name="connsiteX15" fmla="*/ 794101 w 2539081"/>
                    <a:gd name="connsiteY15" fmla="*/ 3298603 h 3634930"/>
                    <a:gd name="connsiteX16" fmla="*/ 854109 w 2539081"/>
                    <a:gd name="connsiteY16" fmla="*/ 3358611 h 3634930"/>
                    <a:gd name="connsiteX17" fmla="*/ 938786 w 2539081"/>
                    <a:gd name="connsiteY17" fmla="*/ 3358611 h 3634930"/>
                    <a:gd name="connsiteX18" fmla="*/ 1032036 w 2539081"/>
                    <a:gd name="connsiteY18" fmla="*/ 3536347 h 3634930"/>
                    <a:gd name="connsiteX19" fmla="*/ 1269780 w 2539081"/>
                    <a:gd name="connsiteY19" fmla="*/ 3634931 h 3634930"/>
                    <a:gd name="connsiteX20" fmla="*/ 1507524 w 2539081"/>
                    <a:gd name="connsiteY20" fmla="*/ 3536347 h 3634930"/>
                    <a:gd name="connsiteX21" fmla="*/ 1600773 w 2539081"/>
                    <a:gd name="connsiteY21" fmla="*/ 3358611 h 3634930"/>
                    <a:gd name="connsiteX22" fmla="*/ 1685451 w 2539081"/>
                    <a:gd name="connsiteY22" fmla="*/ 3358611 h 3634930"/>
                    <a:gd name="connsiteX23" fmla="*/ 1745458 w 2539081"/>
                    <a:gd name="connsiteY23" fmla="*/ 3298603 h 3634930"/>
                    <a:gd name="connsiteX24" fmla="*/ 1745458 w 2539081"/>
                    <a:gd name="connsiteY24" fmla="*/ 2615470 h 3634930"/>
                    <a:gd name="connsiteX25" fmla="*/ 1882523 w 2539081"/>
                    <a:gd name="connsiteY25" fmla="*/ 2382298 h 3634930"/>
                    <a:gd name="connsiteX26" fmla="*/ 2357916 w 2539081"/>
                    <a:gd name="connsiteY26" fmla="*/ 1924717 h 3634930"/>
                    <a:gd name="connsiteX27" fmla="*/ 2491552 w 2539081"/>
                    <a:gd name="connsiteY27" fmla="*/ 1615154 h 3634930"/>
                    <a:gd name="connsiteX28" fmla="*/ 2491552 w 2539081"/>
                    <a:gd name="connsiteY28" fmla="*/ 1615154 h 3634930"/>
                    <a:gd name="connsiteX29" fmla="*/ 1269303 w 2539081"/>
                    <a:gd name="connsiteY29" fmla="*/ 3514630 h 3634930"/>
                    <a:gd name="connsiteX30" fmla="*/ 1061563 w 2539081"/>
                    <a:gd name="connsiteY30" fmla="*/ 3358515 h 3634930"/>
                    <a:gd name="connsiteX31" fmla="*/ 1477044 w 2539081"/>
                    <a:gd name="connsiteY31" fmla="*/ 3358515 h 3634930"/>
                    <a:gd name="connsiteX32" fmla="*/ 1269303 w 2539081"/>
                    <a:gd name="connsiteY32" fmla="*/ 3514630 h 3634930"/>
                    <a:gd name="connsiteX33" fmla="*/ 1269303 w 2539081"/>
                    <a:gd name="connsiteY33" fmla="*/ 3514630 h 3634930"/>
                    <a:gd name="connsiteX34" fmla="*/ 1624777 w 2539081"/>
                    <a:gd name="connsiteY34" fmla="*/ 3238500 h 3634930"/>
                    <a:gd name="connsiteX35" fmla="*/ 913735 w 2539081"/>
                    <a:gd name="connsiteY35" fmla="*/ 3238500 h 3634930"/>
                    <a:gd name="connsiteX36" fmla="*/ 913735 w 2539081"/>
                    <a:gd name="connsiteY36" fmla="*/ 3021521 h 3634930"/>
                    <a:gd name="connsiteX37" fmla="*/ 1624777 w 2539081"/>
                    <a:gd name="connsiteY37" fmla="*/ 3021521 h 3634930"/>
                    <a:gd name="connsiteX38" fmla="*/ 1624777 w 2539081"/>
                    <a:gd name="connsiteY38" fmla="*/ 3238500 h 3634930"/>
                    <a:gd name="connsiteX39" fmla="*/ 1624777 w 2539081"/>
                    <a:gd name="connsiteY39" fmla="*/ 2901506 h 3634930"/>
                    <a:gd name="connsiteX40" fmla="*/ 913735 w 2539081"/>
                    <a:gd name="connsiteY40" fmla="*/ 2901506 h 3634930"/>
                    <a:gd name="connsiteX41" fmla="*/ 913735 w 2539081"/>
                    <a:gd name="connsiteY41" fmla="*/ 2675382 h 3634930"/>
                    <a:gd name="connsiteX42" fmla="*/ 1624777 w 2539081"/>
                    <a:gd name="connsiteY42" fmla="*/ 2675382 h 3634930"/>
                    <a:gd name="connsiteX43" fmla="*/ 1624777 w 2539081"/>
                    <a:gd name="connsiteY43" fmla="*/ 2901506 h 3634930"/>
                    <a:gd name="connsiteX44" fmla="*/ 964694 w 2539081"/>
                    <a:gd name="connsiteY44" fmla="*/ 1474280 h 3634930"/>
                    <a:gd name="connsiteX45" fmla="*/ 780099 w 2539081"/>
                    <a:gd name="connsiteY45" fmla="*/ 1474280 h 3634930"/>
                    <a:gd name="connsiteX46" fmla="*/ 595505 w 2539081"/>
                    <a:gd name="connsiteY46" fmla="*/ 1289685 h 3634930"/>
                    <a:gd name="connsiteX47" fmla="*/ 780099 w 2539081"/>
                    <a:gd name="connsiteY47" fmla="*/ 1105091 h 3634930"/>
                    <a:gd name="connsiteX48" fmla="*/ 964694 w 2539081"/>
                    <a:gd name="connsiteY48" fmla="*/ 1289685 h 3634930"/>
                    <a:gd name="connsiteX49" fmla="*/ 964694 w 2539081"/>
                    <a:gd name="connsiteY49" fmla="*/ 1474280 h 3634930"/>
                    <a:gd name="connsiteX50" fmla="*/ 1084709 w 2539081"/>
                    <a:gd name="connsiteY50" fmla="*/ 2555177 h 3634930"/>
                    <a:gd name="connsiteX51" fmla="*/ 1084709 w 2539081"/>
                    <a:gd name="connsiteY51" fmla="*/ 1594104 h 3634930"/>
                    <a:gd name="connsiteX52" fmla="*/ 1453803 w 2539081"/>
                    <a:gd name="connsiteY52" fmla="*/ 1594104 h 3634930"/>
                    <a:gd name="connsiteX53" fmla="*/ 1453803 w 2539081"/>
                    <a:gd name="connsiteY53" fmla="*/ 2555177 h 3634930"/>
                    <a:gd name="connsiteX54" fmla="*/ 1084709 w 2539081"/>
                    <a:gd name="connsiteY54" fmla="*/ 2555177 h 3634930"/>
                    <a:gd name="connsiteX55" fmla="*/ 1823849 w 2539081"/>
                    <a:gd name="connsiteY55" fmla="*/ 2276856 h 3634930"/>
                    <a:gd name="connsiteX56" fmla="*/ 1629444 w 2539081"/>
                    <a:gd name="connsiteY56" fmla="*/ 2555177 h 3634930"/>
                    <a:gd name="connsiteX57" fmla="*/ 1573818 w 2539081"/>
                    <a:gd name="connsiteY57" fmla="*/ 2555177 h 3634930"/>
                    <a:gd name="connsiteX58" fmla="*/ 1573818 w 2539081"/>
                    <a:gd name="connsiteY58" fmla="*/ 1594104 h 3634930"/>
                    <a:gd name="connsiteX59" fmla="*/ 1758412 w 2539081"/>
                    <a:gd name="connsiteY59" fmla="*/ 1594104 h 3634930"/>
                    <a:gd name="connsiteX60" fmla="*/ 1973772 w 2539081"/>
                    <a:gd name="connsiteY60" fmla="*/ 1504855 h 3634930"/>
                    <a:gd name="connsiteX61" fmla="*/ 2063022 w 2539081"/>
                    <a:gd name="connsiteY61" fmla="*/ 1289495 h 3634930"/>
                    <a:gd name="connsiteX62" fmla="*/ 1973772 w 2539081"/>
                    <a:gd name="connsiteY62" fmla="*/ 1074134 h 3634930"/>
                    <a:gd name="connsiteX63" fmla="*/ 1758412 w 2539081"/>
                    <a:gd name="connsiteY63" fmla="*/ 984885 h 3634930"/>
                    <a:gd name="connsiteX64" fmla="*/ 1543052 w 2539081"/>
                    <a:gd name="connsiteY64" fmla="*/ 1074134 h 3634930"/>
                    <a:gd name="connsiteX65" fmla="*/ 1453803 w 2539081"/>
                    <a:gd name="connsiteY65" fmla="*/ 1289495 h 3634930"/>
                    <a:gd name="connsiteX66" fmla="*/ 1453803 w 2539081"/>
                    <a:gd name="connsiteY66" fmla="*/ 1474089 h 3634930"/>
                    <a:gd name="connsiteX67" fmla="*/ 1084709 w 2539081"/>
                    <a:gd name="connsiteY67" fmla="*/ 1474089 h 3634930"/>
                    <a:gd name="connsiteX68" fmla="*/ 1084709 w 2539081"/>
                    <a:gd name="connsiteY68" fmla="*/ 1289495 h 3634930"/>
                    <a:gd name="connsiteX69" fmla="*/ 995460 w 2539081"/>
                    <a:gd name="connsiteY69" fmla="*/ 1074134 h 3634930"/>
                    <a:gd name="connsiteX70" fmla="*/ 780099 w 2539081"/>
                    <a:gd name="connsiteY70" fmla="*/ 984885 h 3634930"/>
                    <a:gd name="connsiteX71" fmla="*/ 564739 w 2539081"/>
                    <a:gd name="connsiteY71" fmla="*/ 1074134 h 3634930"/>
                    <a:gd name="connsiteX72" fmla="*/ 475490 w 2539081"/>
                    <a:gd name="connsiteY72" fmla="*/ 1289495 h 3634930"/>
                    <a:gd name="connsiteX73" fmla="*/ 564739 w 2539081"/>
                    <a:gd name="connsiteY73" fmla="*/ 1504855 h 3634930"/>
                    <a:gd name="connsiteX74" fmla="*/ 780099 w 2539081"/>
                    <a:gd name="connsiteY74" fmla="*/ 1594104 h 3634930"/>
                    <a:gd name="connsiteX75" fmla="*/ 964694 w 2539081"/>
                    <a:gd name="connsiteY75" fmla="*/ 1594104 h 3634930"/>
                    <a:gd name="connsiteX76" fmla="*/ 964694 w 2539081"/>
                    <a:gd name="connsiteY76" fmla="*/ 2555177 h 3634930"/>
                    <a:gd name="connsiteX77" fmla="*/ 909068 w 2539081"/>
                    <a:gd name="connsiteY77" fmla="*/ 2555177 h 3634930"/>
                    <a:gd name="connsiteX78" fmla="*/ 714282 w 2539081"/>
                    <a:gd name="connsiteY78" fmla="*/ 2276570 h 3634930"/>
                    <a:gd name="connsiteX79" fmla="*/ 119541 w 2539081"/>
                    <a:gd name="connsiteY79" fmla="*/ 1271778 h 3634930"/>
                    <a:gd name="connsiteX80" fmla="*/ 454630 w 2539081"/>
                    <a:gd name="connsiteY80" fmla="*/ 457962 h 3634930"/>
                    <a:gd name="connsiteX81" fmla="*/ 1267113 w 2539081"/>
                    <a:gd name="connsiteY81" fmla="*/ 119825 h 3634930"/>
                    <a:gd name="connsiteX82" fmla="*/ 1269113 w 2539081"/>
                    <a:gd name="connsiteY82" fmla="*/ 119825 h 3634930"/>
                    <a:gd name="connsiteX83" fmla="*/ 2081310 w 2539081"/>
                    <a:gd name="connsiteY83" fmla="*/ 455867 h 3634930"/>
                    <a:gd name="connsiteX84" fmla="*/ 2418685 w 2539081"/>
                    <a:gd name="connsiteY84" fmla="*/ 1269397 h 3634930"/>
                    <a:gd name="connsiteX85" fmla="*/ 1823849 w 2539081"/>
                    <a:gd name="connsiteY85" fmla="*/ 2276856 h 3634930"/>
                    <a:gd name="connsiteX86" fmla="*/ 1823849 w 2539081"/>
                    <a:gd name="connsiteY86" fmla="*/ 2276856 h 3634930"/>
                    <a:gd name="connsiteX87" fmla="*/ 1573818 w 2539081"/>
                    <a:gd name="connsiteY87" fmla="*/ 1474184 h 3634930"/>
                    <a:gd name="connsiteX88" fmla="*/ 1573818 w 2539081"/>
                    <a:gd name="connsiteY88" fmla="*/ 1289590 h 3634930"/>
                    <a:gd name="connsiteX89" fmla="*/ 1758412 w 2539081"/>
                    <a:gd name="connsiteY89" fmla="*/ 1104995 h 3634930"/>
                    <a:gd name="connsiteX90" fmla="*/ 1943007 w 2539081"/>
                    <a:gd name="connsiteY90" fmla="*/ 1289590 h 3634930"/>
                    <a:gd name="connsiteX91" fmla="*/ 1758412 w 2539081"/>
                    <a:gd name="connsiteY91" fmla="*/ 1474184 h 3634930"/>
                    <a:gd name="connsiteX92" fmla="*/ 1573818 w 2539081"/>
                    <a:gd name="connsiteY92" fmla="*/ 1474184 h 36349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</a:cxnLst>
                  <a:rect l="l" t="t" r="r" b="b"/>
                  <a:pathLst>
                    <a:path w="2539081" h="3634930">
                      <a:moveTo>
                        <a:pt x="2491456" y="1615059"/>
                      </a:moveTo>
                      <a:cubicBezTo>
                        <a:pt x="2523079" y="1503140"/>
                        <a:pt x="2539081" y="1386935"/>
                        <a:pt x="2539081" y="1269587"/>
                      </a:cubicBezTo>
                      <a:cubicBezTo>
                        <a:pt x="2539081" y="1097947"/>
                        <a:pt x="2505458" y="931545"/>
                        <a:pt x="2439069" y="774859"/>
                      </a:cubicBezTo>
                      <a:cubicBezTo>
                        <a:pt x="2374965" y="623507"/>
                        <a:pt x="2283335" y="487585"/>
                        <a:pt x="2166463" y="371094"/>
                      </a:cubicBezTo>
                      <a:cubicBezTo>
                        <a:pt x="2049591" y="254603"/>
                        <a:pt x="1913670" y="162973"/>
                        <a:pt x="1762317" y="99155"/>
                      </a:cubicBezTo>
                      <a:cubicBezTo>
                        <a:pt x="1606203" y="33338"/>
                        <a:pt x="1440372" y="0"/>
                        <a:pt x="1269589" y="0"/>
                      </a:cubicBezTo>
                      <a:lnTo>
                        <a:pt x="1267494" y="0"/>
                      </a:lnTo>
                      <a:cubicBezTo>
                        <a:pt x="1096044" y="286"/>
                        <a:pt x="929737" y="34195"/>
                        <a:pt x="773337" y="100679"/>
                      </a:cubicBezTo>
                      <a:cubicBezTo>
                        <a:pt x="622270" y="164973"/>
                        <a:pt x="486634" y="256699"/>
                        <a:pt x="370239" y="373571"/>
                      </a:cubicBezTo>
                      <a:cubicBezTo>
                        <a:pt x="253843" y="490442"/>
                        <a:pt x="162594" y="626364"/>
                        <a:pt x="98871" y="777716"/>
                      </a:cubicBezTo>
                      <a:cubicBezTo>
                        <a:pt x="33054" y="934403"/>
                        <a:pt x="-284" y="1100804"/>
                        <a:pt x="2" y="1272350"/>
                      </a:cubicBezTo>
                      <a:cubicBezTo>
                        <a:pt x="288" y="1389412"/>
                        <a:pt x="16385" y="1505331"/>
                        <a:pt x="48008" y="1616964"/>
                      </a:cubicBezTo>
                      <a:cubicBezTo>
                        <a:pt x="78678" y="1725168"/>
                        <a:pt x="123827" y="1828990"/>
                        <a:pt x="182215" y="1925479"/>
                      </a:cubicBezTo>
                      <a:cubicBezTo>
                        <a:pt x="297563" y="2116360"/>
                        <a:pt x="461583" y="2274189"/>
                        <a:pt x="656655" y="2381917"/>
                      </a:cubicBezTo>
                      <a:cubicBezTo>
                        <a:pt x="741428" y="2428685"/>
                        <a:pt x="794101" y="2518220"/>
                        <a:pt x="794101" y="2615470"/>
                      </a:cubicBezTo>
                      <a:lnTo>
                        <a:pt x="794101" y="3298603"/>
                      </a:lnTo>
                      <a:cubicBezTo>
                        <a:pt x="794101" y="3331750"/>
                        <a:pt x="820866" y="3358611"/>
                        <a:pt x="854109" y="3358611"/>
                      </a:cubicBezTo>
                      <a:lnTo>
                        <a:pt x="938786" y="3358611"/>
                      </a:lnTo>
                      <a:cubicBezTo>
                        <a:pt x="950787" y="3425571"/>
                        <a:pt x="982791" y="3487293"/>
                        <a:pt x="1032036" y="3536347"/>
                      </a:cubicBezTo>
                      <a:cubicBezTo>
                        <a:pt x="1095472" y="3599783"/>
                        <a:pt x="1179959" y="3634931"/>
                        <a:pt x="1269780" y="3634931"/>
                      </a:cubicBezTo>
                      <a:cubicBezTo>
                        <a:pt x="1359600" y="3634931"/>
                        <a:pt x="1444087" y="3599974"/>
                        <a:pt x="1507524" y="3536347"/>
                      </a:cubicBezTo>
                      <a:cubicBezTo>
                        <a:pt x="1556578" y="3487293"/>
                        <a:pt x="1588772" y="3425571"/>
                        <a:pt x="1600773" y="3358611"/>
                      </a:cubicBezTo>
                      <a:lnTo>
                        <a:pt x="1685451" y="3358611"/>
                      </a:lnTo>
                      <a:cubicBezTo>
                        <a:pt x="1718598" y="3358611"/>
                        <a:pt x="1745458" y="3331845"/>
                        <a:pt x="1745458" y="3298603"/>
                      </a:cubicBezTo>
                      <a:lnTo>
                        <a:pt x="1745458" y="2615470"/>
                      </a:lnTo>
                      <a:cubicBezTo>
                        <a:pt x="1745458" y="2518220"/>
                        <a:pt x="1798036" y="2428875"/>
                        <a:pt x="1882523" y="2382298"/>
                      </a:cubicBezTo>
                      <a:cubicBezTo>
                        <a:pt x="2078166" y="2274475"/>
                        <a:pt x="2242473" y="2116074"/>
                        <a:pt x="2357916" y="1924717"/>
                      </a:cubicBezTo>
                      <a:cubicBezTo>
                        <a:pt x="2415732" y="1827848"/>
                        <a:pt x="2460786" y="1723739"/>
                        <a:pt x="2491552" y="1615154"/>
                      </a:cubicBezTo>
                      <a:lnTo>
                        <a:pt x="2491552" y="1615154"/>
                      </a:lnTo>
                      <a:close/>
                      <a:moveTo>
                        <a:pt x="1269303" y="3514630"/>
                      </a:moveTo>
                      <a:cubicBezTo>
                        <a:pt x="1170910" y="3514630"/>
                        <a:pt x="1087662" y="3448431"/>
                        <a:pt x="1061563" y="3358515"/>
                      </a:cubicBezTo>
                      <a:lnTo>
                        <a:pt x="1477044" y="3358515"/>
                      </a:lnTo>
                      <a:cubicBezTo>
                        <a:pt x="1450945" y="3448622"/>
                        <a:pt x="1367697" y="3514630"/>
                        <a:pt x="1269303" y="3514630"/>
                      </a:cubicBezTo>
                      <a:lnTo>
                        <a:pt x="1269303" y="3514630"/>
                      </a:lnTo>
                      <a:close/>
                      <a:moveTo>
                        <a:pt x="1624777" y="3238500"/>
                      </a:moveTo>
                      <a:lnTo>
                        <a:pt x="913735" y="3238500"/>
                      </a:lnTo>
                      <a:lnTo>
                        <a:pt x="913735" y="3021521"/>
                      </a:lnTo>
                      <a:lnTo>
                        <a:pt x="1624777" y="3021521"/>
                      </a:lnTo>
                      <a:lnTo>
                        <a:pt x="1624777" y="3238500"/>
                      </a:lnTo>
                      <a:close/>
                      <a:moveTo>
                        <a:pt x="1624777" y="2901506"/>
                      </a:moveTo>
                      <a:lnTo>
                        <a:pt x="913735" y="2901506"/>
                      </a:lnTo>
                      <a:lnTo>
                        <a:pt x="913735" y="2675382"/>
                      </a:lnTo>
                      <a:lnTo>
                        <a:pt x="1624777" y="2675382"/>
                      </a:lnTo>
                      <a:lnTo>
                        <a:pt x="1624777" y="2901506"/>
                      </a:lnTo>
                      <a:close/>
                      <a:moveTo>
                        <a:pt x="964694" y="1474280"/>
                      </a:moveTo>
                      <a:lnTo>
                        <a:pt x="780099" y="1474280"/>
                      </a:lnTo>
                      <a:cubicBezTo>
                        <a:pt x="678372" y="1474280"/>
                        <a:pt x="595505" y="1391412"/>
                        <a:pt x="595505" y="1289685"/>
                      </a:cubicBezTo>
                      <a:cubicBezTo>
                        <a:pt x="595505" y="1187958"/>
                        <a:pt x="678372" y="1105091"/>
                        <a:pt x="780099" y="1105091"/>
                      </a:cubicBezTo>
                      <a:cubicBezTo>
                        <a:pt x="881826" y="1105091"/>
                        <a:pt x="964694" y="1187958"/>
                        <a:pt x="964694" y="1289685"/>
                      </a:cubicBezTo>
                      <a:lnTo>
                        <a:pt x="964694" y="1474280"/>
                      </a:lnTo>
                      <a:close/>
                      <a:moveTo>
                        <a:pt x="1084709" y="2555177"/>
                      </a:moveTo>
                      <a:lnTo>
                        <a:pt x="1084709" y="1594104"/>
                      </a:lnTo>
                      <a:lnTo>
                        <a:pt x="1453803" y="1594104"/>
                      </a:lnTo>
                      <a:lnTo>
                        <a:pt x="1453803" y="2555177"/>
                      </a:lnTo>
                      <a:lnTo>
                        <a:pt x="1084709" y="2555177"/>
                      </a:lnTo>
                      <a:close/>
                      <a:moveTo>
                        <a:pt x="1823849" y="2276856"/>
                      </a:moveTo>
                      <a:cubicBezTo>
                        <a:pt x="1718788" y="2334863"/>
                        <a:pt x="1647732" y="2438210"/>
                        <a:pt x="1629444" y="2555177"/>
                      </a:cubicBezTo>
                      <a:lnTo>
                        <a:pt x="1573818" y="2555177"/>
                      </a:lnTo>
                      <a:lnTo>
                        <a:pt x="1573818" y="1594104"/>
                      </a:lnTo>
                      <a:lnTo>
                        <a:pt x="1758412" y="1594104"/>
                      </a:lnTo>
                      <a:cubicBezTo>
                        <a:pt x="1839756" y="1594104"/>
                        <a:pt x="1916241" y="1562386"/>
                        <a:pt x="1973772" y="1504855"/>
                      </a:cubicBezTo>
                      <a:cubicBezTo>
                        <a:pt x="2031303" y="1447324"/>
                        <a:pt x="2063022" y="1370838"/>
                        <a:pt x="2063022" y="1289495"/>
                      </a:cubicBezTo>
                      <a:cubicBezTo>
                        <a:pt x="2063022" y="1208151"/>
                        <a:pt x="2031303" y="1131665"/>
                        <a:pt x="1973772" y="1074134"/>
                      </a:cubicBezTo>
                      <a:cubicBezTo>
                        <a:pt x="1916241" y="1016603"/>
                        <a:pt x="1839756" y="984885"/>
                        <a:pt x="1758412" y="984885"/>
                      </a:cubicBezTo>
                      <a:cubicBezTo>
                        <a:pt x="1677069" y="984885"/>
                        <a:pt x="1600583" y="1016603"/>
                        <a:pt x="1543052" y="1074134"/>
                      </a:cubicBezTo>
                      <a:cubicBezTo>
                        <a:pt x="1485521" y="1131665"/>
                        <a:pt x="1453803" y="1208151"/>
                        <a:pt x="1453803" y="1289495"/>
                      </a:cubicBezTo>
                      <a:lnTo>
                        <a:pt x="1453803" y="1474089"/>
                      </a:lnTo>
                      <a:lnTo>
                        <a:pt x="1084709" y="1474089"/>
                      </a:lnTo>
                      <a:lnTo>
                        <a:pt x="1084709" y="1289495"/>
                      </a:lnTo>
                      <a:cubicBezTo>
                        <a:pt x="1084709" y="1208151"/>
                        <a:pt x="1052991" y="1131665"/>
                        <a:pt x="995460" y="1074134"/>
                      </a:cubicBezTo>
                      <a:cubicBezTo>
                        <a:pt x="937929" y="1016603"/>
                        <a:pt x="861443" y="984885"/>
                        <a:pt x="780099" y="984885"/>
                      </a:cubicBezTo>
                      <a:cubicBezTo>
                        <a:pt x="698756" y="984885"/>
                        <a:pt x="622270" y="1016603"/>
                        <a:pt x="564739" y="1074134"/>
                      </a:cubicBezTo>
                      <a:cubicBezTo>
                        <a:pt x="507208" y="1131665"/>
                        <a:pt x="475490" y="1208151"/>
                        <a:pt x="475490" y="1289495"/>
                      </a:cubicBezTo>
                      <a:cubicBezTo>
                        <a:pt x="475490" y="1370838"/>
                        <a:pt x="507208" y="1447324"/>
                        <a:pt x="564739" y="1504855"/>
                      </a:cubicBezTo>
                      <a:cubicBezTo>
                        <a:pt x="622270" y="1562386"/>
                        <a:pt x="698756" y="1594104"/>
                        <a:pt x="780099" y="1594104"/>
                      </a:cubicBezTo>
                      <a:lnTo>
                        <a:pt x="964694" y="1594104"/>
                      </a:lnTo>
                      <a:lnTo>
                        <a:pt x="964694" y="2555177"/>
                      </a:lnTo>
                      <a:lnTo>
                        <a:pt x="909068" y="2555177"/>
                      </a:lnTo>
                      <a:cubicBezTo>
                        <a:pt x="890780" y="2438210"/>
                        <a:pt x="819628" y="2334863"/>
                        <a:pt x="714282" y="2276570"/>
                      </a:cubicBezTo>
                      <a:cubicBezTo>
                        <a:pt x="348236" y="2074450"/>
                        <a:pt x="120493" y="1689449"/>
                        <a:pt x="119541" y="1271778"/>
                      </a:cubicBezTo>
                      <a:cubicBezTo>
                        <a:pt x="118874" y="964501"/>
                        <a:pt x="237936" y="675418"/>
                        <a:pt x="454630" y="457962"/>
                      </a:cubicBezTo>
                      <a:cubicBezTo>
                        <a:pt x="671324" y="240411"/>
                        <a:pt x="959931" y="120301"/>
                        <a:pt x="1267113" y="119825"/>
                      </a:cubicBezTo>
                      <a:lnTo>
                        <a:pt x="1269113" y="119825"/>
                      </a:lnTo>
                      <a:cubicBezTo>
                        <a:pt x="1575818" y="119825"/>
                        <a:pt x="1864235" y="239173"/>
                        <a:pt x="2081310" y="455867"/>
                      </a:cubicBezTo>
                      <a:cubicBezTo>
                        <a:pt x="2298956" y="673037"/>
                        <a:pt x="2418685" y="962120"/>
                        <a:pt x="2418685" y="1269397"/>
                      </a:cubicBezTo>
                      <a:cubicBezTo>
                        <a:pt x="2418876" y="1688306"/>
                        <a:pt x="2190942" y="2074259"/>
                        <a:pt x="1823849" y="2276856"/>
                      </a:cubicBezTo>
                      <a:lnTo>
                        <a:pt x="1823849" y="2276856"/>
                      </a:lnTo>
                      <a:close/>
                      <a:moveTo>
                        <a:pt x="1573818" y="1474184"/>
                      </a:moveTo>
                      <a:lnTo>
                        <a:pt x="1573818" y="1289590"/>
                      </a:lnTo>
                      <a:cubicBezTo>
                        <a:pt x="1573818" y="1187863"/>
                        <a:pt x="1656685" y="1104995"/>
                        <a:pt x="1758412" y="1104995"/>
                      </a:cubicBezTo>
                      <a:cubicBezTo>
                        <a:pt x="1860139" y="1104995"/>
                        <a:pt x="1943007" y="1187863"/>
                        <a:pt x="1943007" y="1289590"/>
                      </a:cubicBezTo>
                      <a:cubicBezTo>
                        <a:pt x="1943007" y="1391317"/>
                        <a:pt x="1860139" y="1474184"/>
                        <a:pt x="1758412" y="1474184"/>
                      </a:cubicBezTo>
                      <a:lnTo>
                        <a:pt x="1573818" y="1474184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 dirty="0"/>
                </a:p>
              </p:txBody>
            </p:sp>
            <p:sp>
              <p:nvSpPr>
                <p:cNvPr id="29" name="Freeform: Shape 28">
                  <a:extLst>
                    <a:ext uri="{FF2B5EF4-FFF2-40B4-BE49-F238E27FC236}">
                      <a16:creationId xmlns:a16="http://schemas.microsoft.com/office/drawing/2014/main" id="{5A0CA914-3E07-B9FA-B2B0-A231C3E750EC}"/>
                    </a:ext>
                  </a:extLst>
                </p:cNvPr>
                <p:cNvSpPr/>
                <p:nvPr/>
              </p:nvSpPr>
              <p:spPr>
                <a:xfrm>
                  <a:off x="-7276974" y="3320301"/>
                  <a:ext cx="472154" cy="129349"/>
                </a:xfrm>
                <a:custGeom>
                  <a:avLst/>
                  <a:gdLst>
                    <a:gd name="connsiteX0" fmla="*/ 407480 w 472154"/>
                    <a:gd name="connsiteY0" fmla="*/ 0 h 129349"/>
                    <a:gd name="connsiteX1" fmla="*/ 64675 w 472154"/>
                    <a:gd name="connsiteY1" fmla="*/ 0 h 129349"/>
                    <a:gd name="connsiteX2" fmla="*/ 0 w 472154"/>
                    <a:gd name="connsiteY2" fmla="*/ 64675 h 129349"/>
                    <a:gd name="connsiteX3" fmla="*/ 64675 w 472154"/>
                    <a:gd name="connsiteY3" fmla="*/ 129350 h 129349"/>
                    <a:gd name="connsiteX4" fmla="*/ 407480 w 472154"/>
                    <a:gd name="connsiteY4" fmla="*/ 129350 h 129349"/>
                    <a:gd name="connsiteX5" fmla="*/ 472154 w 472154"/>
                    <a:gd name="connsiteY5" fmla="*/ 64675 h 129349"/>
                    <a:gd name="connsiteX6" fmla="*/ 407480 w 472154"/>
                    <a:gd name="connsiteY6" fmla="*/ 0 h 1293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472154" h="129349">
                      <a:moveTo>
                        <a:pt x="407480" y="0"/>
                      </a:moveTo>
                      <a:lnTo>
                        <a:pt x="64675" y="0"/>
                      </a:lnTo>
                      <a:cubicBezTo>
                        <a:pt x="28956" y="0"/>
                        <a:pt x="0" y="28956"/>
                        <a:pt x="0" y="64675"/>
                      </a:cubicBezTo>
                      <a:cubicBezTo>
                        <a:pt x="0" y="100393"/>
                        <a:pt x="28956" y="129350"/>
                        <a:pt x="64675" y="129350"/>
                      </a:cubicBezTo>
                      <a:lnTo>
                        <a:pt x="407480" y="129350"/>
                      </a:lnTo>
                      <a:cubicBezTo>
                        <a:pt x="443198" y="129350"/>
                        <a:pt x="472154" y="100393"/>
                        <a:pt x="472154" y="64675"/>
                      </a:cubicBezTo>
                      <a:cubicBezTo>
                        <a:pt x="472154" y="28956"/>
                        <a:pt x="443198" y="0"/>
                        <a:pt x="407480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30" name="Freeform: Shape 29">
                  <a:extLst>
                    <a:ext uri="{FF2B5EF4-FFF2-40B4-BE49-F238E27FC236}">
                      <a16:creationId xmlns:a16="http://schemas.microsoft.com/office/drawing/2014/main" id="{C223563D-A90C-B37E-4921-BA91ED85233F}"/>
                    </a:ext>
                  </a:extLst>
                </p:cNvPr>
                <p:cNvSpPr/>
                <p:nvPr/>
              </p:nvSpPr>
              <p:spPr>
                <a:xfrm>
                  <a:off x="-3893218" y="3320301"/>
                  <a:ext cx="472154" cy="129349"/>
                </a:xfrm>
                <a:custGeom>
                  <a:avLst/>
                  <a:gdLst>
                    <a:gd name="connsiteX0" fmla="*/ 407480 w 472154"/>
                    <a:gd name="connsiteY0" fmla="*/ 0 h 129349"/>
                    <a:gd name="connsiteX1" fmla="*/ 64675 w 472154"/>
                    <a:gd name="connsiteY1" fmla="*/ 0 h 129349"/>
                    <a:gd name="connsiteX2" fmla="*/ 0 w 472154"/>
                    <a:gd name="connsiteY2" fmla="*/ 64675 h 129349"/>
                    <a:gd name="connsiteX3" fmla="*/ 64675 w 472154"/>
                    <a:gd name="connsiteY3" fmla="*/ 129350 h 129349"/>
                    <a:gd name="connsiteX4" fmla="*/ 407480 w 472154"/>
                    <a:gd name="connsiteY4" fmla="*/ 129350 h 129349"/>
                    <a:gd name="connsiteX5" fmla="*/ 472154 w 472154"/>
                    <a:gd name="connsiteY5" fmla="*/ 64675 h 129349"/>
                    <a:gd name="connsiteX6" fmla="*/ 407480 w 472154"/>
                    <a:gd name="connsiteY6" fmla="*/ 0 h 1293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472154" h="129349">
                      <a:moveTo>
                        <a:pt x="407480" y="0"/>
                      </a:moveTo>
                      <a:lnTo>
                        <a:pt x="64675" y="0"/>
                      </a:lnTo>
                      <a:cubicBezTo>
                        <a:pt x="28956" y="0"/>
                        <a:pt x="0" y="28956"/>
                        <a:pt x="0" y="64675"/>
                      </a:cubicBezTo>
                      <a:cubicBezTo>
                        <a:pt x="0" y="100393"/>
                        <a:pt x="28956" y="129350"/>
                        <a:pt x="64675" y="129350"/>
                      </a:cubicBezTo>
                      <a:lnTo>
                        <a:pt x="407480" y="129350"/>
                      </a:lnTo>
                      <a:cubicBezTo>
                        <a:pt x="443198" y="129350"/>
                        <a:pt x="472154" y="100393"/>
                        <a:pt x="472154" y="64675"/>
                      </a:cubicBezTo>
                      <a:cubicBezTo>
                        <a:pt x="472154" y="28956"/>
                        <a:pt x="443198" y="0"/>
                        <a:pt x="407480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31" name="Freeform: Shape 30">
                  <a:extLst>
                    <a:ext uri="{FF2B5EF4-FFF2-40B4-BE49-F238E27FC236}">
                      <a16:creationId xmlns:a16="http://schemas.microsoft.com/office/drawing/2014/main" id="{6CF1B974-2A5B-B026-D916-05B5798F686A}"/>
                    </a:ext>
                  </a:extLst>
                </p:cNvPr>
                <p:cNvSpPr/>
                <p:nvPr/>
              </p:nvSpPr>
              <p:spPr>
                <a:xfrm>
                  <a:off x="-6731001" y="4395483"/>
                  <a:ext cx="371570" cy="371760"/>
                </a:xfrm>
                <a:custGeom>
                  <a:avLst/>
                  <a:gdLst>
                    <a:gd name="connsiteX0" fmla="*/ 261271 w 371570"/>
                    <a:gd name="connsiteY0" fmla="*/ 18860 h 371760"/>
                    <a:gd name="connsiteX1" fmla="*/ 18859 w 371570"/>
                    <a:gd name="connsiteY1" fmla="*/ 261271 h 371760"/>
                    <a:gd name="connsiteX2" fmla="*/ 18859 w 371570"/>
                    <a:gd name="connsiteY2" fmla="*/ 352806 h 371760"/>
                    <a:gd name="connsiteX3" fmla="*/ 64580 w 371570"/>
                    <a:gd name="connsiteY3" fmla="*/ 371761 h 371760"/>
                    <a:gd name="connsiteX4" fmla="*/ 110300 w 371570"/>
                    <a:gd name="connsiteY4" fmla="*/ 352806 h 371760"/>
                    <a:gd name="connsiteX5" fmla="*/ 352711 w 371570"/>
                    <a:gd name="connsiteY5" fmla="*/ 110395 h 371760"/>
                    <a:gd name="connsiteX6" fmla="*/ 352711 w 371570"/>
                    <a:gd name="connsiteY6" fmla="*/ 18860 h 371760"/>
                    <a:gd name="connsiteX7" fmla="*/ 261271 w 371570"/>
                    <a:gd name="connsiteY7" fmla="*/ 18860 h 3717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371570" h="371760">
                      <a:moveTo>
                        <a:pt x="261271" y="18860"/>
                      </a:moveTo>
                      <a:lnTo>
                        <a:pt x="18859" y="261271"/>
                      </a:lnTo>
                      <a:cubicBezTo>
                        <a:pt x="-6286" y="286417"/>
                        <a:pt x="-6286" y="327470"/>
                        <a:pt x="18859" y="352806"/>
                      </a:cubicBezTo>
                      <a:cubicBezTo>
                        <a:pt x="31528" y="365475"/>
                        <a:pt x="48101" y="371761"/>
                        <a:pt x="64580" y="371761"/>
                      </a:cubicBezTo>
                      <a:cubicBezTo>
                        <a:pt x="81058" y="371761"/>
                        <a:pt x="97631" y="365475"/>
                        <a:pt x="110300" y="352806"/>
                      </a:cubicBezTo>
                      <a:lnTo>
                        <a:pt x="352711" y="110395"/>
                      </a:lnTo>
                      <a:cubicBezTo>
                        <a:pt x="377857" y="85249"/>
                        <a:pt x="377857" y="44196"/>
                        <a:pt x="352711" y="18860"/>
                      </a:cubicBezTo>
                      <a:cubicBezTo>
                        <a:pt x="327374" y="-6287"/>
                        <a:pt x="286417" y="-6287"/>
                        <a:pt x="261271" y="18860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32" name="Freeform: Shape 31">
                  <a:extLst>
                    <a:ext uri="{FF2B5EF4-FFF2-40B4-BE49-F238E27FC236}">
                      <a16:creationId xmlns:a16="http://schemas.microsoft.com/office/drawing/2014/main" id="{A654E8E0-574B-411B-4042-CCA6D8E5D934}"/>
                    </a:ext>
                  </a:extLst>
                </p:cNvPr>
                <p:cNvSpPr/>
                <p:nvPr/>
              </p:nvSpPr>
              <p:spPr>
                <a:xfrm>
                  <a:off x="-4318319" y="1970799"/>
                  <a:ext cx="371570" cy="371760"/>
                </a:xfrm>
                <a:custGeom>
                  <a:avLst/>
                  <a:gdLst>
                    <a:gd name="connsiteX0" fmla="*/ 261271 w 371570"/>
                    <a:gd name="connsiteY0" fmla="*/ 18859 h 371760"/>
                    <a:gd name="connsiteX1" fmla="*/ 18859 w 371570"/>
                    <a:gd name="connsiteY1" fmla="*/ 261271 h 371760"/>
                    <a:gd name="connsiteX2" fmla="*/ 18859 w 371570"/>
                    <a:gd name="connsiteY2" fmla="*/ 352806 h 371760"/>
                    <a:gd name="connsiteX3" fmla="*/ 64579 w 371570"/>
                    <a:gd name="connsiteY3" fmla="*/ 371761 h 371760"/>
                    <a:gd name="connsiteX4" fmla="*/ 110299 w 371570"/>
                    <a:gd name="connsiteY4" fmla="*/ 352806 h 371760"/>
                    <a:gd name="connsiteX5" fmla="*/ 352711 w 371570"/>
                    <a:gd name="connsiteY5" fmla="*/ 110395 h 371760"/>
                    <a:gd name="connsiteX6" fmla="*/ 352711 w 371570"/>
                    <a:gd name="connsiteY6" fmla="*/ 18859 h 371760"/>
                    <a:gd name="connsiteX7" fmla="*/ 261271 w 371570"/>
                    <a:gd name="connsiteY7" fmla="*/ 18859 h 371760"/>
                    <a:gd name="connsiteX8" fmla="*/ 261271 w 371570"/>
                    <a:gd name="connsiteY8" fmla="*/ 18859 h 3717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71570" h="371760">
                      <a:moveTo>
                        <a:pt x="261271" y="18859"/>
                      </a:moveTo>
                      <a:lnTo>
                        <a:pt x="18859" y="261271"/>
                      </a:lnTo>
                      <a:cubicBezTo>
                        <a:pt x="-6286" y="286417"/>
                        <a:pt x="-6286" y="327469"/>
                        <a:pt x="18859" y="352806"/>
                      </a:cubicBezTo>
                      <a:cubicBezTo>
                        <a:pt x="31528" y="365474"/>
                        <a:pt x="48101" y="371761"/>
                        <a:pt x="64579" y="371761"/>
                      </a:cubicBezTo>
                      <a:cubicBezTo>
                        <a:pt x="81058" y="371761"/>
                        <a:pt x="97631" y="365474"/>
                        <a:pt x="110299" y="352806"/>
                      </a:cubicBezTo>
                      <a:lnTo>
                        <a:pt x="352711" y="110395"/>
                      </a:lnTo>
                      <a:cubicBezTo>
                        <a:pt x="377857" y="85249"/>
                        <a:pt x="377857" y="44196"/>
                        <a:pt x="352711" y="18859"/>
                      </a:cubicBezTo>
                      <a:cubicBezTo>
                        <a:pt x="327374" y="-6286"/>
                        <a:pt x="286417" y="-6286"/>
                        <a:pt x="261271" y="18859"/>
                      </a:cubicBezTo>
                      <a:lnTo>
                        <a:pt x="261271" y="18859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33" name="Freeform: Shape 32">
                  <a:extLst>
                    <a:ext uri="{FF2B5EF4-FFF2-40B4-BE49-F238E27FC236}">
                      <a16:creationId xmlns:a16="http://schemas.microsoft.com/office/drawing/2014/main" id="{914AA2E2-E206-5C3F-6422-03745D290D52}"/>
                    </a:ext>
                  </a:extLst>
                </p:cNvPr>
                <p:cNvSpPr/>
                <p:nvPr/>
              </p:nvSpPr>
              <p:spPr>
                <a:xfrm>
                  <a:off x="-5413694" y="1433018"/>
                  <a:ext cx="129349" cy="472154"/>
                </a:xfrm>
                <a:custGeom>
                  <a:avLst/>
                  <a:gdLst>
                    <a:gd name="connsiteX0" fmla="*/ 64675 w 129349"/>
                    <a:gd name="connsiteY0" fmla="*/ 472154 h 472154"/>
                    <a:gd name="connsiteX1" fmla="*/ 129350 w 129349"/>
                    <a:gd name="connsiteY1" fmla="*/ 407480 h 472154"/>
                    <a:gd name="connsiteX2" fmla="*/ 129350 w 129349"/>
                    <a:gd name="connsiteY2" fmla="*/ 64675 h 472154"/>
                    <a:gd name="connsiteX3" fmla="*/ 64675 w 129349"/>
                    <a:gd name="connsiteY3" fmla="*/ 0 h 472154"/>
                    <a:gd name="connsiteX4" fmla="*/ 0 w 129349"/>
                    <a:gd name="connsiteY4" fmla="*/ 64675 h 472154"/>
                    <a:gd name="connsiteX5" fmla="*/ 0 w 129349"/>
                    <a:gd name="connsiteY5" fmla="*/ 407480 h 472154"/>
                    <a:gd name="connsiteX6" fmla="*/ 64675 w 129349"/>
                    <a:gd name="connsiteY6" fmla="*/ 472154 h 4721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9349" h="472154">
                      <a:moveTo>
                        <a:pt x="64675" y="472154"/>
                      </a:moveTo>
                      <a:cubicBezTo>
                        <a:pt x="100394" y="472154"/>
                        <a:pt x="129350" y="443198"/>
                        <a:pt x="129350" y="407480"/>
                      </a:cubicBezTo>
                      <a:lnTo>
                        <a:pt x="129350" y="64675"/>
                      </a:lnTo>
                      <a:cubicBezTo>
                        <a:pt x="129350" y="28956"/>
                        <a:pt x="100394" y="0"/>
                        <a:pt x="64675" y="0"/>
                      </a:cubicBezTo>
                      <a:cubicBezTo>
                        <a:pt x="28956" y="0"/>
                        <a:pt x="0" y="28956"/>
                        <a:pt x="0" y="64675"/>
                      </a:cubicBezTo>
                      <a:lnTo>
                        <a:pt x="0" y="407480"/>
                      </a:lnTo>
                      <a:cubicBezTo>
                        <a:pt x="0" y="443198"/>
                        <a:pt x="28956" y="472154"/>
                        <a:pt x="64675" y="472154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34" name="Freeform: Shape 33">
                  <a:extLst>
                    <a:ext uri="{FF2B5EF4-FFF2-40B4-BE49-F238E27FC236}">
                      <a16:creationId xmlns:a16="http://schemas.microsoft.com/office/drawing/2014/main" id="{FA0023A2-D233-7D5C-36DE-302A6F42CF1B}"/>
                    </a:ext>
                  </a:extLst>
                </p:cNvPr>
                <p:cNvSpPr/>
                <p:nvPr/>
              </p:nvSpPr>
              <p:spPr>
                <a:xfrm>
                  <a:off x="-4338512" y="4395483"/>
                  <a:ext cx="371570" cy="371760"/>
                </a:xfrm>
                <a:custGeom>
                  <a:avLst/>
                  <a:gdLst>
                    <a:gd name="connsiteX0" fmla="*/ 110395 w 371570"/>
                    <a:gd name="connsiteY0" fmla="*/ 18860 h 371760"/>
                    <a:gd name="connsiteX1" fmla="*/ 18860 w 371570"/>
                    <a:gd name="connsiteY1" fmla="*/ 18860 h 371760"/>
                    <a:gd name="connsiteX2" fmla="*/ 18860 w 371570"/>
                    <a:gd name="connsiteY2" fmla="*/ 110395 h 371760"/>
                    <a:gd name="connsiteX3" fmla="*/ 261271 w 371570"/>
                    <a:gd name="connsiteY3" fmla="*/ 352806 h 371760"/>
                    <a:gd name="connsiteX4" fmla="*/ 306991 w 371570"/>
                    <a:gd name="connsiteY4" fmla="*/ 371761 h 371760"/>
                    <a:gd name="connsiteX5" fmla="*/ 352711 w 371570"/>
                    <a:gd name="connsiteY5" fmla="*/ 352806 h 371760"/>
                    <a:gd name="connsiteX6" fmla="*/ 352711 w 371570"/>
                    <a:gd name="connsiteY6" fmla="*/ 261271 h 371760"/>
                    <a:gd name="connsiteX7" fmla="*/ 110300 w 371570"/>
                    <a:gd name="connsiteY7" fmla="*/ 18860 h 3717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371570" h="371760">
                      <a:moveTo>
                        <a:pt x="110395" y="18860"/>
                      </a:moveTo>
                      <a:cubicBezTo>
                        <a:pt x="85249" y="-6287"/>
                        <a:pt x="44196" y="-6287"/>
                        <a:pt x="18860" y="18860"/>
                      </a:cubicBezTo>
                      <a:cubicBezTo>
                        <a:pt x="-6287" y="44006"/>
                        <a:pt x="-6287" y="85058"/>
                        <a:pt x="18860" y="110395"/>
                      </a:cubicBezTo>
                      <a:lnTo>
                        <a:pt x="261271" y="352806"/>
                      </a:lnTo>
                      <a:cubicBezTo>
                        <a:pt x="273939" y="365475"/>
                        <a:pt x="290513" y="371761"/>
                        <a:pt x="306991" y="371761"/>
                      </a:cubicBezTo>
                      <a:cubicBezTo>
                        <a:pt x="323469" y="371761"/>
                        <a:pt x="340043" y="365475"/>
                        <a:pt x="352711" y="352806"/>
                      </a:cubicBezTo>
                      <a:cubicBezTo>
                        <a:pt x="377857" y="327660"/>
                        <a:pt x="377857" y="286607"/>
                        <a:pt x="352711" y="261271"/>
                      </a:cubicBezTo>
                      <a:lnTo>
                        <a:pt x="110300" y="18860"/>
                      </a:lnTo>
                      <a:close/>
                    </a:path>
                  </a:pathLst>
                </a:custGeom>
                <a:solidFill>
                  <a:schemeClr val="tx1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35" name="Freeform: Shape 34">
                  <a:extLst>
                    <a:ext uri="{FF2B5EF4-FFF2-40B4-BE49-F238E27FC236}">
                      <a16:creationId xmlns:a16="http://schemas.microsoft.com/office/drawing/2014/main" id="{924EF155-063A-A4C8-5A35-7DF2F881F811}"/>
                    </a:ext>
                  </a:extLst>
                </p:cNvPr>
                <p:cNvSpPr/>
                <p:nvPr/>
              </p:nvSpPr>
              <p:spPr>
                <a:xfrm>
                  <a:off x="-6767101" y="1990706"/>
                  <a:ext cx="371665" cy="371760"/>
                </a:xfrm>
                <a:custGeom>
                  <a:avLst/>
                  <a:gdLst>
                    <a:gd name="connsiteX0" fmla="*/ 307086 w 371665"/>
                    <a:gd name="connsiteY0" fmla="*/ 371761 h 371760"/>
                    <a:gd name="connsiteX1" fmla="*/ 352806 w 371665"/>
                    <a:gd name="connsiteY1" fmla="*/ 352806 h 371760"/>
                    <a:gd name="connsiteX2" fmla="*/ 352806 w 371665"/>
                    <a:gd name="connsiteY2" fmla="*/ 261271 h 371760"/>
                    <a:gd name="connsiteX3" fmla="*/ 110395 w 371665"/>
                    <a:gd name="connsiteY3" fmla="*/ 18859 h 371760"/>
                    <a:gd name="connsiteX4" fmla="*/ 18859 w 371665"/>
                    <a:gd name="connsiteY4" fmla="*/ 18859 h 371760"/>
                    <a:gd name="connsiteX5" fmla="*/ 18859 w 371665"/>
                    <a:gd name="connsiteY5" fmla="*/ 110395 h 371760"/>
                    <a:gd name="connsiteX6" fmla="*/ 261271 w 371665"/>
                    <a:gd name="connsiteY6" fmla="*/ 352806 h 371760"/>
                    <a:gd name="connsiteX7" fmla="*/ 306991 w 371665"/>
                    <a:gd name="connsiteY7" fmla="*/ 371761 h 3717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371665" h="371760">
                      <a:moveTo>
                        <a:pt x="307086" y="371761"/>
                      </a:moveTo>
                      <a:cubicBezTo>
                        <a:pt x="323564" y="371761"/>
                        <a:pt x="340138" y="365474"/>
                        <a:pt x="352806" y="352806"/>
                      </a:cubicBezTo>
                      <a:cubicBezTo>
                        <a:pt x="377952" y="327660"/>
                        <a:pt x="377952" y="286607"/>
                        <a:pt x="352806" y="261271"/>
                      </a:cubicBezTo>
                      <a:lnTo>
                        <a:pt x="110395" y="18859"/>
                      </a:lnTo>
                      <a:cubicBezTo>
                        <a:pt x="85249" y="-6286"/>
                        <a:pt x="44196" y="-6286"/>
                        <a:pt x="18859" y="18859"/>
                      </a:cubicBezTo>
                      <a:cubicBezTo>
                        <a:pt x="-6286" y="44005"/>
                        <a:pt x="-6286" y="85058"/>
                        <a:pt x="18859" y="110395"/>
                      </a:cubicBezTo>
                      <a:lnTo>
                        <a:pt x="261271" y="352806"/>
                      </a:lnTo>
                      <a:cubicBezTo>
                        <a:pt x="273939" y="365474"/>
                        <a:pt x="290513" y="371761"/>
                        <a:pt x="306991" y="371761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</p:grp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0064EEDD-FD20-CB2F-2679-2B3CADE37F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744437" y="3033525"/>
                <a:ext cx="0" cy="14400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B83D8AF7-4A41-C5C9-2D17-0A0043572EE0}"/>
                  </a:ext>
                </a:extLst>
              </p:cNvPr>
              <p:cNvCxnSpPr/>
              <p:nvPr/>
            </p:nvCxnSpPr>
            <p:spPr>
              <a:xfrm>
                <a:off x="-180195" y="3906187"/>
                <a:ext cx="0" cy="28800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1F44CB3E-2B88-8381-C6A8-39DFCAF627B2}"/>
                  </a:ext>
                </a:extLst>
              </p:cNvPr>
              <p:cNvCxnSpPr/>
              <p:nvPr/>
            </p:nvCxnSpPr>
            <p:spPr>
              <a:xfrm>
                <a:off x="-1308680" y="3375471"/>
                <a:ext cx="0" cy="58534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5811F87B-D5A1-8951-1FB7-CE6B6F67310B}"/>
              </a:ext>
            </a:extLst>
          </p:cNvPr>
          <p:cNvSpPr/>
          <p:nvPr/>
        </p:nvSpPr>
        <p:spPr>
          <a:xfrm>
            <a:off x="1416022" y="1406585"/>
            <a:ext cx="10164082" cy="5211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1800"/>
              </a:spcAft>
            </a:pPr>
            <a:r>
              <a:rPr lang="en-US" sz="1400" dirty="0">
                <a:solidFill>
                  <a:schemeClr val="bg2"/>
                </a:solidFill>
                <a:cs typeface="Arial" panose="020B0604020202020204" pitchFamily="34" charset="0"/>
              </a:rPr>
              <a:t>Analyze </a:t>
            </a:r>
            <a:r>
              <a:rPr lang="en-US" sz="1400" b="1" dirty="0">
                <a:solidFill>
                  <a:schemeClr val="bg2"/>
                </a:solidFill>
                <a:cs typeface="Arial" panose="020B0604020202020204" pitchFamily="34" charset="0"/>
              </a:rPr>
              <a:t>sales performance</a:t>
            </a:r>
            <a:r>
              <a:rPr lang="en-US" sz="1400" dirty="0">
                <a:solidFill>
                  <a:schemeClr val="bg2"/>
                </a:solidFill>
                <a:cs typeface="Arial" panose="020B0604020202020204" pitchFamily="34" charset="0"/>
              </a:rPr>
              <a:t> across stores and regions</a:t>
            </a:r>
            <a:endParaRPr lang="en-GB" sz="1400" b="1" dirty="0">
              <a:solidFill>
                <a:schemeClr val="bg2"/>
              </a:solidFill>
              <a:cs typeface="Arial" panose="020B0604020202020204" pitchFamily="34" charset="0"/>
            </a:endParaRP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B0982B9A-C1AD-AF93-3138-AB1C3DE29E24}"/>
              </a:ext>
            </a:extLst>
          </p:cNvPr>
          <p:cNvGrpSpPr/>
          <p:nvPr/>
        </p:nvGrpSpPr>
        <p:grpSpPr>
          <a:xfrm>
            <a:off x="818717" y="1297967"/>
            <a:ext cx="483876" cy="738423"/>
            <a:chOff x="10426431" y="4929690"/>
            <a:chExt cx="483876" cy="738423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AF3992F4-E1D4-AC75-FCCA-8CF703CC09C0}"/>
                </a:ext>
              </a:extLst>
            </p:cNvPr>
            <p:cNvGrpSpPr/>
            <p:nvPr/>
          </p:nvGrpSpPr>
          <p:grpSpPr>
            <a:xfrm rot="1800000">
              <a:off x="10426431" y="5068636"/>
              <a:ext cx="483876" cy="452436"/>
              <a:chOff x="3600440" y="1095389"/>
              <a:chExt cx="4990540" cy="4666282"/>
            </a:xfrm>
          </p:grpSpPr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C3ECA393-4BA1-5653-E961-8CE01DE72308}"/>
                  </a:ext>
                </a:extLst>
              </p:cNvPr>
              <p:cNvSpPr/>
              <p:nvPr/>
            </p:nvSpPr>
            <p:spPr>
              <a:xfrm>
                <a:off x="3600440" y="1095389"/>
                <a:ext cx="4990540" cy="4666282"/>
              </a:xfrm>
              <a:custGeom>
                <a:avLst/>
                <a:gdLst>
                  <a:gd name="connsiteX0" fmla="*/ 1649930 w 4990540"/>
                  <a:gd name="connsiteY0" fmla="*/ 4666283 h 4666282"/>
                  <a:gd name="connsiteX1" fmla="*/ 1674504 w 4990540"/>
                  <a:gd name="connsiteY1" fmla="*/ 4129359 h 4666282"/>
                  <a:gd name="connsiteX2" fmla="*/ 1698793 w 4990540"/>
                  <a:gd name="connsiteY2" fmla="*/ 3606532 h 4666282"/>
                  <a:gd name="connsiteX3" fmla="*/ 1655549 w 4990540"/>
                  <a:gd name="connsiteY3" fmla="*/ 3576623 h 4666282"/>
                  <a:gd name="connsiteX4" fmla="*/ 898312 w 4990540"/>
                  <a:gd name="connsiteY4" fmla="*/ 3576623 h 4666282"/>
                  <a:gd name="connsiteX5" fmla="*/ 564937 w 4990540"/>
                  <a:gd name="connsiteY5" fmla="*/ 3576433 h 4666282"/>
                  <a:gd name="connsiteX6" fmla="*/ 295 w 4990540"/>
                  <a:gd name="connsiteY6" fmla="*/ 3013029 h 4666282"/>
                  <a:gd name="connsiteX7" fmla="*/ 9 w 4990540"/>
                  <a:gd name="connsiteY7" fmla="*/ 565199 h 4666282"/>
                  <a:gd name="connsiteX8" fmla="*/ 557888 w 4990540"/>
                  <a:gd name="connsiteY8" fmla="*/ 747 h 4666282"/>
                  <a:gd name="connsiteX9" fmla="*/ 2691393 w 4990540"/>
                  <a:gd name="connsiteY9" fmla="*/ 271 h 4666282"/>
                  <a:gd name="connsiteX10" fmla="*/ 4419990 w 4990540"/>
                  <a:gd name="connsiteY10" fmla="*/ 462 h 4666282"/>
                  <a:gd name="connsiteX11" fmla="*/ 4967011 w 4990540"/>
                  <a:gd name="connsiteY11" fmla="*/ 398797 h 4666282"/>
                  <a:gd name="connsiteX12" fmla="*/ 4989014 w 4990540"/>
                  <a:gd name="connsiteY12" fmla="*/ 577010 h 4666282"/>
                  <a:gd name="connsiteX13" fmla="*/ 4990538 w 4990540"/>
                  <a:gd name="connsiteY13" fmla="*/ 2995979 h 4666282"/>
                  <a:gd name="connsiteX14" fmla="*/ 4554864 w 4990540"/>
                  <a:gd name="connsiteY14" fmla="*/ 3561669 h 4666282"/>
                  <a:gd name="connsiteX15" fmla="*/ 4418181 w 4990540"/>
                  <a:gd name="connsiteY15" fmla="*/ 3576814 h 4666282"/>
                  <a:gd name="connsiteX16" fmla="*/ 3023054 w 4990540"/>
                  <a:gd name="connsiteY16" fmla="*/ 3575671 h 4666282"/>
                  <a:gd name="connsiteX17" fmla="*/ 2924946 w 4990540"/>
                  <a:gd name="connsiteY17" fmla="*/ 3611866 h 4666282"/>
                  <a:gd name="connsiteX18" fmla="*/ 1684220 w 4990540"/>
                  <a:gd name="connsiteY18" fmla="*/ 4642756 h 4666282"/>
                  <a:gd name="connsiteX19" fmla="*/ 1649930 w 4990540"/>
                  <a:gd name="connsiteY19" fmla="*/ 4666283 h 4666282"/>
                  <a:gd name="connsiteX20" fmla="*/ 1858051 w 4990540"/>
                  <a:gd name="connsiteY20" fmla="*/ 4248612 h 4666282"/>
                  <a:gd name="connsiteX21" fmla="*/ 1898532 w 4990540"/>
                  <a:gd name="connsiteY21" fmla="*/ 4219465 h 4666282"/>
                  <a:gd name="connsiteX22" fmla="*/ 2864843 w 4990540"/>
                  <a:gd name="connsiteY22" fmla="*/ 3416984 h 4666282"/>
                  <a:gd name="connsiteX23" fmla="*/ 2950473 w 4990540"/>
                  <a:gd name="connsiteY23" fmla="*/ 3386218 h 4666282"/>
                  <a:gd name="connsiteX24" fmla="*/ 4412275 w 4990540"/>
                  <a:gd name="connsiteY24" fmla="*/ 3386885 h 4666282"/>
                  <a:gd name="connsiteX25" fmla="*/ 4802133 w 4990540"/>
                  <a:gd name="connsiteY25" fmla="*/ 2996551 h 4666282"/>
                  <a:gd name="connsiteX26" fmla="*/ 4802133 w 4990540"/>
                  <a:gd name="connsiteY26" fmla="*/ 577677 h 4666282"/>
                  <a:gd name="connsiteX27" fmla="*/ 4411037 w 4990540"/>
                  <a:gd name="connsiteY27" fmla="*/ 185914 h 4666282"/>
                  <a:gd name="connsiteX28" fmla="*/ 606656 w 4990540"/>
                  <a:gd name="connsiteY28" fmla="*/ 184770 h 4666282"/>
                  <a:gd name="connsiteX29" fmla="*/ 452351 w 4990540"/>
                  <a:gd name="connsiteY29" fmla="*/ 203916 h 4666282"/>
                  <a:gd name="connsiteX30" fmla="*/ 186794 w 4990540"/>
                  <a:gd name="connsiteY30" fmla="*/ 602442 h 4666282"/>
                  <a:gd name="connsiteX31" fmla="*/ 186509 w 4990540"/>
                  <a:gd name="connsiteY31" fmla="*/ 2992741 h 4666282"/>
                  <a:gd name="connsiteX32" fmla="*/ 584368 w 4990540"/>
                  <a:gd name="connsiteY32" fmla="*/ 3388790 h 4666282"/>
                  <a:gd name="connsiteX33" fmla="*/ 1836715 w 4990540"/>
                  <a:gd name="connsiteY33" fmla="*/ 3386980 h 4666282"/>
                  <a:gd name="connsiteX34" fmla="*/ 1870052 w 4990540"/>
                  <a:gd name="connsiteY34" fmla="*/ 3386885 h 4666282"/>
                  <a:gd name="connsiteX35" fmla="*/ 1896341 w 4990540"/>
                  <a:gd name="connsiteY35" fmla="*/ 3414793 h 4666282"/>
                  <a:gd name="connsiteX36" fmla="*/ 1872910 w 4990540"/>
                  <a:gd name="connsiteY36" fmla="*/ 3880376 h 4666282"/>
                  <a:gd name="connsiteX37" fmla="*/ 1858051 w 4990540"/>
                  <a:gd name="connsiteY37" fmla="*/ 4248517 h 46662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4990540" h="4666282">
                    <a:moveTo>
                      <a:pt x="1649930" y="4666283"/>
                    </a:moveTo>
                    <a:cubicBezTo>
                      <a:pt x="1658407" y="4480927"/>
                      <a:pt x="1666503" y="4305190"/>
                      <a:pt x="1674504" y="4129359"/>
                    </a:cubicBezTo>
                    <a:cubicBezTo>
                      <a:pt x="1682410" y="3955051"/>
                      <a:pt x="1689649" y="3780744"/>
                      <a:pt x="1698793" y="3606532"/>
                    </a:cubicBezTo>
                    <a:cubicBezTo>
                      <a:pt x="1700793" y="3568051"/>
                      <a:pt x="1675933" y="3576718"/>
                      <a:pt x="1655549" y="3576623"/>
                    </a:cubicBezTo>
                    <a:cubicBezTo>
                      <a:pt x="1403137" y="3576433"/>
                      <a:pt x="1150724" y="3576623"/>
                      <a:pt x="898312" y="3576623"/>
                    </a:cubicBezTo>
                    <a:cubicBezTo>
                      <a:pt x="787155" y="3576623"/>
                      <a:pt x="676094" y="3577195"/>
                      <a:pt x="564937" y="3576433"/>
                    </a:cubicBezTo>
                    <a:cubicBezTo>
                      <a:pt x="215846" y="3573956"/>
                      <a:pt x="-1039" y="3291349"/>
                      <a:pt x="295" y="3013029"/>
                    </a:cubicBezTo>
                    <a:cubicBezTo>
                      <a:pt x="4295" y="2197117"/>
                      <a:pt x="4772" y="1381111"/>
                      <a:pt x="9" y="565199"/>
                    </a:cubicBezTo>
                    <a:cubicBezTo>
                      <a:pt x="-1610" y="288307"/>
                      <a:pt x="214988" y="1319"/>
                      <a:pt x="557888" y="747"/>
                    </a:cubicBezTo>
                    <a:cubicBezTo>
                      <a:pt x="1269120" y="-586"/>
                      <a:pt x="1980257" y="271"/>
                      <a:pt x="2691393" y="271"/>
                    </a:cubicBezTo>
                    <a:cubicBezTo>
                      <a:pt x="3267560" y="271"/>
                      <a:pt x="3843823" y="-110"/>
                      <a:pt x="4419990" y="462"/>
                    </a:cubicBezTo>
                    <a:cubicBezTo>
                      <a:pt x="4682499" y="747"/>
                      <a:pt x="4890239" y="153433"/>
                      <a:pt x="4967011" y="398797"/>
                    </a:cubicBezTo>
                    <a:cubicBezTo>
                      <a:pt x="4985299" y="457090"/>
                      <a:pt x="4988919" y="517002"/>
                      <a:pt x="4989014" y="577010"/>
                    </a:cubicBezTo>
                    <a:cubicBezTo>
                      <a:pt x="4989680" y="1383301"/>
                      <a:pt x="4988347" y="2189688"/>
                      <a:pt x="4990538" y="2995979"/>
                    </a:cubicBezTo>
                    <a:cubicBezTo>
                      <a:pt x="4991395" y="3301732"/>
                      <a:pt x="4790322" y="3510710"/>
                      <a:pt x="4554864" y="3561669"/>
                    </a:cubicBezTo>
                    <a:cubicBezTo>
                      <a:pt x="4510097" y="3571384"/>
                      <a:pt x="4464472" y="3576909"/>
                      <a:pt x="4418181" y="3576814"/>
                    </a:cubicBezTo>
                    <a:cubicBezTo>
                      <a:pt x="3953170" y="3576433"/>
                      <a:pt x="3488064" y="3577004"/>
                      <a:pt x="3023054" y="3575671"/>
                    </a:cubicBezTo>
                    <a:cubicBezTo>
                      <a:pt x="2983620" y="3575576"/>
                      <a:pt x="2954569" y="3587196"/>
                      <a:pt x="2924946" y="3611866"/>
                    </a:cubicBezTo>
                    <a:cubicBezTo>
                      <a:pt x="2511847" y="3956099"/>
                      <a:pt x="2097986" y="4299380"/>
                      <a:pt x="1684220" y="4642756"/>
                    </a:cubicBezTo>
                    <a:cubicBezTo>
                      <a:pt x="1676123" y="4649519"/>
                      <a:pt x="1666694" y="4654853"/>
                      <a:pt x="1649930" y="4666283"/>
                    </a:cubicBezTo>
                    <a:close/>
                    <a:moveTo>
                      <a:pt x="1858051" y="4248612"/>
                    </a:moveTo>
                    <a:cubicBezTo>
                      <a:pt x="1876529" y="4235372"/>
                      <a:pt x="1888150" y="4228133"/>
                      <a:pt x="1898532" y="4219465"/>
                    </a:cubicBezTo>
                    <a:cubicBezTo>
                      <a:pt x="2220858" y="3952194"/>
                      <a:pt x="2543184" y="3685018"/>
                      <a:pt x="2864843" y="3416984"/>
                    </a:cubicBezTo>
                    <a:cubicBezTo>
                      <a:pt x="2890751" y="3395362"/>
                      <a:pt x="2916469" y="3386218"/>
                      <a:pt x="2950473" y="3386218"/>
                    </a:cubicBezTo>
                    <a:cubicBezTo>
                      <a:pt x="3437772" y="3387266"/>
                      <a:pt x="3924976" y="3386980"/>
                      <a:pt x="4412275" y="3386885"/>
                    </a:cubicBezTo>
                    <a:cubicBezTo>
                      <a:pt x="4646971" y="3386885"/>
                      <a:pt x="4802038" y="3232009"/>
                      <a:pt x="4802133" y="2996551"/>
                    </a:cubicBezTo>
                    <a:cubicBezTo>
                      <a:pt x="4802419" y="2190259"/>
                      <a:pt x="4802324" y="1383968"/>
                      <a:pt x="4802133" y="577677"/>
                    </a:cubicBezTo>
                    <a:cubicBezTo>
                      <a:pt x="4802133" y="346315"/>
                      <a:pt x="4641637" y="186009"/>
                      <a:pt x="4411037" y="185914"/>
                    </a:cubicBezTo>
                    <a:cubicBezTo>
                      <a:pt x="3142878" y="185532"/>
                      <a:pt x="1874815" y="185152"/>
                      <a:pt x="606656" y="184770"/>
                    </a:cubicBezTo>
                    <a:cubicBezTo>
                      <a:pt x="554364" y="184770"/>
                      <a:pt x="502548" y="188390"/>
                      <a:pt x="452351" y="203916"/>
                    </a:cubicBezTo>
                    <a:cubicBezTo>
                      <a:pt x="280044" y="257256"/>
                      <a:pt x="186699" y="396511"/>
                      <a:pt x="186794" y="602442"/>
                    </a:cubicBezTo>
                    <a:cubicBezTo>
                      <a:pt x="186890" y="1399208"/>
                      <a:pt x="189747" y="2195974"/>
                      <a:pt x="186509" y="2992741"/>
                    </a:cubicBezTo>
                    <a:cubicBezTo>
                      <a:pt x="185556" y="3219817"/>
                      <a:pt x="357673" y="3392219"/>
                      <a:pt x="584368" y="3388790"/>
                    </a:cubicBezTo>
                    <a:cubicBezTo>
                      <a:pt x="1001753" y="3382408"/>
                      <a:pt x="1419234" y="3386980"/>
                      <a:pt x="1836715" y="3386980"/>
                    </a:cubicBezTo>
                    <a:cubicBezTo>
                      <a:pt x="1847859" y="3386980"/>
                      <a:pt x="1859003" y="3387742"/>
                      <a:pt x="1870052" y="3386885"/>
                    </a:cubicBezTo>
                    <a:cubicBezTo>
                      <a:pt x="1890817" y="3385361"/>
                      <a:pt x="1897484" y="3394029"/>
                      <a:pt x="1896341" y="3414793"/>
                    </a:cubicBezTo>
                    <a:cubicBezTo>
                      <a:pt x="1887959" y="3569955"/>
                      <a:pt x="1880054" y="3725213"/>
                      <a:pt x="1872910" y="3880376"/>
                    </a:cubicBezTo>
                    <a:cubicBezTo>
                      <a:pt x="1867385" y="4000105"/>
                      <a:pt x="1863194" y="4119834"/>
                      <a:pt x="1858051" y="4248517"/>
                    </a:cubicBezTo>
                    <a:close/>
                  </a:path>
                </a:pathLst>
              </a:custGeom>
              <a:solidFill>
                <a:schemeClr val="tx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87825DC1-08F3-AAAF-718F-6F1B5DA7C0D5}"/>
                  </a:ext>
                </a:extLst>
              </p:cNvPr>
              <p:cNvSpPr/>
              <p:nvPr/>
            </p:nvSpPr>
            <p:spPr>
              <a:xfrm>
                <a:off x="4720958" y="2633915"/>
                <a:ext cx="596978" cy="596883"/>
              </a:xfrm>
              <a:custGeom>
                <a:avLst/>
                <a:gdLst>
                  <a:gd name="connsiteX0" fmla="*/ 596945 w 596978"/>
                  <a:gd name="connsiteY0" fmla="*/ 303690 h 596883"/>
                  <a:gd name="connsiteX1" fmla="*/ 296336 w 596978"/>
                  <a:gd name="connsiteY1" fmla="*/ 596870 h 596883"/>
                  <a:gd name="connsiteX2" fmla="*/ 13 w 596978"/>
                  <a:gd name="connsiteY2" fmla="*/ 298737 h 596883"/>
                  <a:gd name="connsiteX3" fmla="*/ 301384 w 596978"/>
                  <a:gd name="connsiteY3" fmla="*/ 33 h 596883"/>
                  <a:gd name="connsiteX4" fmla="*/ 596945 w 596978"/>
                  <a:gd name="connsiteY4" fmla="*/ 303785 h 5968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978" h="596883">
                    <a:moveTo>
                      <a:pt x="596945" y="303690"/>
                    </a:moveTo>
                    <a:cubicBezTo>
                      <a:pt x="591325" y="460186"/>
                      <a:pt x="477977" y="595060"/>
                      <a:pt x="296336" y="596870"/>
                    </a:cubicBezTo>
                    <a:cubicBezTo>
                      <a:pt x="132506" y="598489"/>
                      <a:pt x="-1511" y="458567"/>
                      <a:pt x="13" y="298737"/>
                    </a:cubicBezTo>
                    <a:cubicBezTo>
                      <a:pt x="1632" y="134526"/>
                      <a:pt x="139840" y="-2443"/>
                      <a:pt x="301384" y="33"/>
                    </a:cubicBezTo>
                    <a:cubicBezTo>
                      <a:pt x="465976" y="2510"/>
                      <a:pt x="599421" y="139574"/>
                      <a:pt x="596945" y="303785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77E6EC87-1B1E-F6EB-4805-03D69B70E8DA}"/>
                  </a:ext>
                </a:extLst>
              </p:cNvPr>
              <p:cNvSpPr/>
              <p:nvPr/>
            </p:nvSpPr>
            <p:spPr>
              <a:xfrm>
                <a:off x="5796675" y="2633930"/>
                <a:ext cx="596789" cy="595901"/>
              </a:xfrm>
              <a:custGeom>
                <a:avLst/>
                <a:gdLst>
                  <a:gd name="connsiteX0" fmla="*/ 596790 w 596789"/>
                  <a:gd name="connsiteY0" fmla="*/ 298912 h 595901"/>
                  <a:gd name="connsiteX1" fmla="*/ 301229 w 596789"/>
                  <a:gd name="connsiteY1" fmla="*/ 595902 h 595901"/>
                  <a:gd name="connsiteX2" fmla="*/ 49 w 596789"/>
                  <a:gd name="connsiteY2" fmla="*/ 294055 h 595901"/>
                  <a:gd name="connsiteX3" fmla="*/ 296562 w 596789"/>
                  <a:gd name="connsiteY3" fmla="*/ 18 h 595901"/>
                  <a:gd name="connsiteX4" fmla="*/ 596790 w 596789"/>
                  <a:gd name="connsiteY4" fmla="*/ 298912 h 5959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789" h="595901">
                    <a:moveTo>
                      <a:pt x="596790" y="298912"/>
                    </a:moveTo>
                    <a:cubicBezTo>
                      <a:pt x="592980" y="462647"/>
                      <a:pt x="476965" y="595997"/>
                      <a:pt x="301229" y="595902"/>
                    </a:cubicBezTo>
                    <a:cubicBezTo>
                      <a:pt x="118921" y="595807"/>
                      <a:pt x="3382" y="464362"/>
                      <a:pt x="49" y="294055"/>
                    </a:cubicBezTo>
                    <a:cubicBezTo>
                      <a:pt x="-2999" y="137845"/>
                      <a:pt x="137685" y="1828"/>
                      <a:pt x="296562" y="18"/>
                    </a:cubicBezTo>
                    <a:cubicBezTo>
                      <a:pt x="460011" y="-1792"/>
                      <a:pt x="596409" y="134035"/>
                      <a:pt x="596790" y="298912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CCE80CC-822D-B5AE-F575-05F98D4DB32A}"/>
                  </a:ext>
                </a:extLst>
              </p:cNvPr>
              <p:cNvSpPr/>
              <p:nvPr/>
            </p:nvSpPr>
            <p:spPr>
              <a:xfrm>
                <a:off x="6873279" y="2634036"/>
                <a:ext cx="596320" cy="595911"/>
              </a:xfrm>
              <a:custGeom>
                <a:avLst/>
                <a:gdLst>
                  <a:gd name="connsiteX0" fmla="*/ 596226 w 596320"/>
                  <a:gd name="connsiteY0" fmla="*/ 299283 h 595911"/>
                  <a:gd name="connsiteX1" fmla="*/ 300188 w 596320"/>
                  <a:gd name="connsiteY1" fmla="*/ 595891 h 595911"/>
                  <a:gd name="connsiteX2" fmla="*/ 56 w 596320"/>
                  <a:gd name="connsiteY2" fmla="*/ 298330 h 595911"/>
                  <a:gd name="connsiteX3" fmla="*/ 296283 w 596320"/>
                  <a:gd name="connsiteY3" fmla="*/ 7 h 595911"/>
                  <a:gd name="connsiteX4" fmla="*/ 596321 w 596320"/>
                  <a:gd name="connsiteY4" fmla="*/ 299378 h 595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320" h="595911">
                    <a:moveTo>
                      <a:pt x="596226" y="299283"/>
                    </a:moveTo>
                    <a:cubicBezTo>
                      <a:pt x="592130" y="447873"/>
                      <a:pt x="491546" y="593796"/>
                      <a:pt x="300188" y="595891"/>
                    </a:cubicBezTo>
                    <a:cubicBezTo>
                      <a:pt x="125595" y="597796"/>
                      <a:pt x="3389" y="467875"/>
                      <a:pt x="56" y="298330"/>
                    </a:cubicBezTo>
                    <a:cubicBezTo>
                      <a:pt x="-3183" y="137548"/>
                      <a:pt x="135501" y="1150"/>
                      <a:pt x="296283" y="7"/>
                    </a:cubicBezTo>
                    <a:cubicBezTo>
                      <a:pt x="459732" y="-1136"/>
                      <a:pt x="596035" y="134786"/>
                      <a:pt x="596321" y="299378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61312627-EB1C-782A-3D5C-D0AB2C5C7F8D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82835" y="5352224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3E6328B7-2AC2-CF54-038E-002DBFB489E4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54315" y="4955135"/>
              <a:ext cx="0" cy="1297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52F783F5-7F4A-535D-C55A-E017A947F6C9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459467" y="4929690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6C810F37-C2F1-D465-18EF-40CCF9EDE5E4}"/>
              </a:ext>
            </a:extLst>
          </p:cNvPr>
          <p:cNvGrpSpPr/>
          <p:nvPr/>
        </p:nvGrpSpPr>
        <p:grpSpPr>
          <a:xfrm>
            <a:off x="763540" y="3933830"/>
            <a:ext cx="10816564" cy="631098"/>
            <a:chOff x="754487" y="4699639"/>
            <a:chExt cx="10816564" cy="631098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618747F-6373-1202-9E6B-6E107EAC80EE}"/>
                </a:ext>
              </a:extLst>
            </p:cNvPr>
            <p:cNvSpPr/>
            <p:nvPr/>
          </p:nvSpPr>
          <p:spPr>
            <a:xfrm>
              <a:off x="1406969" y="4766791"/>
              <a:ext cx="10164082" cy="52893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spcAft>
                  <a:spcPts val="1800"/>
                </a:spcAft>
              </a:pPr>
              <a:r>
                <a:rPr lang="en-GB" sz="1400" dirty="0">
                  <a:solidFill>
                    <a:schemeClr val="bg2"/>
                  </a:solidFill>
                  <a:cs typeface="Arial" panose="020B0604020202020204" pitchFamily="34" charset="0"/>
                </a:rPr>
                <a:t>Understand </a:t>
              </a:r>
              <a:r>
                <a:rPr lang="en-GB" sz="1400" b="1" dirty="0">
                  <a:solidFill>
                    <a:schemeClr val="bg2"/>
                  </a:solidFill>
                  <a:cs typeface="Arial" panose="020B0604020202020204" pitchFamily="34" charset="0"/>
                </a:rPr>
                <a:t>customer purchasing</a:t>
              </a:r>
              <a:r>
                <a:rPr lang="en-GB" sz="1400" dirty="0">
                  <a:solidFill>
                    <a:schemeClr val="bg2"/>
                  </a:solidFill>
                  <a:cs typeface="Arial" panose="020B0604020202020204" pitchFamily="34" charset="0"/>
                </a:rPr>
                <a:t> behaviour</a:t>
              </a:r>
            </a:p>
          </p:txBody>
        </p: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F73B28EC-6416-0025-C71C-1FD1F5BBA134}"/>
                </a:ext>
              </a:extLst>
            </p:cNvPr>
            <p:cNvGrpSpPr/>
            <p:nvPr/>
          </p:nvGrpSpPr>
          <p:grpSpPr>
            <a:xfrm rot="1800000">
              <a:off x="754487" y="4699639"/>
              <a:ext cx="594231" cy="631098"/>
              <a:chOff x="-2264980" y="3794567"/>
              <a:chExt cx="857552" cy="910757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8BFFFE8B-61EE-9AF0-DD96-BE9858C83EA4}"/>
                  </a:ext>
                </a:extLst>
              </p:cNvPr>
              <p:cNvGrpSpPr/>
              <p:nvPr/>
            </p:nvGrpSpPr>
            <p:grpSpPr>
              <a:xfrm>
                <a:off x="-2191791" y="3994150"/>
                <a:ext cx="711174" cy="711174"/>
                <a:chOff x="-7916336" y="-18"/>
                <a:chExt cx="3977571" cy="3977578"/>
              </a:xfrm>
            </p:grpSpPr>
            <p:sp>
              <p:nvSpPr>
                <p:cNvPr id="59" name="Freeform: Shape 58">
                  <a:extLst>
                    <a:ext uri="{FF2B5EF4-FFF2-40B4-BE49-F238E27FC236}">
                      <a16:creationId xmlns:a16="http://schemas.microsoft.com/office/drawing/2014/main" id="{248376BC-3CD3-3C5E-79F5-54A54742D32C}"/>
                    </a:ext>
                  </a:extLst>
                </p:cNvPr>
                <p:cNvSpPr/>
                <p:nvPr/>
              </p:nvSpPr>
              <p:spPr>
                <a:xfrm>
                  <a:off x="-6778453" y="1137856"/>
                  <a:ext cx="1091660" cy="1091660"/>
                </a:xfrm>
                <a:custGeom>
                  <a:avLst/>
                  <a:gdLst>
                    <a:gd name="connsiteX0" fmla="*/ 931545 w 1091660"/>
                    <a:gd name="connsiteY0" fmla="*/ 159830 h 1091660"/>
                    <a:gd name="connsiteX1" fmla="*/ 545782 w 1091660"/>
                    <a:gd name="connsiteY1" fmla="*/ 0 h 1091660"/>
                    <a:gd name="connsiteX2" fmla="*/ 159830 w 1091660"/>
                    <a:gd name="connsiteY2" fmla="*/ 159925 h 1091660"/>
                    <a:gd name="connsiteX3" fmla="*/ 0 w 1091660"/>
                    <a:gd name="connsiteY3" fmla="*/ 545973 h 1091660"/>
                    <a:gd name="connsiteX4" fmla="*/ 159925 w 1091660"/>
                    <a:gd name="connsiteY4" fmla="*/ 931926 h 1091660"/>
                    <a:gd name="connsiteX5" fmla="*/ 545973 w 1091660"/>
                    <a:gd name="connsiteY5" fmla="*/ 1091660 h 1091660"/>
                    <a:gd name="connsiteX6" fmla="*/ 931926 w 1091660"/>
                    <a:gd name="connsiteY6" fmla="*/ 931640 h 1091660"/>
                    <a:gd name="connsiteX7" fmla="*/ 1091660 w 1091660"/>
                    <a:gd name="connsiteY7" fmla="*/ 545592 h 1091660"/>
                    <a:gd name="connsiteX8" fmla="*/ 931640 w 1091660"/>
                    <a:gd name="connsiteY8" fmla="*/ 159830 h 1091660"/>
                    <a:gd name="connsiteX9" fmla="*/ 865537 w 1091660"/>
                    <a:gd name="connsiteY9" fmla="*/ 865442 h 1091660"/>
                    <a:gd name="connsiteX10" fmla="*/ 545782 w 1091660"/>
                    <a:gd name="connsiteY10" fmla="*/ 998315 h 1091660"/>
                    <a:gd name="connsiteX11" fmla="*/ 225838 w 1091660"/>
                    <a:gd name="connsiteY11" fmla="*/ 865823 h 1091660"/>
                    <a:gd name="connsiteX12" fmla="*/ 93250 w 1091660"/>
                    <a:gd name="connsiteY12" fmla="*/ 545878 h 1091660"/>
                    <a:gd name="connsiteX13" fmla="*/ 225647 w 1091660"/>
                    <a:gd name="connsiteY13" fmla="*/ 225933 h 1091660"/>
                    <a:gd name="connsiteX14" fmla="*/ 545497 w 1091660"/>
                    <a:gd name="connsiteY14" fmla="*/ 93250 h 1091660"/>
                    <a:gd name="connsiteX15" fmla="*/ 865442 w 1091660"/>
                    <a:gd name="connsiteY15" fmla="*/ 225647 h 1091660"/>
                    <a:gd name="connsiteX16" fmla="*/ 998125 w 1091660"/>
                    <a:gd name="connsiteY16" fmla="*/ 545497 h 1091660"/>
                    <a:gd name="connsiteX17" fmla="*/ 865442 w 1091660"/>
                    <a:gd name="connsiteY17" fmla="*/ 865346 h 10916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1091660" h="1091660">
                      <a:moveTo>
                        <a:pt x="931545" y="159830"/>
                      </a:moveTo>
                      <a:cubicBezTo>
                        <a:pt x="829247" y="57531"/>
                        <a:pt x="690467" y="95"/>
                        <a:pt x="545782" y="0"/>
                      </a:cubicBezTo>
                      <a:cubicBezTo>
                        <a:pt x="401003" y="0"/>
                        <a:pt x="262128" y="57531"/>
                        <a:pt x="159830" y="159925"/>
                      </a:cubicBezTo>
                      <a:cubicBezTo>
                        <a:pt x="57436" y="262319"/>
                        <a:pt x="0" y="401193"/>
                        <a:pt x="0" y="545973"/>
                      </a:cubicBezTo>
                      <a:cubicBezTo>
                        <a:pt x="0" y="690753"/>
                        <a:pt x="57531" y="829628"/>
                        <a:pt x="159925" y="931926"/>
                      </a:cubicBezTo>
                      <a:cubicBezTo>
                        <a:pt x="262319" y="1034224"/>
                        <a:pt x="401193" y="1091756"/>
                        <a:pt x="545973" y="1091660"/>
                      </a:cubicBezTo>
                      <a:cubicBezTo>
                        <a:pt x="690753" y="1091660"/>
                        <a:pt x="829532" y="1034034"/>
                        <a:pt x="931926" y="931640"/>
                      </a:cubicBezTo>
                      <a:cubicBezTo>
                        <a:pt x="1034224" y="829247"/>
                        <a:pt x="1091660" y="690372"/>
                        <a:pt x="1091660" y="545592"/>
                      </a:cubicBezTo>
                      <a:cubicBezTo>
                        <a:pt x="1091470" y="400907"/>
                        <a:pt x="1033939" y="262128"/>
                        <a:pt x="931640" y="159830"/>
                      </a:cubicBezTo>
                      <a:close/>
                      <a:moveTo>
                        <a:pt x="865537" y="865442"/>
                      </a:moveTo>
                      <a:cubicBezTo>
                        <a:pt x="780764" y="950309"/>
                        <a:pt x="665702" y="998125"/>
                        <a:pt x="545782" y="998315"/>
                      </a:cubicBezTo>
                      <a:cubicBezTo>
                        <a:pt x="425768" y="998315"/>
                        <a:pt x="310706" y="950690"/>
                        <a:pt x="225838" y="865823"/>
                      </a:cubicBezTo>
                      <a:cubicBezTo>
                        <a:pt x="140970" y="780955"/>
                        <a:pt x="93345" y="665893"/>
                        <a:pt x="93250" y="545878"/>
                      </a:cubicBezTo>
                      <a:cubicBezTo>
                        <a:pt x="93250" y="425863"/>
                        <a:pt x="140875" y="310801"/>
                        <a:pt x="225647" y="225933"/>
                      </a:cubicBezTo>
                      <a:cubicBezTo>
                        <a:pt x="310420" y="141065"/>
                        <a:pt x="425482" y="93345"/>
                        <a:pt x="545497" y="93250"/>
                      </a:cubicBezTo>
                      <a:cubicBezTo>
                        <a:pt x="665512" y="93250"/>
                        <a:pt x="780574" y="140875"/>
                        <a:pt x="865442" y="225647"/>
                      </a:cubicBezTo>
                      <a:cubicBezTo>
                        <a:pt x="950309" y="310420"/>
                        <a:pt x="998030" y="425482"/>
                        <a:pt x="998125" y="545497"/>
                      </a:cubicBezTo>
                      <a:cubicBezTo>
                        <a:pt x="997934" y="665417"/>
                        <a:pt x="950214" y="780478"/>
                        <a:pt x="865442" y="865346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60" name="Freeform: Shape 59">
                  <a:extLst>
                    <a:ext uri="{FF2B5EF4-FFF2-40B4-BE49-F238E27FC236}">
                      <a16:creationId xmlns:a16="http://schemas.microsoft.com/office/drawing/2014/main" id="{09028BE6-828F-8A2C-06E8-5C94E149FBDE}"/>
                    </a:ext>
                  </a:extLst>
                </p:cNvPr>
                <p:cNvSpPr/>
                <p:nvPr/>
              </p:nvSpPr>
              <p:spPr>
                <a:xfrm>
                  <a:off x="-7282707" y="633317"/>
                  <a:ext cx="2099501" cy="2099881"/>
                </a:xfrm>
                <a:custGeom>
                  <a:avLst/>
                  <a:gdLst>
                    <a:gd name="connsiteX0" fmla="*/ 2062734 w 2099501"/>
                    <a:gd name="connsiteY0" fmla="*/ 826103 h 2099881"/>
                    <a:gd name="connsiteX1" fmla="*/ 1856804 w 2099501"/>
                    <a:gd name="connsiteY1" fmla="*/ 782193 h 2099881"/>
                    <a:gd name="connsiteX2" fmla="*/ 1809941 w 2099501"/>
                    <a:gd name="connsiteY2" fmla="*/ 668846 h 2099881"/>
                    <a:gd name="connsiteX3" fmla="*/ 1924717 w 2099501"/>
                    <a:gd name="connsiteY3" fmla="*/ 492157 h 2099881"/>
                    <a:gd name="connsiteX4" fmla="*/ 1924717 w 2099501"/>
                    <a:gd name="connsiteY4" fmla="*/ 492157 h 2099881"/>
                    <a:gd name="connsiteX5" fmla="*/ 1918526 w 2099501"/>
                    <a:gd name="connsiteY5" fmla="*/ 433769 h 2099881"/>
                    <a:gd name="connsiteX6" fmla="*/ 1666114 w 2099501"/>
                    <a:gd name="connsiteY6" fmla="*/ 181547 h 2099881"/>
                    <a:gd name="connsiteX7" fmla="*/ 1607725 w 2099501"/>
                    <a:gd name="connsiteY7" fmla="*/ 175451 h 2099881"/>
                    <a:gd name="connsiteX8" fmla="*/ 1430751 w 2099501"/>
                    <a:gd name="connsiteY8" fmla="*/ 289941 h 2099881"/>
                    <a:gd name="connsiteX9" fmla="*/ 1317880 w 2099501"/>
                    <a:gd name="connsiteY9" fmla="*/ 243269 h 2099881"/>
                    <a:gd name="connsiteX10" fmla="*/ 1273969 w 2099501"/>
                    <a:gd name="connsiteY10" fmla="*/ 37148 h 2099881"/>
                    <a:gd name="connsiteX11" fmla="*/ 1273969 w 2099501"/>
                    <a:gd name="connsiteY11" fmla="*/ 37148 h 2099881"/>
                    <a:gd name="connsiteX12" fmla="*/ 1228344 w 2099501"/>
                    <a:gd name="connsiteY12" fmla="*/ 0 h 2099881"/>
                    <a:gd name="connsiteX13" fmla="*/ 871348 w 2099501"/>
                    <a:gd name="connsiteY13" fmla="*/ 0 h 2099881"/>
                    <a:gd name="connsiteX14" fmla="*/ 825818 w 2099501"/>
                    <a:gd name="connsiteY14" fmla="*/ 37148 h 2099881"/>
                    <a:gd name="connsiteX15" fmla="*/ 781908 w 2099501"/>
                    <a:gd name="connsiteY15" fmla="*/ 243269 h 2099881"/>
                    <a:gd name="connsiteX16" fmla="*/ 669036 w 2099501"/>
                    <a:gd name="connsiteY16" fmla="*/ 289941 h 2099881"/>
                    <a:gd name="connsiteX17" fmla="*/ 492062 w 2099501"/>
                    <a:gd name="connsiteY17" fmla="*/ 175451 h 2099881"/>
                    <a:gd name="connsiteX18" fmla="*/ 433674 w 2099501"/>
                    <a:gd name="connsiteY18" fmla="*/ 181547 h 2099881"/>
                    <a:gd name="connsiteX19" fmla="*/ 181166 w 2099501"/>
                    <a:gd name="connsiteY19" fmla="*/ 433769 h 2099881"/>
                    <a:gd name="connsiteX20" fmla="*/ 175070 w 2099501"/>
                    <a:gd name="connsiteY20" fmla="*/ 492157 h 2099881"/>
                    <a:gd name="connsiteX21" fmla="*/ 289656 w 2099501"/>
                    <a:gd name="connsiteY21" fmla="*/ 668846 h 2099881"/>
                    <a:gd name="connsiteX22" fmla="*/ 289656 w 2099501"/>
                    <a:gd name="connsiteY22" fmla="*/ 668846 h 2099881"/>
                    <a:gd name="connsiteX23" fmla="*/ 242888 w 2099501"/>
                    <a:gd name="connsiteY23" fmla="*/ 782193 h 2099881"/>
                    <a:gd name="connsiteX24" fmla="*/ 36957 w 2099501"/>
                    <a:gd name="connsiteY24" fmla="*/ 826103 h 2099881"/>
                    <a:gd name="connsiteX25" fmla="*/ 36957 w 2099501"/>
                    <a:gd name="connsiteY25" fmla="*/ 826103 h 2099881"/>
                    <a:gd name="connsiteX26" fmla="*/ 0 w 2099501"/>
                    <a:gd name="connsiteY26" fmla="*/ 871633 h 2099881"/>
                    <a:gd name="connsiteX27" fmla="*/ 0 w 2099501"/>
                    <a:gd name="connsiteY27" fmla="*/ 1228249 h 2099881"/>
                    <a:gd name="connsiteX28" fmla="*/ 36957 w 2099501"/>
                    <a:gd name="connsiteY28" fmla="*/ 1274350 h 2099881"/>
                    <a:gd name="connsiteX29" fmla="*/ 242888 w 2099501"/>
                    <a:gd name="connsiteY29" fmla="*/ 1318260 h 2099881"/>
                    <a:gd name="connsiteX30" fmla="*/ 242888 w 2099501"/>
                    <a:gd name="connsiteY30" fmla="*/ 1318260 h 2099881"/>
                    <a:gd name="connsiteX31" fmla="*/ 289656 w 2099501"/>
                    <a:gd name="connsiteY31" fmla="*/ 1431036 h 2099881"/>
                    <a:gd name="connsiteX32" fmla="*/ 175070 w 2099501"/>
                    <a:gd name="connsiteY32" fmla="*/ 1607725 h 2099881"/>
                    <a:gd name="connsiteX33" fmla="*/ 181166 w 2099501"/>
                    <a:gd name="connsiteY33" fmla="*/ 1666113 h 2099881"/>
                    <a:gd name="connsiteX34" fmla="*/ 433674 w 2099501"/>
                    <a:gd name="connsiteY34" fmla="*/ 1918907 h 2099881"/>
                    <a:gd name="connsiteX35" fmla="*/ 492062 w 2099501"/>
                    <a:gd name="connsiteY35" fmla="*/ 1925003 h 2099881"/>
                    <a:gd name="connsiteX36" fmla="*/ 669036 w 2099501"/>
                    <a:gd name="connsiteY36" fmla="*/ 1809941 h 2099881"/>
                    <a:gd name="connsiteX37" fmla="*/ 781908 w 2099501"/>
                    <a:gd name="connsiteY37" fmla="*/ 1857089 h 2099881"/>
                    <a:gd name="connsiteX38" fmla="*/ 825818 w 2099501"/>
                    <a:gd name="connsiteY38" fmla="*/ 2062639 h 2099881"/>
                    <a:gd name="connsiteX39" fmla="*/ 825818 w 2099501"/>
                    <a:gd name="connsiteY39" fmla="*/ 2062639 h 2099881"/>
                    <a:gd name="connsiteX40" fmla="*/ 871348 w 2099501"/>
                    <a:gd name="connsiteY40" fmla="*/ 2099882 h 2099881"/>
                    <a:gd name="connsiteX41" fmla="*/ 1228440 w 2099501"/>
                    <a:gd name="connsiteY41" fmla="*/ 2099882 h 2099881"/>
                    <a:gd name="connsiteX42" fmla="*/ 1274065 w 2099501"/>
                    <a:gd name="connsiteY42" fmla="*/ 2062639 h 2099881"/>
                    <a:gd name="connsiteX43" fmla="*/ 1317975 w 2099501"/>
                    <a:gd name="connsiteY43" fmla="*/ 1857089 h 2099881"/>
                    <a:gd name="connsiteX44" fmla="*/ 1317975 w 2099501"/>
                    <a:gd name="connsiteY44" fmla="*/ 1857089 h 2099881"/>
                    <a:gd name="connsiteX45" fmla="*/ 1430846 w 2099501"/>
                    <a:gd name="connsiteY45" fmla="*/ 1809845 h 2099881"/>
                    <a:gd name="connsiteX46" fmla="*/ 1607535 w 2099501"/>
                    <a:gd name="connsiteY46" fmla="*/ 1924907 h 2099881"/>
                    <a:gd name="connsiteX47" fmla="*/ 1607535 w 2099501"/>
                    <a:gd name="connsiteY47" fmla="*/ 1924907 h 2099881"/>
                    <a:gd name="connsiteX48" fmla="*/ 1665923 w 2099501"/>
                    <a:gd name="connsiteY48" fmla="*/ 1918811 h 2099881"/>
                    <a:gd name="connsiteX49" fmla="*/ 1918336 w 2099501"/>
                    <a:gd name="connsiteY49" fmla="*/ 1666018 h 2099881"/>
                    <a:gd name="connsiteX50" fmla="*/ 1924527 w 2099501"/>
                    <a:gd name="connsiteY50" fmla="*/ 1607630 h 2099881"/>
                    <a:gd name="connsiteX51" fmla="*/ 1809750 w 2099501"/>
                    <a:gd name="connsiteY51" fmla="*/ 1430941 h 2099881"/>
                    <a:gd name="connsiteX52" fmla="*/ 1856614 w 2099501"/>
                    <a:gd name="connsiteY52" fmla="*/ 1318165 h 2099881"/>
                    <a:gd name="connsiteX53" fmla="*/ 2062544 w 2099501"/>
                    <a:gd name="connsiteY53" fmla="*/ 1274255 h 2099881"/>
                    <a:gd name="connsiteX54" fmla="*/ 2099501 w 2099501"/>
                    <a:gd name="connsiteY54" fmla="*/ 1228154 h 2099881"/>
                    <a:gd name="connsiteX55" fmla="*/ 2099501 w 2099501"/>
                    <a:gd name="connsiteY55" fmla="*/ 871538 h 2099881"/>
                    <a:gd name="connsiteX56" fmla="*/ 2062544 w 2099501"/>
                    <a:gd name="connsiteY56" fmla="*/ 826008 h 2099881"/>
                    <a:gd name="connsiteX57" fmla="*/ 2006347 w 2099501"/>
                    <a:gd name="connsiteY57" fmla="*/ 1191101 h 2099881"/>
                    <a:gd name="connsiteX58" fmla="*/ 2006251 w 2099501"/>
                    <a:gd name="connsiteY58" fmla="*/ 1191101 h 2099881"/>
                    <a:gd name="connsiteX59" fmla="*/ 1810608 w 2099501"/>
                    <a:gd name="connsiteY59" fmla="*/ 1232821 h 2099881"/>
                    <a:gd name="connsiteX60" fmla="*/ 1775556 w 2099501"/>
                    <a:gd name="connsiteY60" fmla="*/ 1265015 h 2099881"/>
                    <a:gd name="connsiteX61" fmla="*/ 1715167 w 2099501"/>
                    <a:gd name="connsiteY61" fmla="*/ 1411129 h 2099881"/>
                    <a:gd name="connsiteX62" fmla="*/ 1717072 w 2099501"/>
                    <a:gd name="connsiteY62" fmla="*/ 1458944 h 2099881"/>
                    <a:gd name="connsiteX63" fmla="*/ 1717072 w 2099501"/>
                    <a:gd name="connsiteY63" fmla="*/ 1458944 h 2099881"/>
                    <a:gd name="connsiteX64" fmla="*/ 1826038 w 2099501"/>
                    <a:gd name="connsiteY64" fmla="*/ 1626680 h 2099881"/>
                    <a:gd name="connsiteX65" fmla="*/ 1626966 w 2099501"/>
                    <a:gd name="connsiteY65" fmla="*/ 1826133 h 2099881"/>
                    <a:gd name="connsiteX66" fmla="*/ 1458849 w 2099501"/>
                    <a:gd name="connsiteY66" fmla="*/ 1717262 h 2099881"/>
                    <a:gd name="connsiteX67" fmla="*/ 1411129 w 2099501"/>
                    <a:gd name="connsiteY67" fmla="*/ 1715072 h 2099881"/>
                    <a:gd name="connsiteX68" fmla="*/ 1264825 w 2099501"/>
                    <a:gd name="connsiteY68" fmla="*/ 1776127 h 2099881"/>
                    <a:gd name="connsiteX69" fmla="*/ 1232440 w 2099501"/>
                    <a:gd name="connsiteY69" fmla="*/ 1811084 h 2099881"/>
                    <a:gd name="connsiteX70" fmla="*/ 1190816 w 2099501"/>
                    <a:gd name="connsiteY70" fmla="*/ 2006632 h 2099881"/>
                    <a:gd name="connsiteX71" fmla="*/ 909448 w 2099501"/>
                    <a:gd name="connsiteY71" fmla="*/ 2006632 h 2099881"/>
                    <a:gd name="connsiteX72" fmla="*/ 867823 w 2099501"/>
                    <a:gd name="connsiteY72" fmla="*/ 1811084 h 2099881"/>
                    <a:gd name="connsiteX73" fmla="*/ 835438 w 2099501"/>
                    <a:gd name="connsiteY73" fmla="*/ 1776127 h 2099881"/>
                    <a:gd name="connsiteX74" fmla="*/ 689039 w 2099501"/>
                    <a:gd name="connsiteY74" fmla="*/ 1715072 h 2099881"/>
                    <a:gd name="connsiteX75" fmla="*/ 641319 w 2099501"/>
                    <a:gd name="connsiteY75" fmla="*/ 1717262 h 2099881"/>
                    <a:gd name="connsiteX76" fmla="*/ 641319 w 2099501"/>
                    <a:gd name="connsiteY76" fmla="*/ 1717262 h 2099881"/>
                    <a:gd name="connsiteX77" fmla="*/ 473202 w 2099501"/>
                    <a:gd name="connsiteY77" fmla="*/ 1826133 h 2099881"/>
                    <a:gd name="connsiteX78" fmla="*/ 274130 w 2099501"/>
                    <a:gd name="connsiteY78" fmla="*/ 1626680 h 2099881"/>
                    <a:gd name="connsiteX79" fmla="*/ 382810 w 2099501"/>
                    <a:gd name="connsiteY79" fmla="*/ 1458849 h 2099881"/>
                    <a:gd name="connsiteX80" fmla="*/ 384715 w 2099501"/>
                    <a:gd name="connsiteY80" fmla="*/ 1411034 h 2099881"/>
                    <a:gd name="connsiteX81" fmla="*/ 323946 w 2099501"/>
                    <a:gd name="connsiteY81" fmla="*/ 1265015 h 2099881"/>
                    <a:gd name="connsiteX82" fmla="*/ 288989 w 2099501"/>
                    <a:gd name="connsiteY82" fmla="*/ 1232821 h 2099881"/>
                    <a:gd name="connsiteX83" fmla="*/ 288989 w 2099501"/>
                    <a:gd name="connsiteY83" fmla="*/ 1232821 h 2099881"/>
                    <a:gd name="connsiteX84" fmla="*/ 93345 w 2099501"/>
                    <a:gd name="connsiteY84" fmla="*/ 1191101 h 2099881"/>
                    <a:gd name="connsiteX85" fmla="*/ 93345 w 2099501"/>
                    <a:gd name="connsiteY85" fmla="*/ 909447 h 2099881"/>
                    <a:gd name="connsiteX86" fmla="*/ 288989 w 2099501"/>
                    <a:gd name="connsiteY86" fmla="*/ 867823 h 2099881"/>
                    <a:gd name="connsiteX87" fmla="*/ 324041 w 2099501"/>
                    <a:gd name="connsiteY87" fmla="*/ 835057 h 2099881"/>
                    <a:gd name="connsiteX88" fmla="*/ 384810 w 2099501"/>
                    <a:gd name="connsiteY88" fmla="*/ 689039 h 2099881"/>
                    <a:gd name="connsiteX89" fmla="*/ 383001 w 2099501"/>
                    <a:gd name="connsiteY89" fmla="*/ 641223 h 2099881"/>
                    <a:gd name="connsiteX90" fmla="*/ 383001 w 2099501"/>
                    <a:gd name="connsiteY90" fmla="*/ 641223 h 2099881"/>
                    <a:gd name="connsiteX91" fmla="*/ 274130 w 2099501"/>
                    <a:gd name="connsiteY91" fmla="*/ 473488 h 2099881"/>
                    <a:gd name="connsiteX92" fmla="*/ 473202 w 2099501"/>
                    <a:gd name="connsiteY92" fmla="*/ 274415 h 2099881"/>
                    <a:gd name="connsiteX93" fmla="*/ 641319 w 2099501"/>
                    <a:gd name="connsiteY93" fmla="*/ 383286 h 2099881"/>
                    <a:gd name="connsiteX94" fmla="*/ 689039 w 2099501"/>
                    <a:gd name="connsiteY94" fmla="*/ 384905 h 2099881"/>
                    <a:gd name="connsiteX95" fmla="*/ 835343 w 2099501"/>
                    <a:gd name="connsiteY95" fmla="*/ 324326 h 2099881"/>
                    <a:gd name="connsiteX96" fmla="*/ 867728 w 2099501"/>
                    <a:gd name="connsiteY96" fmla="*/ 289370 h 2099881"/>
                    <a:gd name="connsiteX97" fmla="*/ 867728 w 2099501"/>
                    <a:gd name="connsiteY97" fmla="*/ 289370 h 2099881"/>
                    <a:gd name="connsiteX98" fmla="*/ 909352 w 2099501"/>
                    <a:gd name="connsiteY98" fmla="*/ 93250 h 2099881"/>
                    <a:gd name="connsiteX99" fmla="*/ 1190911 w 2099501"/>
                    <a:gd name="connsiteY99" fmla="*/ 93250 h 2099881"/>
                    <a:gd name="connsiteX100" fmla="*/ 1232536 w 2099501"/>
                    <a:gd name="connsiteY100" fmla="*/ 289370 h 2099881"/>
                    <a:gd name="connsiteX101" fmla="*/ 1264921 w 2099501"/>
                    <a:gd name="connsiteY101" fmla="*/ 324326 h 2099881"/>
                    <a:gd name="connsiteX102" fmla="*/ 1410844 w 2099501"/>
                    <a:gd name="connsiteY102" fmla="*/ 384810 h 2099881"/>
                    <a:gd name="connsiteX103" fmla="*/ 1458564 w 2099501"/>
                    <a:gd name="connsiteY103" fmla="*/ 383191 h 2099881"/>
                    <a:gd name="connsiteX104" fmla="*/ 1626680 w 2099501"/>
                    <a:gd name="connsiteY104" fmla="*/ 274320 h 2099881"/>
                    <a:gd name="connsiteX105" fmla="*/ 1825753 w 2099501"/>
                    <a:gd name="connsiteY105" fmla="*/ 473393 h 2099881"/>
                    <a:gd name="connsiteX106" fmla="*/ 1716786 w 2099501"/>
                    <a:gd name="connsiteY106" fmla="*/ 641128 h 2099881"/>
                    <a:gd name="connsiteX107" fmla="*/ 1714882 w 2099501"/>
                    <a:gd name="connsiteY107" fmla="*/ 688943 h 2099881"/>
                    <a:gd name="connsiteX108" fmla="*/ 1775651 w 2099501"/>
                    <a:gd name="connsiteY108" fmla="*/ 834961 h 2099881"/>
                    <a:gd name="connsiteX109" fmla="*/ 1811084 w 2099501"/>
                    <a:gd name="connsiteY109" fmla="*/ 867728 h 2099881"/>
                    <a:gd name="connsiteX110" fmla="*/ 2006537 w 2099501"/>
                    <a:gd name="connsiteY110" fmla="*/ 909352 h 2099881"/>
                    <a:gd name="connsiteX111" fmla="*/ 2006537 w 2099501"/>
                    <a:gd name="connsiteY111" fmla="*/ 1191006 h 20998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  <a:cxn ang="0">
                      <a:pos x="connsiteX67" y="connsiteY67"/>
                    </a:cxn>
                    <a:cxn ang="0">
                      <a:pos x="connsiteX68" y="connsiteY68"/>
                    </a:cxn>
                    <a:cxn ang="0">
                      <a:pos x="connsiteX69" y="connsiteY69"/>
                    </a:cxn>
                    <a:cxn ang="0">
                      <a:pos x="connsiteX70" y="connsiteY70"/>
                    </a:cxn>
                    <a:cxn ang="0">
                      <a:pos x="connsiteX71" y="connsiteY71"/>
                    </a:cxn>
                    <a:cxn ang="0">
                      <a:pos x="connsiteX72" y="connsiteY72"/>
                    </a:cxn>
                    <a:cxn ang="0">
                      <a:pos x="connsiteX73" y="connsiteY73"/>
                    </a:cxn>
                    <a:cxn ang="0">
                      <a:pos x="connsiteX74" y="connsiteY74"/>
                    </a:cxn>
                    <a:cxn ang="0">
                      <a:pos x="connsiteX75" y="connsiteY75"/>
                    </a:cxn>
                    <a:cxn ang="0">
                      <a:pos x="connsiteX76" y="connsiteY76"/>
                    </a:cxn>
                    <a:cxn ang="0">
                      <a:pos x="connsiteX77" y="connsiteY77"/>
                    </a:cxn>
                    <a:cxn ang="0">
                      <a:pos x="connsiteX78" y="connsiteY78"/>
                    </a:cxn>
                    <a:cxn ang="0">
                      <a:pos x="connsiteX79" y="connsiteY79"/>
                    </a:cxn>
                    <a:cxn ang="0">
                      <a:pos x="connsiteX80" y="connsiteY80"/>
                    </a:cxn>
                    <a:cxn ang="0">
                      <a:pos x="connsiteX81" y="connsiteY81"/>
                    </a:cxn>
                    <a:cxn ang="0">
                      <a:pos x="connsiteX82" y="connsiteY82"/>
                    </a:cxn>
                    <a:cxn ang="0">
                      <a:pos x="connsiteX83" y="connsiteY83"/>
                    </a:cxn>
                    <a:cxn ang="0">
                      <a:pos x="connsiteX84" y="connsiteY84"/>
                    </a:cxn>
                    <a:cxn ang="0">
                      <a:pos x="connsiteX85" y="connsiteY85"/>
                    </a:cxn>
                    <a:cxn ang="0">
                      <a:pos x="connsiteX86" y="connsiteY86"/>
                    </a:cxn>
                    <a:cxn ang="0">
                      <a:pos x="connsiteX87" y="connsiteY87"/>
                    </a:cxn>
                    <a:cxn ang="0">
                      <a:pos x="connsiteX88" y="connsiteY88"/>
                    </a:cxn>
                    <a:cxn ang="0">
                      <a:pos x="connsiteX89" y="connsiteY89"/>
                    </a:cxn>
                    <a:cxn ang="0">
                      <a:pos x="connsiteX90" y="connsiteY90"/>
                    </a:cxn>
                    <a:cxn ang="0">
                      <a:pos x="connsiteX91" y="connsiteY91"/>
                    </a:cxn>
                    <a:cxn ang="0">
                      <a:pos x="connsiteX92" y="connsiteY92"/>
                    </a:cxn>
                    <a:cxn ang="0">
                      <a:pos x="connsiteX93" y="connsiteY93"/>
                    </a:cxn>
                    <a:cxn ang="0">
                      <a:pos x="connsiteX94" y="connsiteY94"/>
                    </a:cxn>
                    <a:cxn ang="0">
                      <a:pos x="connsiteX95" y="connsiteY95"/>
                    </a:cxn>
                    <a:cxn ang="0">
                      <a:pos x="connsiteX96" y="connsiteY96"/>
                    </a:cxn>
                    <a:cxn ang="0">
                      <a:pos x="connsiteX97" y="connsiteY97"/>
                    </a:cxn>
                    <a:cxn ang="0">
                      <a:pos x="connsiteX98" y="connsiteY98"/>
                    </a:cxn>
                    <a:cxn ang="0">
                      <a:pos x="connsiteX99" y="connsiteY99"/>
                    </a:cxn>
                    <a:cxn ang="0">
                      <a:pos x="connsiteX100" y="connsiteY100"/>
                    </a:cxn>
                    <a:cxn ang="0">
                      <a:pos x="connsiteX101" y="connsiteY101"/>
                    </a:cxn>
                    <a:cxn ang="0">
                      <a:pos x="connsiteX102" y="connsiteY102"/>
                    </a:cxn>
                    <a:cxn ang="0">
                      <a:pos x="connsiteX103" y="connsiteY103"/>
                    </a:cxn>
                    <a:cxn ang="0">
                      <a:pos x="connsiteX104" y="connsiteY104"/>
                    </a:cxn>
                    <a:cxn ang="0">
                      <a:pos x="connsiteX105" y="connsiteY105"/>
                    </a:cxn>
                    <a:cxn ang="0">
                      <a:pos x="connsiteX106" y="connsiteY106"/>
                    </a:cxn>
                    <a:cxn ang="0">
                      <a:pos x="connsiteX107" y="connsiteY107"/>
                    </a:cxn>
                    <a:cxn ang="0">
                      <a:pos x="connsiteX108" y="connsiteY108"/>
                    </a:cxn>
                    <a:cxn ang="0">
                      <a:pos x="connsiteX109" y="connsiteY109"/>
                    </a:cxn>
                    <a:cxn ang="0">
                      <a:pos x="connsiteX110" y="connsiteY110"/>
                    </a:cxn>
                    <a:cxn ang="0">
                      <a:pos x="connsiteX111" y="connsiteY111"/>
                    </a:cxn>
                  </a:cxnLst>
                  <a:rect l="l" t="t" r="r" b="b"/>
                  <a:pathLst>
                    <a:path w="2099501" h="2099881">
                      <a:moveTo>
                        <a:pt x="2062734" y="826103"/>
                      </a:moveTo>
                      <a:lnTo>
                        <a:pt x="1856804" y="782193"/>
                      </a:lnTo>
                      <a:cubicBezTo>
                        <a:pt x="1843945" y="743331"/>
                        <a:pt x="1828229" y="705422"/>
                        <a:pt x="1809941" y="668846"/>
                      </a:cubicBezTo>
                      <a:lnTo>
                        <a:pt x="1924717" y="492157"/>
                      </a:lnTo>
                      <a:lnTo>
                        <a:pt x="1924717" y="492157"/>
                      </a:lnTo>
                      <a:cubicBezTo>
                        <a:pt x="1936623" y="473678"/>
                        <a:pt x="1934052" y="449294"/>
                        <a:pt x="1918526" y="433769"/>
                      </a:cubicBezTo>
                      <a:lnTo>
                        <a:pt x="1666114" y="181547"/>
                      </a:lnTo>
                      <a:cubicBezTo>
                        <a:pt x="1650588" y="165926"/>
                        <a:pt x="1626204" y="163354"/>
                        <a:pt x="1607725" y="175451"/>
                      </a:cubicBezTo>
                      <a:lnTo>
                        <a:pt x="1430751" y="289941"/>
                      </a:lnTo>
                      <a:cubicBezTo>
                        <a:pt x="1394270" y="271653"/>
                        <a:pt x="1356551" y="256032"/>
                        <a:pt x="1317880" y="243269"/>
                      </a:cubicBezTo>
                      <a:lnTo>
                        <a:pt x="1273969" y="37148"/>
                      </a:lnTo>
                      <a:lnTo>
                        <a:pt x="1273969" y="37148"/>
                      </a:lnTo>
                      <a:cubicBezTo>
                        <a:pt x="1269493" y="15526"/>
                        <a:pt x="1250443" y="0"/>
                        <a:pt x="1228344" y="0"/>
                      </a:cubicBezTo>
                      <a:lnTo>
                        <a:pt x="871348" y="0"/>
                      </a:lnTo>
                      <a:cubicBezTo>
                        <a:pt x="849249" y="0"/>
                        <a:pt x="830295" y="15621"/>
                        <a:pt x="825818" y="37148"/>
                      </a:cubicBezTo>
                      <a:lnTo>
                        <a:pt x="781908" y="243269"/>
                      </a:lnTo>
                      <a:cubicBezTo>
                        <a:pt x="743141" y="256032"/>
                        <a:pt x="705422" y="271653"/>
                        <a:pt x="669036" y="289941"/>
                      </a:cubicBezTo>
                      <a:lnTo>
                        <a:pt x="492062" y="175451"/>
                      </a:lnTo>
                      <a:cubicBezTo>
                        <a:pt x="473583" y="163354"/>
                        <a:pt x="449199" y="165926"/>
                        <a:pt x="433674" y="181547"/>
                      </a:cubicBezTo>
                      <a:lnTo>
                        <a:pt x="181166" y="433769"/>
                      </a:lnTo>
                      <a:cubicBezTo>
                        <a:pt x="165640" y="449390"/>
                        <a:pt x="163068" y="473678"/>
                        <a:pt x="175070" y="492157"/>
                      </a:cubicBezTo>
                      <a:lnTo>
                        <a:pt x="289656" y="668846"/>
                      </a:lnTo>
                      <a:lnTo>
                        <a:pt x="289656" y="668846"/>
                      </a:lnTo>
                      <a:cubicBezTo>
                        <a:pt x="271368" y="705517"/>
                        <a:pt x="255747" y="743331"/>
                        <a:pt x="242888" y="782193"/>
                      </a:cubicBezTo>
                      <a:lnTo>
                        <a:pt x="36957" y="826103"/>
                      </a:lnTo>
                      <a:lnTo>
                        <a:pt x="36957" y="826103"/>
                      </a:lnTo>
                      <a:cubicBezTo>
                        <a:pt x="15336" y="830580"/>
                        <a:pt x="-95" y="849630"/>
                        <a:pt x="0" y="871633"/>
                      </a:cubicBezTo>
                      <a:lnTo>
                        <a:pt x="0" y="1228249"/>
                      </a:lnTo>
                      <a:cubicBezTo>
                        <a:pt x="0" y="1250347"/>
                        <a:pt x="15431" y="1269492"/>
                        <a:pt x="36957" y="1274350"/>
                      </a:cubicBezTo>
                      <a:lnTo>
                        <a:pt x="242888" y="1318260"/>
                      </a:lnTo>
                      <a:lnTo>
                        <a:pt x="242888" y="1318260"/>
                      </a:lnTo>
                      <a:cubicBezTo>
                        <a:pt x="255937" y="1356932"/>
                        <a:pt x="271558" y="1394555"/>
                        <a:pt x="289656" y="1431036"/>
                      </a:cubicBezTo>
                      <a:lnTo>
                        <a:pt x="175070" y="1607725"/>
                      </a:lnTo>
                      <a:cubicBezTo>
                        <a:pt x="163068" y="1626203"/>
                        <a:pt x="165735" y="1650492"/>
                        <a:pt x="181166" y="1666113"/>
                      </a:cubicBezTo>
                      <a:lnTo>
                        <a:pt x="433674" y="1918907"/>
                      </a:lnTo>
                      <a:cubicBezTo>
                        <a:pt x="449390" y="1934242"/>
                        <a:pt x="473583" y="1936813"/>
                        <a:pt x="492062" y="1925003"/>
                      </a:cubicBezTo>
                      <a:lnTo>
                        <a:pt x="669036" y="1809941"/>
                      </a:lnTo>
                      <a:cubicBezTo>
                        <a:pt x="705517" y="1828133"/>
                        <a:pt x="743236" y="1843945"/>
                        <a:pt x="781908" y="1857089"/>
                      </a:cubicBezTo>
                      <a:lnTo>
                        <a:pt x="825818" y="2062639"/>
                      </a:lnTo>
                      <a:lnTo>
                        <a:pt x="825818" y="2062639"/>
                      </a:lnTo>
                      <a:cubicBezTo>
                        <a:pt x="830295" y="2084261"/>
                        <a:pt x="849249" y="2099786"/>
                        <a:pt x="871348" y="2099882"/>
                      </a:cubicBezTo>
                      <a:lnTo>
                        <a:pt x="1228440" y="2099882"/>
                      </a:lnTo>
                      <a:cubicBezTo>
                        <a:pt x="1250538" y="2099882"/>
                        <a:pt x="1269493" y="2084261"/>
                        <a:pt x="1274065" y="2062639"/>
                      </a:cubicBezTo>
                      <a:lnTo>
                        <a:pt x="1317975" y="1857089"/>
                      </a:lnTo>
                      <a:lnTo>
                        <a:pt x="1317975" y="1857089"/>
                      </a:lnTo>
                      <a:cubicBezTo>
                        <a:pt x="1356646" y="1843850"/>
                        <a:pt x="1394365" y="1828133"/>
                        <a:pt x="1430846" y="1809845"/>
                      </a:cubicBezTo>
                      <a:lnTo>
                        <a:pt x="1607535" y="1924907"/>
                      </a:lnTo>
                      <a:lnTo>
                        <a:pt x="1607535" y="1924907"/>
                      </a:lnTo>
                      <a:cubicBezTo>
                        <a:pt x="1626013" y="1936718"/>
                        <a:pt x="1650207" y="1934146"/>
                        <a:pt x="1665923" y="1918811"/>
                      </a:cubicBezTo>
                      <a:lnTo>
                        <a:pt x="1918336" y="1666018"/>
                      </a:lnTo>
                      <a:cubicBezTo>
                        <a:pt x="1933861" y="1650397"/>
                        <a:pt x="1936433" y="1626108"/>
                        <a:pt x="1924527" y="1607630"/>
                      </a:cubicBezTo>
                      <a:lnTo>
                        <a:pt x="1809750" y="1430941"/>
                      </a:lnTo>
                      <a:cubicBezTo>
                        <a:pt x="1828039" y="1394460"/>
                        <a:pt x="1843659" y="1356836"/>
                        <a:pt x="1856614" y="1318165"/>
                      </a:cubicBezTo>
                      <a:lnTo>
                        <a:pt x="2062544" y="1274255"/>
                      </a:lnTo>
                      <a:cubicBezTo>
                        <a:pt x="2084166" y="1269397"/>
                        <a:pt x="2099501" y="1250252"/>
                        <a:pt x="2099501" y="1228154"/>
                      </a:cubicBezTo>
                      <a:lnTo>
                        <a:pt x="2099501" y="871538"/>
                      </a:lnTo>
                      <a:cubicBezTo>
                        <a:pt x="2099596" y="849440"/>
                        <a:pt x="2084166" y="830390"/>
                        <a:pt x="2062544" y="826008"/>
                      </a:cubicBezTo>
                      <a:close/>
                      <a:moveTo>
                        <a:pt x="2006347" y="1191101"/>
                      </a:moveTo>
                      <a:lnTo>
                        <a:pt x="2006251" y="1191101"/>
                      </a:lnTo>
                      <a:lnTo>
                        <a:pt x="1810608" y="1232821"/>
                      </a:lnTo>
                      <a:cubicBezTo>
                        <a:pt x="1793844" y="1236155"/>
                        <a:pt x="1780318" y="1248537"/>
                        <a:pt x="1775556" y="1265015"/>
                      </a:cubicBezTo>
                      <a:cubicBezTo>
                        <a:pt x="1760697" y="1315688"/>
                        <a:pt x="1740409" y="1364647"/>
                        <a:pt x="1715167" y="1411129"/>
                      </a:cubicBezTo>
                      <a:cubicBezTo>
                        <a:pt x="1706976" y="1426274"/>
                        <a:pt x="1707738" y="1444562"/>
                        <a:pt x="1717072" y="1458944"/>
                      </a:cubicBezTo>
                      <a:lnTo>
                        <a:pt x="1717072" y="1458944"/>
                      </a:lnTo>
                      <a:lnTo>
                        <a:pt x="1826038" y="1626680"/>
                      </a:lnTo>
                      <a:lnTo>
                        <a:pt x="1626966" y="1826133"/>
                      </a:lnTo>
                      <a:lnTo>
                        <a:pt x="1458849" y="1717262"/>
                      </a:lnTo>
                      <a:cubicBezTo>
                        <a:pt x="1444467" y="1708023"/>
                        <a:pt x="1426274" y="1707166"/>
                        <a:pt x="1411129" y="1715072"/>
                      </a:cubicBezTo>
                      <a:cubicBezTo>
                        <a:pt x="1364743" y="1740599"/>
                        <a:pt x="1315594" y="1761077"/>
                        <a:pt x="1264825" y="1776127"/>
                      </a:cubicBezTo>
                      <a:cubicBezTo>
                        <a:pt x="1248347" y="1780889"/>
                        <a:pt x="1235869" y="1794320"/>
                        <a:pt x="1232440" y="1811084"/>
                      </a:cubicBezTo>
                      <a:lnTo>
                        <a:pt x="1190816" y="2006632"/>
                      </a:lnTo>
                      <a:lnTo>
                        <a:pt x="909448" y="2006632"/>
                      </a:lnTo>
                      <a:lnTo>
                        <a:pt x="867823" y="1811084"/>
                      </a:lnTo>
                      <a:cubicBezTo>
                        <a:pt x="864394" y="1794320"/>
                        <a:pt x="851917" y="1780889"/>
                        <a:pt x="835438" y="1776127"/>
                      </a:cubicBezTo>
                      <a:cubicBezTo>
                        <a:pt x="784575" y="1760982"/>
                        <a:pt x="735616" y="1740503"/>
                        <a:pt x="689039" y="1715072"/>
                      </a:cubicBezTo>
                      <a:cubicBezTo>
                        <a:pt x="673894" y="1707166"/>
                        <a:pt x="655702" y="1708023"/>
                        <a:pt x="641319" y="1717262"/>
                      </a:cubicBezTo>
                      <a:lnTo>
                        <a:pt x="641319" y="1717262"/>
                      </a:lnTo>
                      <a:lnTo>
                        <a:pt x="473202" y="1826133"/>
                      </a:lnTo>
                      <a:lnTo>
                        <a:pt x="274130" y="1626680"/>
                      </a:lnTo>
                      <a:lnTo>
                        <a:pt x="382810" y="1458849"/>
                      </a:lnTo>
                      <a:cubicBezTo>
                        <a:pt x="392145" y="1444466"/>
                        <a:pt x="392812" y="1426178"/>
                        <a:pt x="384715" y="1411034"/>
                      </a:cubicBezTo>
                      <a:cubicBezTo>
                        <a:pt x="359379" y="1364647"/>
                        <a:pt x="338995" y="1315688"/>
                        <a:pt x="323946" y="1265015"/>
                      </a:cubicBezTo>
                      <a:cubicBezTo>
                        <a:pt x="319278" y="1248537"/>
                        <a:pt x="305753" y="1236155"/>
                        <a:pt x="288989" y="1232821"/>
                      </a:cubicBezTo>
                      <a:lnTo>
                        <a:pt x="288989" y="1232821"/>
                      </a:lnTo>
                      <a:lnTo>
                        <a:pt x="93345" y="1191101"/>
                      </a:lnTo>
                      <a:lnTo>
                        <a:pt x="93345" y="909447"/>
                      </a:lnTo>
                      <a:lnTo>
                        <a:pt x="288989" y="867823"/>
                      </a:lnTo>
                      <a:cubicBezTo>
                        <a:pt x="305753" y="864108"/>
                        <a:pt x="319183" y="851535"/>
                        <a:pt x="324041" y="835057"/>
                      </a:cubicBezTo>
                      <a:cubicBezTo>
                        <a:pt x="339186" y="784384"/>
                        <a:pt x="359474" y="735425"/>
                        <a:pt x="384810" y="689039"/>
                      </a:cubicBezTo>
                      <a:cubicBezTo>
                        <a:pt x="393002" y="673989"/>
                        <a:pt x="392335" y="655701"/>
                        <a:pt x="383001" y="641223"/>
                      </a:cubicBezTo>
                      <a:lnTo>
                        <a:pt x="383001" y="641223"/>
                      </a:lnTo>
                      <a:lnTo>
                        <a:pt x="274130" y="473488"/>
                      </a:lnTo>
                      <a:lnTo>
                        <a:pt x="473202" y="274415"/>
                      </a:lnTo>
                      <a:lnTo>
                        <a:pt x="641319" y="383286"/>
                      </a:lnTo>
                      <a:cubicBezTo>
                        <a:pt x="655797" y="392430"/>
                        <a:pt x="673989" y="393002"/>
                        <a:pt x="689039" y="384905"/>
                      </a:cubicBezTo>
                      <a:cubicBezTo>
                        <a:pt x="735521" y="359569"/>
                        <a:pt x="784575" y="339281"/>
                        <a:pt x="835343" y="324326"/>
                      </a:cubicBezTo>
                      <a:cubicBezTo>
                        <a:pt x="851726" y="319373"/>
                        <a:pt x="864109" y="306038"/>
                        <a:pt x="867728" y="289370"/>
                      </a:cubicBezTo>
                      <a:lnTo>
                        <a:pt x="867728" y="289370"/>
                      </a:lnTo>
                      <a:lnTo>
                        <a:pt x="909352" y="93250"/>
                      </a:lnTo>
                      <a:lnTo>
                        <a:pt x="1190911" y="93250"/>
                      </a:lnTo>
                      <a:lnTo>
                        <a:pt x="1232536" y="289370"/>
                      </a:lnTo>
                      <a:cubicBezTo>
                        <a:pt x="1236155" y="306038"/>
                        <a:pt x="1248538" y="319469"/>
                        <a:pt x="1264921" y="324326"/>
                      </a:cubicBezTo>
                      <a:cubicBezTo>
                        <a:pt x="1315689" y="338995"/>
                        <a:pt x="1364552" y="359283"/>
                        <a:pt x="1410844" y="384810"/>
                      </a:cubicBezTo>
                      <a:cubicBezTo>
                        <a:pt x="1425893" y="392906"/>
                        <a:pt x="1444086" y="392335"/>
                        <a:pt x="1458564" y="383191"/>
                      </a:cubicBezTo>
                      <a:lnTo>
                        <a:pt x="1626680" y="274320"/>
                      </a:lnTo>
                      <a:lnTo>
                        <a:pt x="1825753" y="473393"/>
                      </a:lnTo>
                      <a:lnTo>
                        <a:pt x="1716786" y="641128"/>
                      </a:lnTo>
                      <a:cubicBezTo>
                        <a:pt x="1707452" y="655511"/>
                        <a:pt x="1706785" y="673799"/>
                        <a:pt x="1714882" y="688943"/>
                      </a:cubicBezTo>
                      <a:cubicBezTo>
                        <a:pt x="1740218" y="735330"/>
                        <a:pt x="1760506" y="784289"/>
                        <a:pt x="1775651" y="834961"/>
                      </a:cubicBezTo>
                      <a:cubicBezTo>
                        <a:pt x="1780604" y="851535"/>
                        <a:pt x="1794130" y="864108"/>
                        <a:pt x="1811084" y="867728"/>
                      </a:cubicBezTo>
                      <a:lnTo>
                        <a:pt x="2006537" y="909352"/>
                      </a:lnTo>
                      <a:lnTo>
                        <a:pt x="2006537" y="1191006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ABAC869F-B294-D436-390E-BE610D20D0EC}"/>
                    </a:ext>
                  </a:extLst>
                </p:cNvPr>
                <p:cNvSpPr/>
                <p:nvPr/>
              </p:nvSpPr>
              <p:spPr>
                <a:xfrm>
                  <a:off x="-7625797" y="288988"/>
                  <a:ext cx="2787491" cy="2788920"/>
                </a:xfrm>
                <a:custGeom>
                  <a:avLst/>
                  <a:gdLst>
                    <a:gd name="connsiteX0" fmla="*/ 2379631 w 2787491"/>
                    <a:gd name="connsiteY0" fmla="*/ 408051 h 2788920"/>
                    <a:gd name="connsiteX1" fmla="*/ 2379631 w 2787491"/>
                    <a:gd name="connsiteY1" fmla="*/ 407765 h 2788920"/>
                    <a:gd name="connsiteX2" fmla="*/ 1393698 w 2787491"/>
                    <a:gd name="connsiteY2" fmla="*/ 0 h 2788920"/>
                    <a:gd name="connsiteX3" fmla="*/ 408146 w 2787491"/>
                    <a:gd name="connsiteY3" fmla="*/ 408623 h 2788920"/>
                    <a:gd name="connsiteX4" fmla="*/ 0 w 2787491"/>
                    <a:gd name="connsiteY4" fmla="*/ 1394460 h 2788920"/>
                    <a:gd name="connsiteX5" fmla="*/ 408146 w 2787491"/>
                    <a:gd name="connsiteY5" fmla="*/ 2380298 h 2788920"/>
                    <a:gd name="connsiteX6" fmla="*/ 1393698 w 2787491"/>
                    <a:gd name="connsiteY6" fmla="*/ 2788920 h 2788920"/>
                    <a:gd name="connsiteX7" fmla="*/ 2379631 w 2787491"/>
                    <a:gd name="connsiteY7" fmla="*/ 2381155 h 2788920"/>
                    <a:gd name="connsiteX8" fmla="*/ 2787491 w 2787491"/>
                    <a:gd name="connsiteY8" fmla="*/ 1394555 h 2788920"/>
                    <a:gd name="connsiteX9" fmla="*/ 2379631 w 2787491"/>
                    <a:gd name="connsiteY9" fmla="*/ 407956 h 2788920"/>
                    <a:gd name="connsiteX10" fmla="*/ 2313528 w 2787491"/>
                    <a:gd name="connsiteY10" fmla="*/ 2314861 h 2788920"/>
                    <a:gd name="connsiteX11" fmla="*/ 2313528 w 2787491"/>
                    <a:gd name="connsiteY11" fmla="*/ 2314861 h 2788920"/>
                    <a:gd name="connsiteX12" fmla="*/ 1393031 w 2787491"/>
                    <a:gd name="connsiteY12" fmla="*/ 2695575 h 2788920"/>
                    <a:gd name="connsiteX13" fmla="*/ 472535 w 2787491"/>
                    <a:gd name="connsiteY13" fmla="*/ 2314861 h 2788920"/>
                    <a:gd name="connsiteX14" fmla="*/ 91250 w 2787491"/>
                    <a:gd name="connsiteY14" fmla="*/ 1394365 h 2788920"/>
                    <a:gd name="connsiteX15" fmla="*/ 472535 w 2787491"/>
                    <a:gd name="connsiteY15" fmla="*/ 473869 h 2788920"/>
                    <a:gd name="connsiteX16" fmla="*/ 1393031 w 2787491"/>
                    <a:gd name="connsiteY16" fmla="*/ 92583 h 2788920"/>
                    <a:gd name="connsiteX17" fmla="*/ 2313528 w 2787491"/>
                    <a:gd name="connsiteY17" fmla="*/ 473869 h 2788920"/>
                    <a:gd name="connsiteX18" fmla="*/ 2694813 w 2787491"/>
                    <a:gd name="connsiteY18" fmla="*/ 1394365 h 2788920"/>
                    <a:gd name="connsiteX19" fmla="*/ 2313528 w 2787491"/>
                    <a:gd name="connsiteY19" fmla="*/ 2314861 h 27889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2787491" h="2788920">
                      <a:moveTo>
                        <a:pt x="2379631" y="408051"/>
                      </a:moveTo>
                      <a:lnTo>
                        <a:pt x="2379631" y="407765"/>
                      </a:lnTo>
                      <a:cubicBezTo>
                        <a:pt x="2118074" y="146495"/>
                        <a:pt x="1763363" y="-190"/>
                        <a:pt x="1393698" y="0"/>
                      </a:cubicBezTo>
                      <a:cubicBezTo>
                        <a:pt x="1024033" y="191"/>
                        <a:pt x="669512" y="147161"/>
                        <a:pt x="408146" y="408623"/>
                      </a:cubicBezTo>
                      <a:cubicBezTo>
                        <a:pt x="146780" y="670084"/>
                        <a:pt x="0" y="1024700"/>
                        <a:pt x="0" y="1394460"/>
                      </a:cubicBezTo>
                      <a:cubicBezTo>
                        <a:pt x="0" y="1764221"/>
                        <a:pt x="146780" y="2118836"/>
                        <a:pt x="408146" y="2380298"/>
                      </a:cubicBezTo>
                      <a:cubicBezTo>
                        <a:pt x="669512" y="2641854"/>
                        <a:pt x="1024033" y="2788825"/>
                        <a:pt x="1393698" y="2788920"/>
                      </a:cubicBezTo>
                      <a:cubicBezTo>
                        <a:pt x="1763363" y="2789111"/>
                        <a:pt x="2118074" y="2642426"/>
                        <a:pt x="2379631" y="2381155"/>
                      </a:cubicBezTo>
                      <a:cubicBezTo>
                        <a:pt x="2640806" y="2119218"/>
                        <a:pt x="2787491" y="1764506"/>
                        <a:pt x="2787491" y="1394555"/>
                      </a:cubicBezTo>
                      <a:cubicBezTo>
                        <a:pt x="2787491" y="1024605"/>
                        <a:pt x="2640806" y="669893"/>
                        <a:pt x="2379631" y="407956"/>
                      </a:cubicBezTo>
                      <a:close/>
                      <a:moveTo>
                        <a:pt x="2313528" y="2314861"/>
                      </a:moveTo>
                      <a:lnTo>
                        <a:pt x="2313528" y="2314861"/>
                      </a:lnTo>
                      <a:cubicBezTo>
                        <a:pt x="2069211" y="2558701"/>
                        <a:pt x="1738217" y="2695575"/>
                        <a:pt x="1393031" y="2695575"/>
                      </a:cubicBezTo>
                      <a:cubicBezTo>
                        <a:pt x="1047845" y="2695575"/>
                        <a:pt x="716852" y="2558701"/>
                        <a:pt x="472535" y="2314861"/>
                      </a:cubicBezTo>
                      <a:cubicBezTo>
                        <a:pt x="228410" y="2070735"/>
                        <a:pt x="91250" y="1739551"/>
                        <a:pt x="91250" y="1394365"/>
                      </a:cubicBezTo>
                      <a:cubicBezTo>
                        <a:pt x="91250" y="1049179"/>
                        <a:pt x="228410" y="717995"/>
                        <a:pt x="472535" y="473869"/>
                      </a:cubicBezTo>
                      <a:cubicBezTo>
                        <a:pt x="716661" y="229743"/>
                        <a:pt x="1047750" y="92583"/>
                        <a:pt x="1393031" y="92583"/>
                      </a:cubicBezTo>
                      <a:cubicBezTo>
                        <a:pt x="1738313" y="92583"/>
                        <a:pt x="2069402" y="229743"/>
                        <a:pt x="2313528" y="473869"/>
                      </a:cubicBezTo>
                      <a:cubicBezTo>
                        <a:pt x="2557653" y="717995"/>
                        <a:pt x="2694813" y="1049179"/>
                        <a:pt x="2694813" y="1394365"/>
                      </a:cubicBezTo>
                      <a:cubicBezTo>
                        <a:pt x="2694813" y="1739551"/>
                        <a:pt x="2557653" y="2070735"/>
                        <a:pt x="2313528" y="2314861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62" name="Freeform: Shape 61">
                  <a:extLst>
                    <a:ext uri="{FF2B5EF4-FFF2-40B4-BE49-F238E27FC236}">
                      <a16:creationId xmlns:a16="http://schemas.microsoft.com/office/drawing/2014/main" id="{A00A43B8-3C09-04D0-2B32-5DBCB2C19627}"/>
                    </a:ext>
                  </a:extLst>
                </p:cNvPr>
                <p:cNvSpPr/>
                <p:nvPr/>
              </p:nvSpPr>
              <p:spPr>
                <a:xfrm>
                  <a:off x="-7916336" y="-18"/>
                  <a:ext cx="3977571" cy="3977578"/>
                </a:xfrm>
                <a:custGeom>
                  <a:avLst/>
                  <a:gdLst>
                    <a:gd name="connsiteX0" fmla="*/ 3896133 w 3977571"/>
                    <a:gd name="connsiteY0" fmla="*/ 3491693 h 3977578"/>
                    <a:gd name="connsiteX1" fmla="*/ 3238527 w 3977571"/>
                    <a:gd name="connsiteY1" fmla="*/ 2834468 h 3977578"/>
                    <a:gd name="connsiteX2" fmla="*/ 3205570 w 3977571"/>
                    <a:gd name="connsiteY2" fmla="*/ 2820657 h 3977578"/>
                    <a:gd name="connsiteX3" fmla="*/ 3172614 w 3977571"/>
                    <a:gd name="connsiteY3" fmla="*/ 2834468 h 3977578"/>
                    <a:gd name="connsiteX4" fmla="*/ 3111273 w 3977571"/>
                    <a:gd name="connsiteY4" fmla="*/ 2895619 h 3977578"/>
                    <a:gd name="connsiteX5" fmla="*/ 2978304 w 3977571"/>
                    <a:gd name="connsiteY5" fmla="*/ 2762840 h 3977578"/>
                    <a:gd name="connsiteX6" fmla="*/ 2978304 w 3977571"/>
                    <a:gd name="connsiteY6" fmla="*/ 2762840 h 3977578"/>
                    <a:gd name="connsiteX7" fmla="*/ 3363495 w 3977571"/>
                    <a:gd name="connsiteY7" fmla="*/ 1569929 h 3977578"/>
                    <a:gd name="connsiteX8" fmla="*/ 2818760 w 3977571"/>
                    <a:gd name="connsiteY8" fmla="*/ 440931 h 3977578"/>
                    <a:gd name="connsiteX9" fmla="*/ 1645185 w 3977571"/>
                    <a:gd name="connsiteY9" fmla="*/ 399 h 3977578"/>
                    <a:gd name="connsiteX10" fmla="*/ 492088 w 3977571"/>
                    <a:gd name="connsiteY10" fmla="*/ 491794 h 3977578"/>
                    <a:gd name="connsiteX11" fmla="*/ 408 w 3977571"/>
                    <a:gd name="connsiteY11" fmla="*/ 1644986 h 3977578"/>
                    <a:gd name="connsiteX12" fmla="*/ 440844 w 3977571"/>
                    <a:gd name="connsiteY12" fmla="*/ 2818657 h 3977578"/>
                    <a:gd name="connsiteX13" fmla="*/ 1569747 w 3977571"/>
                    <a:gd name="connsiteY13" fmla="*/ 3363582 h 3977578"/>
                    <a:gd name="connsiteX14" fmla="*/ 2762562 w 3977571"/>
                    <a:gd name="connsiteY14" fmla="*/ 2978296 h 3977578"/>
                    <a:gd name="connsiteX15" fmla="*/ 2895531 w 3977571"/>
                    <a:gd name="connsiteY15" fmla="*/ 3111074 h 3977578"/>
                    <a:gd name="connsiteX16" fmla="*/ 2834095 w 3977571"/>
                    <a:gd name="connsiteY16" fmla="*/ 3172225 h 3977578"/>
                    <a:gd name="connsiteX17" fmla="*/ 2820284 w 3977571"/>
                    <a:gd name="connsiteY17" fmla="*/ 3205371 h 3977578"/>
                    <a:gd name="connsiteX18" fmla="*/ 2834095 w 3977571"/>
                    <a:gd name="connsiteY18" fmla="*/ 3238519 h 3977578"/>
                    <a:gd name="connsiteX19" fmla="*/ 3491796 w 3977571"/>
                    <a:gd name="connsiteY19" fmla="*/ 3896125 h 3977578"/>
                    <a:gd name="connsiteX20" fmla="*/ 3766783 w 3977571"/>
                    <a:gd name="connsiteY20" fmla="*/ 3967562 h 3977578"/>
                    <a:gd name="connsiteX21" fmla="*/ 3967570 w 3977571"/>
                    <a:gd name="connsiteY21" fmla="*/ 3766680 h 3977578"/>
                    <a:gd name="connsiteX22" fmla="*/ 3896037 w 3977571"/>
                    <a:gd name="connsiteY22" fmla="*/ 3491693 h 3977578"/>
                    <a:gd name="connsiteX23" fmla="*/ 2292885 w 3977571"/>
                    <a:gd name="connsiteY23" fmla="*/ 3154603 h 3977578"/>
                    <a:gd name="connsiteX24" fmla="*/ 1373055 w 3977571"/>
                    <a:gd name="connsiteY24" fmla="*/ 3245186 h 3977578"/>
                    <a:gd name="connsiteX25" fmla="*/ 557906 w 3977571"/>
                    <a:gd name="connsiteY25" fmla="*/ 2809417 h 3977578"/>
                    <a:gd name="connsiteX26" fmla="*/ 557906 w 3977571"/>
                    <a:gd name="connsiteY26" fmla="*/ 2809608 h 3977578"/>
                    <a:gd name="connsiteX27" fmla="*/ 142044 w 3977571"/>
                    <a:gd name="connsiteY27" fmla="*/ 2096471 h 3977578"/>
                    <a:gd name="connsiteX28" fmla="*/ 142044 w 3977571"/>
                    <a:gd name="connsiteY28" fmla="*/ 1270939 h 3977578"/>
                    <a:gd name="connsiteX29" fmla="*/ 557906 w 3977571"/>
                    <a:gd name="connsiteY29" fmla="*/ 557803 h 3977578"/>
                    <a:gd name="connsiteX30" fmla="*/ 1373055 w 3977571"/>
                    <a:gd name="connsiteY30" fmla="*/ 122034 h 3977578"/>
                    <a:gd name="connsiteX31" fmla="*/ 2292885 w 3977571"/>
                    <a:gd name="connsiteY31" fmla="*/ 212616 h 3977578"/>
                    <a:gd name="connsiteX32" fmla="*/ 3007355 w 3977571"/>
                    <a:gd name="connsiteY32" fmla="*/ 798975 h 3977578"/>
                    <a:gd name="connsiteX33" fmla="*/ 3275674 w 3977571"/>
                    <a:gd name="connsiteY33" fmla="*/ 1683562 h 3977578"/>
                    <a:gd name="connsiteX34" fmla="*/ 3007355 w 3977571"/>
                    <a:gd name="connsiteY34" fmla="*/ 2568149 h 3977578"/>
                    <a:gd name="connsiteX35" fmla="*/ 2292885 w 3977571"/>
                    <a:gd name="connsiteY35" fmla="*/ 3154603 h 3977578"/>
                    <a:gd name="connsiteX36" fmla="*/ 2832762 w 3977571"/>
                    <a:gd name="connsiteY36" fmla="*/ 2916097 h 3977578"/>
                    <a:gd name="connsiteX37" fmla="*/ 2832667 w 3977571"/>
                    <a:gd name="connsiteY37" fmla="*/ 2916097 h 3977578"/>
                    <a:gd name="connsiteX38" fmla="*/ 2875243 w 3977571"/>
                    <a:gd name="connsiteY38" fmla="*/ 2874949 h 3977578"/>
                    <a:gd name="connsiteX39" fmla="*/ 2916201 w 3977571"/>
                    <a:gd name="connsiteY39" fmla="*/ 2832754 h 3977578"/>
                    <a:gd name="connsiteX40" fmla="*/ 3045074 w 3977571"/>
                    <a:gd name="connsiteY40" fmla="*/ 2961627 h 3977578"/>
                    <a:gd name="connsiteX41" fmla="*/ 2961730 w 3977571"/>
                    <a:gd name="connsiteY41" fmla="*/ 3045066 h 3977578"/>
                    <a:gd name="connsiteX42" fmla="*/ 2832762 w 3977571"/>
                    <a:gd name="connsiteY42" fmla="*/ 2916193 h 3977578"/>
                    <a:gd name="connsiteX43" fmla="*/ 2933155 w 3977571"/>
                    <a:gd name="connsiteY43" fmla="*/ 3205467 h 3977578"/>
                    <a:gd name="connsiteX44" fmla="*/ 3205475 w 3977571"/>
                    <a:gd name="connsiteY44" fmla="*/ 2933242 h 3977578"/>
                    <a:gd name="connsiteX45" fmla="*/ 3299201 w 3977571"/>
                    <a:gd name="connsiteY45" fmla="*/ 3027159 h 3977578"/>
                    <a:gd name="connsiteX46" fmla="*/ 3026977 w 3977571"/>
                    <a:gd name="connsiteY46" fmla="*/ 3299383 h 3977578"/>
                    <a:gd name="connsiteX47" fmla="*/ 2933155 w 3977571"/>
                    <a:gd name="connsiteY47" fmla="*/ 3205467 h 3977578"/>
                    <a:gd name="connsiteX48" fmla="*/ 3092985 w 3977571"/>
                    <a:gd name="connsiteY48" fmla="*/ 3364915 h 3977578"/>
                    <a:gd name="connsiteX49" fmla="*/ 3092985 w 3977571"/>
                    <a:gd name="connsiteY49" fmla="*/ 3364915 h 3977578"/>
                    <a:gd name="connsiteX50" fmla="*/ 3365304 w 3977571"/>
                    <a:gd name="connsiteY50" fmla="*/ 3092691 h 3977578"/>
                    <a:gd name="connsiteX51" fmla="*/ 3418359 w 3977571"/>
                    <a:gd name="connsiteY51" fmla="*/ 3146031 h 3977578"/>
                    <a:gd name="connsiteX52" fmla="*/ 3146134 w 3977571"/>
                    <a:gd name="connsiteY52" fmla="*/ 3418255 h 3977578"/>
                    <a:gd name="connsiteX53" fmla="*/ 3093080 w 3977571"/>
                    <a:gd name="connsiteY53" fmla="*/ 3364915 h 3977578"/>
                    <a:gd name="connsiteX54" fmla="*/ 3507322 w 3977571"/>
                    <a:gd name="connsiteY54" fmla="*/ 3779348 h 3977578"/>
                    <a:gd name="connsiteX55" fmla="*/ 3211857 w 3977571"/>
                    <a:gd name="connsiteY55" fmla="*/ 3484359 h 3977578"/>
                    <a:gd name="connsiteX56" fmla="*/ 3484177 w 3977571"/>
                    <a:gd name="connsiteY56" fmla="*/ 3212134 h 3977578"/>
                    <a:gd name="connsiteX57" fmla="*/ 3779737 w 3977571"/>
                    <a:gd name="connsiteY57" fmla="*/ 3507124 h 3977578"/>
                    <a:gd name="connsiteX58" fmla="*/ 3507513 w 3977571"/>
                    <a:gd name="connsiteY58" fmla="*/ 3779348 h 3977578"/>
                    <a:gd name="connsiteX59" fmla="*/ 3507418 w 3977571"/>
                    <a:gd name="connsiteY59" fmla="*/ 3779348 h 3977578"/>
                    <a:gd name="connsiteX60" fmla="*/ 3885941 w 3977571"/>
                    <a:gd name="connsiteY60" fmla="*/ 3704863 h 3977578"/>
                    <a:gd name="connsiteX61" fmla="*/ 3830124 w 3977571"/>
                    <a:gd name="connsiteY61" fmla="*/ 3829926 h 3977578"/>
                    <a:gd name="connsiteX62" fmla="*/ 3830124 w 3977571"/>
                    <a:gd name="connsiteY62" fmla="*/ 3829926 h 3977578"/>
                    <a:gd name="connsiteX63" fmla="*/ 3705061 w 3977571"/>
                    <a:gd name="connsiteY63" fmla="*/ 3885647 h 3977578"/>
                    <a:gd name="connsiteX64" fmla="*/ 3574378 w 3977571"/>
                    <a:gd name="connsiteY64" fmla="*/ 3844880 h 3977578"/>
                    <a:gd name="connsiteX65" fmla="*/ 3844698 w 3977571"/>
                    <a:gd name="connsiteY65" fmla="*/ 3574275 h 3977578"/>
                    <a:gd name="connsiteX66" fmla="*/ 3885941 w 3977571"/>
                    <a:gd name="connsiteY66" fmla="*/ 3704863 h 39775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  <a:cxn ang="0">
                      <a:pos x="connsiteX59" y="connsiteY59"/>
                    </a:cxn>
                    <a:cxn ang="0">
                      <a:pos x="connsiteX60" y="connsiteY60"/>
                    </a:cxn>
                    <a:cxn ang="0">
                      <a:pos x="connsiteX61" y="connsiteY61"/>
                    </a:cxn>
                    <a:cxn ang="0">
                      <a:pos x="connsiteX62" y="connsiteY62"/>
                    </a:cxn>
                    <a:cxn ang="0">
                      <a:pos x="connsiteX63" y="connsiteY63"/>
                    </a:cxn>
                    <a:cxn ang="0">
                      <a:pos x="connsiteX64" y="connsiteY64"/>
                    </a:cxn>
                    <a:cxn ang="0">
                      <a:pos x="connsiteX65" y="connsiteY65"/>
                    </a:cxn>
                    <a:cxn ang="0">
                      <a:pos x="connsiteX66" y="connsiteY66"/>
                    </a:cxn>
                  </a:cxnLst>
                  <a:rect l="l" t="t" r="r" b="b"/>
                  <a:pathLst>
                    <a:path w="3977571" h="3977578">
                      <a:moveTo>
                        <a:pt x="3896133" y="3491693"/>
                      </a:moveTo>
                      <a:lnTo>
                        <a:pt x="3238527" y="2834468"/>
                      </a:lnTo>
                      <a:cubicBezTo>
                        <a:pt x="3229764" y="2825705"/>
                        <a:pt x="3217953" y="2820657"/>
                        <a:pt x="3205570" y="2820657"/>
                      </a:cubicBezTo>
                      <a:cubicBezTo>
                        <a:pt x="3193188" y="2820657"/>
                        <a:pt x="3181281" y="2825610"/>
                        <a:pt x="3172614" y="2834468"/>
                      </a:cubicBezTo>
                      <a:lnTo>
                        <a:pt x="3111273" y="2895619"/>
                      </a:lnTo>
                      <a:lnTo>
                        <a:pt x="2978304" y="2762840"/>
                      </a:lnTo>
                      <a:lnTo>
                        <a:pt x="2978304" y="2762840"/>
                      </a:lnTo>
                      <a:cubicBezTo>
                        <a:pt x="3255291" y="2429560"/>
                        <a:pt x="3393213" y="2002364"/>
                        <a:pt x="3363495" y="1569929"/>
                      </a:cubicBezTo>
                      <a:cubicBezTo>
                        <a:pt x="3333777" y="1137589"/>
                        <a:pt x="3138705" y="733253"/>
                        <a:pt x="2818760" y="440931"/>
                      </a:cubicBezTo>
                      <a:cubicBezTo>
                        <a:pt x="2498625" y="148799"/>
                        <a:pt x="2078382" y="-9030"/>
                        <a:pt x="1645185" y="399"/>
                      </a:cubicBezTo>
                      <a:cubicBezTo>
                        <a:pt x="1211892" y="9829"/>
                        <a:pt x="798984" y="185851"/>
                        <a:pt x="492088" y="491794"/>
                      </a:cubicBezTo>
                      <a:cubicBezTo>
                        <a:pt x="185955" y="798690"/>
                        <a:pt x="9933" y="1211694"/>
                        <a:pt x="408" y="1644986"/>
                      </a:cubicBezTo>
                      <a:cubicBezTo>
                        <a:pt x="-9117" y="2078278"/>
                        <a:pt x="148617" y="2498617"/>
                        <a:pt x="440844" y="2818657"/>
                      </a:cubicBezTo>
                      <a:cubicBezTo>
                        <a:pt x="733071" y="3138696"/>
                        <a:pt x="1137407" y="3333864"/>
                        <a:pt x="1569747" y="3363582"/>
                      </a:cubicBezTo>
                      <a:cubicBezTo>
                        <a:pt x="2002086" y="3393300"/>
                        <a:pt x="2429283" y="3255378"/>
                        <a:pt x="2762562" y="2978296"/>
                      </a:cubicBezTo>
                      <a:lnTo>
                        <a:pt x="2895531" y="3111074"/>
                      </a:lnTo>
                      <a:lnTo>
                        <a:pt x="2834095" y="3172225"/>
                      </a:lnTo>
                      <a:cubicBezTo>
                        <a:pt x="2825332" y="3180988"/>
                        <a:pt x="2820284" y="3192989"/>
                        <a:pt x="2820284" y="3205371"/>
                      </a:cubicBezTo>
                      <a:cubicBezTo>
                        <a:pt x="2820284" y="3217754"/>
                        <a:pt x="2825237" y="3229755"/>
                        <a:pt x="2834095" y="3238519"/>
                      </a:cubicBezTo>
                      <a:lnTo>
                        <a:pt x="3491796" y="3896125"/>
                      </a:lnTo>
                      <a:cubicBezTo>
                        <a:pt x="3564282" y="3966991"/>
                        <a:pt x="3668961" y="3994137"/>
                        <a:pt x="3766783" y="3967562"/>
                      </a:cubicBezTo>
                      <a:cubicBezTo>
                        <a:pt x="3864605" y="3940892"/>
                        <a:pt x="3940995" y="3864502"/>
                        <a:pt x="3967570" y="3766680"/>
                      </a:cubicBezTo>
                      <a:cubicBezTo>
                        <a:pt x="3994145" y="3668858"/>
                        <a:pt x="3966903" y="3564178"/>
                        <a:pt x="3896037" y="3491693"/>
                      </a:cubicBezTo>
                      <a:close/>
                      <a:moveTo>
                        <a:pt x="2292885" y="3154603"/>
                      </a:moveTo>
                      <a:cubicBezTo>
                        <a:pt x="2001991" y="3275095"/>
                        <a:pt x="1681856" y="3306622"/>
                        <a:pt x="1373055" y="3245186"/>
                      </a:cubicBezTo>
                      <a:cubicBezTo>
                        <a:pt x="1064255" y="3183750"/>
                        <a:pt x="780505" y="3032112"/>
                        <a:pt x="557906" y="2809417"/>
                      </a:cubicBezTo>
                      <a:lnTo>
                        <a:pt x="557906" y="2809608"/>
                      </a:lnTo>
                      <a:cubicBezTo>
                        <a:pt x="358643" y="2612917"/>
                        <a:pt x="215101" y="2366791"/>
                        <a:pt x="142044" y="2096471"/>
                      </a:cubicBezTo>
                      <a:cubicBezTo>
                        <a:pt x="68988" y="1826152"/>
                        <a:pt x="68988" y="1541259"/>
                        <a:pt x="142044" y="1270939"/>
                      </a:cubicBezTo>
                      <a:cubicBezTo>
                        <a:pt x="215101" y="1000620"/>
                        <a:pt x="358643" y="754494"/>
                        <a:pt x="557906" y="557803"/>
                      </a:cubicBezTo>
                      <a:cubicBezTo>
                        <a:pt x="780600" y="335108"/>
                        <a:pt x="1064255" y="183470"/>
                        <a:pt x="1373055" y="122034"/>
                      </a:cubicBezTo>
                      <a:cubicBezTo>
                        <a:pt x="1681856" y="60597"/>
                        <a:pt x="2001991" y="92125"/>
                        <a:pt x="2292885" y="212616"/>
                      </a:cubicBezTo>
                      <a:cubicBezTo>
                        <a:pt x="2583778" y="333108"/>
                        <a:pt x="2832476" y="537133"/>
                        <a:pt x="3007355" y="798975"/>
                      </a:cubicBezTo>
                      <a:cubicBezTo>
                        <a:pt x="3182329" y="1060818"/>
                        <a:pt x="3275674" y="1368666"/>
                        <a:pt x="3275674" y="1683562"/>
                      </a:cubicBezTo>
                      <a:cubicBezTo>
                        <a:pt x="3275674" y="1998459"/>
                        <a:pt x="3182329" y="2306307"/>
                        <a:pt x="3007355" y="2568149"/>
                      </a:cubicBezTo>
                      <a:cubicBezTo>
                        <a:pt x="2832381" y="2829991"/>
                        <a:pt x="2583778" y="3034017"/>
                        <a:pt x="2292885" y="3154603"/>
                      </a:cubicBezTo>
                      <a:close/>
                      <a:moveTo>
                        <a:pt x="2832762" y="2916097"/>
                      </a:moveTo>
                      <a:lnTo>
                        <a:pt x="2832667" y="2916097"/>
                      </a:lnTo>
                      <a:cubicBezTo>
                        <a:pt x="2846954" y="2902762"/>
                        <a:pt x="2861242" y="2888761"/>
                        <a:pt x="2875243" y="2874949"/>
                      </a:cubicBezTo>
                      <a:cubicBezTo>
                        <a:pt x="2889245" y="2861043"/>
                        <a:pt x="2902770" y="2847136"/>
                        <a:pt x="2916201" y="2832754"/>
                      </a:cubicBezTo>
                      <a:lnTo>
                        <a:pt x="3045074" y="2961627"/>
                      </a:lnTo>
                      <a:lnTo>
                        <a:pt x="2961730" y="3045066"/>
                      </a:lnTo>
                      <a:lnTo>
                        <a:pt x="2832762" y="2916193"/>
                      </a:lnTo>
                      <a:close/>
                      <a:moveTo>
                        <a:pt x="2933155" y="3205467"/>
                      </a:moveTo>
                      <a:lnTo>
                        <a:pt x="3205475" y="2933242"/>
                      </a:lnTo>
                      <a:lnTo>
                        <a:pt x="3299201" y="3027159"/>
                      </a:lnTo>
                      <a:lnTo>
                        <a:pt x="3026977" y="3299383"/>
                      </a:lnTo>
                      <a:lnTo>
                        <a:pt x="2933155" y="3205467"/>
                      </a:lnTo>
                      <a:close/>
                      <a:moveTo>
                        <a:pt x="3092985" y="3364915"/>
                      </a:moveTo>
                      <a:lnTo>
                        <a:pt x="3092985" y="3364915"/>
                      </a:lnTo>
                      <a:lnTo>
                        <a:pt x="3365304" y="3092691"/>
                      </a:lnTo>
                      <a:lnTo>
                        <a:pt x="3418359" y="3146031"/>
                      </a:lnTo>
                      <a:lnTo>
                        <a:pt x="3146134" y="3418255"/>
                      </a:lnTo>
                      <a:lnTo>
                        <a:pt x="3093080" y="3364915"/>
                      </a:lnTo>
                      <a:close/>
                      <a:moveTo>
                        <a:pt x="3507322" y="3779348"/>
                      </a:moveTo>
                      <a:lnTo>
                        <a:pt x="3211857" y="3484359"/>
                      </a:lnTo>
                      <a:lnTo>
                        <a:pt x="3484177" y="3212134"/>
                      </a:lnTo>
                      <a:lnTo>
                        <a:pt x="3779737" y="3507124"/>
                      </a:lnTo>
                      <a:lnTo>
                        <a:pt x="3507513" y="3779348"/>
                      </a:lnTo>
                      <a:lnTo>
                        <a:pt x="3507418" y="3779348"/>
                      </a:lnTo>
                      <a:close/>
                      <a:moveTo>
                        <a:pt x="3885941" y="3704863"/>
                      </a:moveTo>
                      <a:cubicBezTo>
                        <a:pt x="3883274" y="3751916"/>
                        <a:pt x="3863462" y="3796398"/>
                        <a:pt x="3830124" y="3829926"/>
                      </a:cubicBezTo>
                      <a:lnTo>
                        <a:pt x="3830124" y="3829926"/>
                      </a:lnTo>
                      <a:cubicBezTo>
                        <a:pt x="3796596" y="3863073"/>
                        <a:pt x="3752115" y="3882885"/>
                        <a:pt x="3705061" y="3885647"/>
                      </a:cubicBezTo>
                      <a:cubicBezTo>
                        <a:pt x="3658008" y="3888409"/>
                        <a:pt x="3611526" y="3873931"/>
                        <a:pt x="3574378" y="3844880"/>
                      </a:cubicBezTo>
                      <a:lnTo>
                        <a:pt x="3844698" y="3574275"/>
                      </a:lnTo>
                      <a:cubicBezTo>
                        <a:pt x="3873939" y="3611232"/>
                        <a:pt x="3888608" y="3657714"/>
                        <a:pt x="3885941" y="3704863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</p:grp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2DB27166-F557-DD7C-4EBA-E8819255628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1836204" y="3794567"/>
                <a:ext cx="0" cy="14400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74CE652D-F03A-60DC-76D3-AD688F4ADE26}"/>
                  </a:ext>
                </a:extLst>
              </p:cNvPr>
              <p:cNvCxnSpPr/>
              <p:nvPr/>
            </p:nvCxnSpPr>
            <p:spPr>
              <a:xfrm>
                <a:off x="-2264980" y="3985444"/>
                <a:ext cx="0" cy="58534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BDB14FD7-3145-0B24-F448-130E1C5AF077}"/>
                  </a:ext>
                </a:extLst>
              </p:cNvPr>
              <p:cNvCxnSpPr/>
              <p:nvPr/>
            </p:nvCxnSpPr>
            <p:spPr>
              <a:xfrm>
                <a:off x="-1407428" y="4156825"/>
                <a:ext cx="0" cy="25200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ACDC2C1A-2F51-903C-521D-D09B8D805BF8}"/>
              </a:ext>
            </a:extLst>
          </p:cNvPr>
          <p:cNvSpPr/>
          <p:nvPr/>
        </p:nvSpPr>
        <p:spPr>
          <a:xfrm>
            <a:off x="1307671" y="4842829"/>
            <a:ext cx="10164082" cy="5211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1800"/>
              </a:spcAft>
            </a:pPr>
            <a:r>
              <a:rPr lang="en-US" sz="1400" dirty="0">
                <a:solidFill>
                  <a:schemeClr val="bg2"/>
                </a:solidFill>
                <a:cs typeface="Arial" panose="020B0604020202020204" pitchFamily="34" charset="0"/>
              </a:rPr>
              <a:t>Forecast </a:t>
            </a:r>
            <a:r>
              <a:rPr lang="en-US" sz="1400" b="1" dirty="0">
                <a:solidFill>
                  <a:schemeClr val="bg2"/>
                </a:solidFill>
                <a:cs typeface="Arial" panose="020B0604020202020204" pitchFamily="34" charset="0"/>
              </a:rPr>
              <a:t>future sales trends </a:t>
            </a:r>
            <a:r>
              <a:rPr lang="en-US" sz="1400" dirty="0">
                <a:solidFill>
                  <a:schemeClr val="bg2"/>
                </a:solidFill>
                <a:cs typeface="Arial" panose="020B0604020202020204" pitchFamily="34" charset="0"/>
              </a:rPr>
              <a:t>for strategic planning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6C902D1-A9C6-2A65-41E0-A6D52D7F7CE3}"/>
              </a:ext>
            </a:extLst>
          </p:cNvPr>
          <p:cNvGrpSpPr/>
          <p:nvPr/>
        </p:nvGrpSpPr>
        <p:grpSpPr>
          <a:xfrm>
            <a:off x="710366" y="4734211"/>
            <a:ext cx="483876" cy="738423"/>
            <a:chOff x="10426431" y="4929690"/>
            <a:chExt cx="483876" cy="738423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4FABCDE5-1EB6-F390-7AD2-9280418A93A8}"/>
                </a:ext>
              </a:extLst>
            </p:cNvPr>
            <p:cNvGrpSpPr/>
            <p:nvPr/>
          </p:nvGrpSpPr>
          <p:grpSpPr>
            <a:xfrm rot="1800000">
              <a:off x="10426431" y="5068636"/>
              <a:ext cx="483876" cy="452436"/>
              <a:chOff x="3600440" y="1095389"/>
              <a:chExt cx="4990540" cy="4666282"/>
            </a:xfrm>
          </p:grpSpPr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2A88CA8-40CC-6B2D-4C23-ADD44F290FFE}"/>
                  </a:ext>
                </a:extLst>
              </p:cNvPr>
              <p:cNvSpPr/>
              <p:nvPr/>
            </p:nvSpPr>
            <p:spPr>
              <a:xfrm>
                <a:off x="3600440" y="1095389"/>
                <a:ext cx="4990540" cy="4666282"/>
              </a:xfrm>
              <a:custGeom>
                <a:avLst/>
                <a:gdLst>
                  <a:gd name="connsiteX0" fmla="*/ 1649930 w 4990540"/>
                  <a:gd name="connsiteY0" fmla="*/ 4666283 h 4666282"/>
                  <a:gd name="connsiteX1" fmla="*/ 1674504 w 4990540"/>
                  <a:gd name="connsiteY1" fmla="*/ 4129359 h 4666282"/>
                  <a:gd name="connsiteX2" fmla="*/ 1698793 w 4990540"/>
                  <a:gd name="connsiteY2" fmla="*/ 3606532 h 4666282"/>
                  <a:gd name="connsiteX3" fmla="*/ 1655549 w 4990540"/>
                  <a:gd name="connsiteY3" fmla="*/ 3576623 h 4666282"/>
                  <a:gd name="connsiteX4" fmla="*/ 898312 w 4990540"/>
                  <a:gd name="connsiteY4" fmla="*/ 3576623 h 4666282"/>
                  <a:gd name="connsiteX5" fmla="*/ 564937 w 4990540"/>
                  <a:gd name="connsiteY5" fmla="*/ 3576433 h 4666282"/>
                  <a:gd name="connsiteX6" fmla="*/ 295 w 4990540"/>
                  <a:gd name="connsiteY6" fmla="*/ 3013029 h 4666282"/>
                  <a:gd name="connsiteX7" fmla="*/ 9 w 4990540"/>
                  <a:gd name="connsiteY7" fmla="*/ 565199 h 4666282"/>
                  <a:gd name="connsiteX8" fmla="*/ 557888 w 4990540"/>
                  <a:gd name="connsiteY8" fmla="*/ 747 h 4666282"/>
                  <a:gd name="connsiteX9" fmla="*/ 2691393 w 4990540"/>
                  <a:gd name="connsiteY9" fmla="*/ 271 h 4666282"/>
                  <a:gd name="connsiteX10" fmla="*/ 4419990 w 4990540"/>
                  <a:gd name="connsiteY10" fmla="*/ 462 h 4666282"/>
                  <a:gd name="connsiteX11" fmla="*/ 4967011 w 4990540"/>
                  <a:gd name="connsiteY11" fmla="*/ 398797 h 4666282"/>
                  <a:gd name="connsiteX12" fmla="*/ 4989014 w 4990540"/>
                  <a:gd name="connsiteY12" fmla="*/ 577010 h 4666282"/>
                  <a:gd name="connsiteX13" fmla="*/ 4990538 w 4990540"/>
                  <a:gd name="connsiteY13" fmla="*/ 2995979 h 4666282"/>
                  <a:gd name="connsiteX14" fmla="*/ 4554864 w 4990540"/>
                  <a:gd name="connsiteY14" fmla="*/ 3561669 h 4666282"/>
                  <a:gd name="connsiteX15" fmla="*/ 4418181 w 4990540"/>
                  <a:gd name="connsiteY15" fmla="*/ 3576814 h 4666282"/>
                  <a:gd name="connsiteX16" fmla="*/ 3023054 w 4990540"/>
                  <a:gd name="connsiteY16" fmla="*/ 3575671 h 4666282"/>
                  <a:gd name="connsiteX17" fmla="*/ 2924946 w 4990540"/>
                  <a:gd name="connsiteY17" fmla="*/ 3611866 h 4666282"/>
                  <a:gd name="connsiteX18" fmla="*/ 1684220 w 4990540"/>
                  <a:gd name="connsiteY18" fmla="*/ 4642756 h 4666282"/>
                  <a:gd name="connsiteX19" fmla="*/ 1649930 w 4990540"/>
                  <a:gd name="connsiteY19" fmla="*/ 4666283 h 4666282"/>
                  <a:gd name="connsiteX20" fmla="*/ 1858051 w 4990540"/>
                  <a:gd name="connsiteY20" fmla="*/ 4248612 h 4666282"/>
                  <a:gd name="connsiteX21" fmla="*/ 1898532 w 4990540"/>
                  <a:gd name="connsiteY21" fmla="*/ 4219465 h 4666282"/>
                  <a:gd name="connsiteX22" fmla="*/ 2864843 w 4990540"/>
                  <a:gd name="connsiteY22" fmla="*/ 3416984 h 4666282"/>
                  <a:gd name="connsiteX23" fmla="*/ 2950473 w 4990540"/>
                  <a:gd name="connsiteY23" fmla="*/ 3386218 h 4666282"/>
                  <a:gd name="connsiteX24" fmla="*/ 4412275 w 4990540"/>
                  <a:gd name="connsiteY24" fmla="*/ 3386885 h 4666282"/>
                  <a:gd name="connsiteX25" fmla="*/ 4802133 w 4990540"/>
                  <a:gd name="connsiteY25" fmla="*/ 2996551 h 4666282"/>
                  <a:gd name="connsiteX26" fmla="*/ 4802133 w 4990540"/>
                  <a:gd name="connsiteY26" fmla="*/ 577677 h 4666282"/>
                  <a:gd name="connsiteX27" fmla="*/ 4411037 w 4990540"/>
                  <a:gd name="connsiteY27" fmla="*/ 185914 h 4666282"/>
                  <a:gd name="connsiteX28" fmla="*/ 606656 w 4990540"/>
                  <a:gd name="connsiteY28" fmla="*/ 184770 h 4666282"/>
                  <a:gd name="connsiteX29" fmla="*/ 452351 w 4990540"/>
                  <a:gd name="connsiteY29" fmla="*/ 203916 h 4666282"/>
                  <a:gd name="connsiteX30" fmla="*/ 186794 w 4990540"/>
                  <a:gd name="connsiteY30" fmla="*/ 602442 h 4666282"/>
                  <a:gd name="connsiteX31" fmla="*/ 186509 w 4990540"/>
                  <a:gd name="connsiteY31" fmla="*/ 2992741 h 4666282"/>
                  <a:gd name="connsiteX32" fmla="*/ 584368 w 4990540"/>
                  <a:gd name="connsiteY32" fmla="*/ 3388790 h 4666282"/>
                  <a:gd name="connsiteX33" fmla="*/ 1836715 w 4990540"/>
                  <a:gd name="connsiteY33" fmla="*/ 3386980 h 4666282"/>
                  <a:gd name="connsiteX34" fmla="*/ 1870052 w 4990540"/>
                  <a:gd name="connsiteY34" fmla="*/ 3386885 h 4666282"/>
                  <a:gd name="connsiteX35" fmla="*/ 1896341 w 4990540"/>
                  <a:gd name="connsiteY35" fmla="*/ 3414793 h 4666282"/>
                  <a:gd name="connsiteX36" fmla="*/ 1872910 w 4990540"/>
                  <a:gd name="connsiteY36" fmla="*/ 3880376 h 4666282"/>
                  <a:gd name="connsiteX37" fmla="*/ 1858051 w 4990540"/>
                  <a:gd name="connsiteY37" fmla="*/ 4248517 h 46662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4990540" h="4666282">
                    <a:moveTo>
                      <a:pt x="1649930" y="4666283"/>
                    </a:moveTo>
                    <a:cubicBezTo>
                      <a:pt x="1658407" y="4480927"/>
                      <a:pt x="1666503" y="4305190"/>
                      <a:pt x="1674504" y="4129359"/>
                    </a:cubicBezTo>
                    <a:cubicBezTo>
                      <a:pt x="1682410" y="3955051"/>
                      <a:pt x="1689649" y="3780744"/>
                      <a:pt x="1698793" y="3606532"/>
                    </a:cubicBezTo>
                    <a:cubicBezTo>
                      <a:pt x="1700793" y="3568051"/>
                      <a:pt x="1675933" y="3576718"/>
                      <a:pt x="1655549" y="3576623"/>
                    </a:cubicBezTo>
                    <a:cubicBezTo>
                      <a:pt x="1403137" y="3576433"/>
                      <a:pt x="1150724" y="3576623"/>
                      <a:pt x="898312" y="3576623"/>
                    </a:cubicBezTo>
                    <a:cubicBezTo>
                      <a:pt x="787155" y="3576623"/>
                      <a:pt x="676094" y="3577195"/>
                      <a:pt x="564937" y="3576433"/>
                    </a:cubicBezTo>
                    <a:cubicBezTo>
                      <a:pt x="215846" y="3573956"/>
                      <a:pt x="-1039" y="3291349"/>
                      <a:pt x="295" y="3013029"/>
                    </a:cubicBezTo>
                    <a:cubicBezTo>
                      <a:pt x="4295" y="2197117"/>
                      <a:pt x="4772" y="1381111"/>
                      <a:pt x="9" y="565199"/>
                    </a:cubicBezTo>
                    <a:cubicBezTo>
                      <a:pt x="-1610" y="288307"/>
                      <a:pt x="214988" y="1319"/>
                      <a:pt x="557888" y="747"/>
                    </a:cubicBezTo>
                    <a:cubicBezTo>
                      <a:pt x="1269120" y="-586"/>
                      <a:pt x="1980257" y="271"/>
                      <a:pt x="2691393" y="271"/>
                    </a:cubicBezTo>
                    <a:cubicBezTo>
                      <a:pt x="3267560" y="271"/>
                      <a:pt x="3843823" y="-110"/>
                      <a:pt x="4419990" y="462"/>
                    </a:cubicBezTo>
                    <a:cubicBezTo>
                      <a:pt x="4682499" y="747"/>
                      <a:pt x="4890239" y="153433"/>
                      <a:pt x="4967011" y="398797"/>
                    </a:cubicBezTo>
                    <a:cubicBezTo>
                      <a:pt x="4985299" y="457090"/>
                      <a:pt x="4988919" y="517002"/>
                      <a:pt x="4989014" y="577010"/>
                    </a:cubicBezTo>
                    <a:cubicBezTo>
                      <a:pt x="4989680" y="1383301"/>
                      <a:pt x="4988347" y="2189688"/>
                      <a:pt x="4990538" y="2995979"/>
                    </a:cubicBezTo>
                    <a:cubicBezTo>
                      <a:pt x="4991395" y="3301732"/>
                      <a:pt x="4790322" y="3510710"/>
                      <a:pt x="4554864" y="3561669"/>
                    </a:cubicBezTo>
                    <a:cubicBezTo>
                      <a:pt x="4510097" y="3571384"/>
                      <a:pt x="4464472" y="3576909"/>
                      <a:pt x="4418181" y="3576814"/>
                    </a:cubicBezTo>
                    <a:cubicBezTo>
                      <a:pt x="3953170" y="3576433"/>
                      <a:pt x="3488064" y="3577004"/>
                      <a:pt x="3023054" y="3575671"/>
                    </a:cubicBezTo>
                    <a:cubicBezTo>
                      <a:pt x="2983620" y="3575576"/>
                      <a:pt x="2954569" y="3587196"/>
                      <a:pt x="2924946" y="3611866"/>
                    </a:cubicBezTo>
                    <a:cubicBezTo>
                      <a:pt x="2511847" y="3956099"/>
                      <a:pt x="2097986" y="4299380"/>
                      <a:pt x="1684220" y="4642756"/>
                    </a:cubicBezTo>
                    <a:cubicBezTo>
                      <a:pt x="1676123" y="4649519"/>
                      <a:pt x="1666694" y="4654853"/>
                      <a:pt x="1649930" y="4666283"/>
                    </a:cubicBezTo>
                    <a:close/>
                    <a:moveTo>
                      <a:pt x="1858051" y="4248612"/>
                    </a:moveTo>
                    <a:cubicBezTo>
                      <a:pt x="1876529" y="4235372"/>
                      <a:pt x="1888150" y="4228133"/>
                      <a:pt x="1898532" y="4219465"/>
                    </a:cubicBezTo>
                    <a:cubicBezTo>
                      <a:pt x="2220858" y="3952194"/>
                      <a:pt x="2543184" y="3685018"/>
                      <a:pt x="2864843" y="3416984"/>
                    </a:cubicBezTo>
                    <a:cubicBezTo>
                      <a:pt x="2890751" y="3395362"/>
                      <a:pt x="2916469" y="3386218"/>
                      <a:pt x="2950473" y="3386218"/>
                    </a:cubicBezTo>
                    <a:cubicBezTo>
                      <a:pt x="3437772" y="3387266"/>
                      <a:pt x="3924976" y="3386980"/>
                      <a:pt x="4412275" y="3386885"/>
                    </a:cubicBezTo>
                    <a:cubicBezTo>
                      <a:pt x="4646971" y="3386885"/>
                      <a:pt x="4802038" y="3232009"/>
                      <a:pt x="4802133" y="2996551"/>
                    </a:cubicBezTo>
                    <a:cubicBezTo>
                      <a:pt x="4802419" y="2190259"/>
                      <a:pt x="4802324" y="1383968"/>
                      <a:pt x="4802133" y="577677"/>
                    </a:cubicBezTo>
                    <a:cubicBezTo>
                      <a:pt x="4802133" y="346315"/>
                      <a:pt x="4641637" y="186009"/>
                      <a:pt x="4411037" y="185914"/>
                    </a:cubicBezTo>
                    <a:cubicBezTo>
                      <a:pt x="3142878" y="185532"/>
                      <a:pt x="1874815" y="185152"/>
                      <a:pt x="606656" y="184770"/>
                    </a:cubicBezTo>
                    <a:cubicBezTo>
                      <a:pt x="554364" y="184770"/>
                      <a:pt x="502548" y="188390"/>
                      <a:pt x="452351" y="203916"/>
                    </a:cubicBezTo>
                    <a:cubicBezTo>
                      <a:pt x="280044" y="257256"/>
                      <a:pt x="186699" y="396511"/>
                      <a:pt x="186794" y="602442"/>
                    </a:cubicBezTo>
                    <a:cubicBezTo>
                      <a:pt x="186890" y="1399208"/>
                      <a:pt x="189747" y="2195974"/>
                      <a:pt x="186509" y="2992741"/>
                    </a:cubicBezTo>
                    <a:cubicBezTo>
                      <a:pt x="185556" y="3219817"/>
                      <a:pt x="357673" y="3392219"/>
                      <a:pt x="584368" y="3388790"/>
                    </a:cubicBezTo>
                    <a:cubicBezTo>
                      <a:pt x="1001753" y="3382408"/>
                      <a:pt x="1419234" y="3386980"/>
                      <a:pt x="1836715" y="3386980"/>
                    </a:cubicBezTo>
                    <a:cubicBezTo>
                      <a:pt x="1847859" y="3386980"/>
                      <a:pt x="1859003" y="3387742"/>
                      <a:pt x="1870052" y="3386885"/>
                    </a:cubicBezTo>
                    <a:cubicBezTo>
                      <a:pt x="1890817" y="3385361"/>
                      <a:pt x="1897484" y="3394029"/>
                      <a:pt x="1896341" y="3414793"/>
                    </a:cubicBezTo>
                    <a:cubicBezTo>
                      <a:pt x="1887959" y="3569955"/>
                      <a:pt x="1880054" y="3725213"/>
                      <a:pt x="1872910" y="3880376"/>
                    </a:cubicBezTo>
                    <a:cubicBezTo>
                      <a:pt x="1867385" y="4000105"/>
                      <a:pt x="1863194" y="4119834"/>
                      <a:pt x="1858051" y="4248517"/>
                    </a:cubicBezTo>
                    <a:close/>
                  </a:path>
                </a:pathLst>
              </a:custGeom>
              <a:solidFill>
                <a:schemeClr val="tx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6908A455-EE2F-6DEF-C137-8A2ADD082B30}"/>
                  </a:ext>
                </a:extLst>
              </p:cNvPr>
              <p:cNvSpPr/>
              <p:nvPr/>
            </p:nvSpPr>
            <p:spPr>
              <a:xfrm>
                <a:off x="4720958" y="2633915"/>
                <a:ext cx="596978" cy="596883"/>
              </a:xfrm>
              <a:custGeom>
                <a:avLst/>
                <a:gdLst>
                  <a:gd name="connsiteX0" fmla="*/ 596945 w 596978"/>
                  <a:gd name="connsiteY0" fmla="*/ 303690 h 596883"/>
                  <a:gd name="connsiteX1" fmla="*/ 296336 w 596978"/>
                  <a:gd name="connsiteY1" fmla="*/ 596870 h 596883"/>
                  <a:gd name="connsiteX2" fmla="*/ 13 w 596978"/>
                  <a:gd name="connsiteY2" fmla="*/ 298737 h 596883"/>
                  <a:gd name="connsiteX3" fmla="*/ 301384 w 596978"/>
                  <a:gd name="connsiteY3" fmla="*/ 33 h 596883"/>
                  <a:gd name="connsiteX4" fmla="*/ 596945 w 596978"/>
                  <a:gd name="connsiteY4" fmla="*/ 303785 h 5968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978" h="596883">
                    <a:moveTo>
                      <a:pt x="596945" y="303690"/>
                    </a:moveTo>
                    <a:cubicBezTo>
                      <a:pt x="591325" y="460186"/>
                      <a:pt x="477977" y="595060"/>
                      <a:pt x="296336" y="596870"/>
                    </a:cubicBezTo>
                    <a:cubicBezTo>
                      <a:pt x="132506" y="598489"/>
                      <a:pt x="-1511" y="458567"/>
                      <a:pt x="13" y="298737"/>
                    </a:cubicBezTo>
                    <a:cubicBezTo>
                      <a:pt x="1632" y="134526"/>
                      <a:pt x="139840" y="-2443"/>
                      <a:pt x="301384" y="33"/>
                    </a:cubicBezTo>
                    <a:cubicBezTo>
                      <a:pt x="465976" y="2510"/>
                      <a:pt x="599421" y="139574"/>
                      <a:pt x="596945" y="303785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D34DD1FA-1B22-6EA3-C6C6-4A18245F0A07}"/>
                  </a:ext>
                </a:extLst>
              </p:cNvPr>
              <p:cNvSpPr/>
              <p:nvPr/>
            </p:nvSpPr>
            <p:spPr>
              <a:xfrm>
                <a:off x="5796675" y="2633930"/>
                <a:ext cx="596789" cy="595901"/>
              </a:xfrm>
              <a:custGeom>
                <a:avLst/>
                <a:gdLst>
                  <a:gd name="connsiteX0" fmla="*/ 596790 w 596789"/>
                  <a:gd name="connsiteY0" fmla="*/ 298912 h 595901"/>
                  <a:gd name="connsiteX1" fmla="*/ 301229 w 596789"/>
                  <a:gd name="connsiteY1" fmla="*/ 595902 h 595901"/>
                  <a:gd name="connsiteX2" fmla="*/ 49 w 596789"/>
                  <a:gd name="connsiteY2" fmla="*/ 294055 h 595901"/>
                  <a:gd name="connsiteX3" fmla="*/ 296562 w 596789"/>
                  <a:gd name="connsiteY3" fmla="*/ 18 h 595901"/>
                  <a:gd name="connsiteX4" fmla="*/ 596790 w 596789"/>
                  <a:gd name="connsiteY4" fmla="*/ 298912 h 5959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789" h="595901">
                    <a:moveTo>
                      <a:pt x="596790" y="298912"/>
                    </a:moveTo>
                    <a:cubicBezTo>
                      <a:pt x="592980" y="462647"/>
                      <a:pt x="476965" y="595997"/>
                      <a:pt x="301229" y="595902"/>
                    </a:cubicBezTo>
                    <a:cubicBezTo>
                      <a:pt x="118921" y="595807"/>
                      <a:pt x="3382" y="464362"/>
                      <a:pt x="49" y="294055"/>
                    </a:cubicBezTo>
                    <a:cubicBezTo>
                      <a:pt x="-2999" y="137845"/>
                      <a:pt x="137685" y="1828"/>
                      <a:pt x="296562" y="18"/>
                    </a:cubicBezTo>
                    <a:cubicBezTo>
                      <a:pt x="460011" y="-1792"/>
                      <a:pt x="596409" y="134035"/>
                      <a:pt x="596790" y="298912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742BBDAC-49C5-A4A2-125D-91FB29877337}"/>
                  </a:ext>
                </a:extLst>
              </p:cNvPr>
              <p:cNvSpPr/>
              <p:nvPr/>
            </p:nvSpPr>
            <p:spPr>
              <a:xfrm>
                <a:off x="6873279" y="2634036"/>
                <a:ext cx="596320" cy="595911"/>
              </a:xfrm>
              <a:custGeom>
                <a:avLst/>
                <a:gdLst>
                  <a:gd name="connsiteX0" fmla="*/ 596226 w 596320"/>
                  <a:gd name="connsiteY0" fmla="*/ 299283 h 595911"/>
                  <a:gd name="connsiteX1" fmla="*/ 300188 w 596320"/>
                  <a:gd name="connsiteY1" fmla="*/ 595891 h 595911"/>
                  <a:gd name="connsiteX2" fmla="*/ 56 w 596320"/>
                  <a:gd name="connsiteY2" fmla="*/ 298330 h 595911"/>
                  <a:gd name="connsiteX3" fmla="*/ 296283 w 596320"/>
                  <a:gd name="connsiteY3" fmla="*/ 7 h 595911"/>
                  <a:gd name="connsiteX4" fmla="*/ 596321 w 596320"/>
                  <a:gd name="connsiteY4" fmla="*/ 299378 h 595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320" h="595911">
                    <a:moveTo>
                      <a:pt x="596226" y="299283"/>
                    </a:moveTo>
                    <a:cubicBezTo>
                      <a:pt x="592130" y="447873"/>
                      <a:pt x="491546" y="593796"/>
                      <a:pt x="300188" y="595891"/>
                    </a:cubicBezTo>
                    <a:cubicBezTo>
                      <a:pt x="125595" y="597796"/>
                      <a:pt x="3389" y="467875"/>
                      <a:pt x="56" y="298330"/>
                    </a:cubicBezTo>
                    <a:cubicBezTo>
                      <a:pt x="-3183" y="137548"/>
                      <a:pt x="135501" y="1150"/>
                      <a:pt x="296283" y="7"/>
                    </a:cubicBezTo>
                    <a:cubicBezTo>
                      <a:pt x="459732" y="-1136"/>
                      <a:pt x="596035" y="134786"/>
                      <a:pt x="596321" y="299378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C1A2777C-F858-6F64-237C-EBAEB5B6D572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82835" y="5352224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1E16FF3-BF8D-4D9A-9A47-8D0B778DD205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54315" y="4955135"/>
              <a:ext cx="0" cy="1297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7B3294BC-D3A0-2E19-ED08-96D8D09054A1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459467" y="4929690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02479603-BF83-BD64-FFCE-D6CC4C6A0A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7521" y="1399083"/>
            <a:ext cx="2959293" cy="3821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38071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EA6C3BC-6DC3-67E8-2DD5-6E2E8C71A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sz="2000" dirty="0"/>
              <a:t>DASHBOARD ANALYSIS</a:t>
            </a:r>
            <a:endParaRPr lang="en-GB" sz="2300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4877333-E0C6-5E7F-DD4B-C728B5115A58}"/>
              </a:ext>
            </a:extLst>
          </p:cNvPr>
          <p:cNvSpPr txBox="1">
            <a:spLocks/>
          </p:cNvSpPr>
          <p:nvPr/>
        </p:nvSpPr>
        <p:spPr>
          <a:xfrm>
            <a:off x="529892" y="2128312"/>
            <a:ext cx="3067481" cy="1501149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US" dirty="0"/>
              <a:t>Total Sales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US" dirty="0"/>
              <a:t>Gross Sales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US" dirty="0"/>
              <a:t>Total Profit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US" dirty="0"/>
              <a:t>Quantity Sold</a:t>
            </a:r>
            <a:endParaRPr lang="en-GB" dirty="0"/>
          </a:p>
        </p:txBody>
      </p:sp>
      <p:sp>
        <p:nvSpPr>
          <p:cNvPr id="17" name="Text Placeholder 8">
            <a:extLst>
              <a:ext uri="{FF2B5EF4-FFF2-40B4-BE49-F238E27FC236}">
                <a16:creationId xmlns:a16="http://schemas.microsoft.com/office/drawing/2014/main" id="{2094429E-50A3-CC26-189B-C9F2D7FC0589}"/>
              </a:ext>
            </a:extLst>
          </p:cNvPr>
          <p:cNvSpPr txBox="1">
            <a:spLocks/>
          </p:cNvSpPr>
          <p:nvPr/>
        </p:nvSpPr>
        <p:spPr>
          <a:xfrm>
            <a:off x="5241994" y="2233003"/>
            <a:ext cx="5649325" cy="81439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Sales showed a steady upward trend across the analyzed period.</a:t>
            </a:r>
          </a:p>
          <a:p>
            <a:r>
              <a:rPr lang="en-US" dirty="0"/>
              <a:t>Revenue growth remained consistent with seasonal fluctuations in demand.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AF71F19-4C98-F129-160D-A35950998F5D}"/>
              </a:ext>
            </a:extLst>
          </p:cNvPr>
          <p:cNvGrpSpPr/>
          <p:nvPr/>
        </p:nvGrpSpPr>
        <p:grpSpPr>
          <a:xfrm>
            <a:off x="514859" y="1520079"/>
            <a:ext cx="3356974" cy="548640"/>
            <a:chOff x="596340" y="1527871"/>
            <a:chExt cx="3356974" cy="548640"/>
          </a:xfrm>
        </p:grpSpPr>
        <p:sp>
          <p:nvSpPr>
            <p:cNvPr id="20" name="Text Placeholder 2">
              <a:extLst>
                <a:ext uri="{FF2B5EF4-FFF2-40B4-BE49-F238E27FC236}">
                  <a16:creationId xmlns:a16="http://schemas.microsoft.com/office/drawing/2014/main" id="{FE391350-249E-F0FE-9C38-063511CD7813}"/>
                </a:ext>
              </a:extLst>
            </p:cNvPr>
            <p:cNvSpPr txBox="1">
              <a:spLocks/>
            </p:cNvSpPr>
            <p:nvPr/>
          </p:nvSpPr>
          <p:spPr>
            <a:xfrm>
              <a:off x="922946" y="1527871"/>
              <a:ext cx="3030368" cy="548640"/>
            </a:xfrm>
            <a:prstGeom prst="parallelogram">
              <a:avLst/>
            </a:prstGeom>
            <a:noFill/>
          </p:spPr>
          <p:txBody>
            <a:bodyPr vert="horz" lIns="91440" tIns="45720" rIns="91440" bIns="45720" rtlCol="0" anchor="ctr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200"/>
                </a:spcBef>
                <a:buFont typeface="Arial" panose="020B0604020202020204" pitchFamily="34" charset="0"/>
                <a:buNone/>
                <a:defRPr sz="1400" b="1" kern="1200" baseline="0">
                  <a:solidFill>
                    <a:schemeClr val="bg1"/>
                  </a:solidFill>
                  <a:latin typeface="+mn-lt"/>
                  <a:ea typeface="+mn-ea"/>
                  <a:cs typeface="Arial" panose="020B0604020202020204" pitchFamily="34" charset="0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en-GB" sz="1600" dirty="0">
                  <a:solidFill>
                    <a:schemeClr val="bg2"/>
                  </a:solidFill>
                </a:rPr>
                <a:t>KPI CARDS</a:t>
              </a:r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3544CDA0-28BC-9765-2928-A3B783BD823A}"/>
                </a:ext>
              </a:extLst>
            </p:cNvPr>
            <p:cNvSpPr/>
            <p:nvPr/>
          </p:nvSpPr>
          <p:spPr>
            <a:xfrm>
              <a:off x="596340" y="1565289"/>
              <a:ext cx="536409" cy="473805"/>
            </a:xfrm>
            <a:prstGeom prst="parallelogram">
              <a:avLst>
                <a:gd name="adj" fmla="val 14136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Aft>
                  <a:spcPts val="1800"/>
                </a:spcAft>
              </a:pPr>
              <a:r>
                <a:rPr lang="en-GB" sz="1600" dirty="0">
                  <a:solidFill>
                    <a:schemeClr val="bg1"/>
                  </a:solidFill>
                  <a:cs typeface="Arial" panose="020B0604020202020204" pitchFamily="34" charset="0"/>
                </a:rPr>
                <a:t>1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B15B615-2268-CEF0-53C9-E8FD1A3A01D6}"/>
              </a:ext>
            </a:extLst>
          </p:cNvPr>
          <p:cNvGrpSpPr/>
          <p:nvPr/>
        </p:nvGrpSpPr>
        <p:grpSpPr>
          <a:xfrm>
            <a:off x="5241994" y="1520079"/>
            <a:ext cx="3356974" cy="548640"/>
            <a:chOff x="4251362" y="1527871"/>
            <a:chExt cx="3356974" cy="548640"/>
          </a:xfrm>
        </p:grpSpPr>
        <p:sp>
          <p:nvSpPr>
            <p:cNvPr id="23" name="Text Placeholder 3">
              <a:extLst>
                <a:ext uri="{FF2B5EF4-FFF2-40B4-BE49-F238E27FC236}">
                  <a16:creationId xmlns:a16="http://schemas.microsoft.com/office/drawing/2014/main" id="{FFEFC477-9FF7-3EEE-80E0-EB04F9E35E67}"/>
                </a:ext>
              </a:extLst>
            </p:cNvPr>
            <p:cNvSpPr txBox="1">
              <a:spLocks/>
            </p:cNvSpPr>
            <p:nvPr/>
          </p:nvSpPr>
          <p:spPr>
            <a:xfrm>
              <a:off x="4577968" y="1527871"/>
              <a:ext cx="3030368" cy="548640"/>
            </a:xfrm>
            <a:prstGeom prst="parallelogram">
              <a:avLst/>
            </a:prstGeom>
            <a:noFill/>
          </p:spPr>
          <p:txBody>
            <a:bodyPr vert="horz" lIns="91440" tIns="45720" rIns="91440" bIns="45720" rtlCol="0" anchor="ctr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200"/>
                </a:spcBef>
                <a:buFont typeface="Arial" panose="020B0604020202020204" pitchFamily="34" charset="0"/>
                <a:buNone/>
                <a:defRPr sz="1400" b="1" kern="1200" baseline="0">
                  <a:solidFill>
                    <a:schemeClr val="bg1"/>
                  </a:solidFill>
                  <a:latin typeface="+mn-lt"/>
                  <a:ea typeface="+mn-ea"/>
                  <a:cs typeface="Arial" panose="020B0604020202020204" pitchFamily="34" charset="0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en-GB" sz="1600" dirty="0">
                  <a:solidFill>
                    <a:schemeClr val="tx2"/>
                  </a:solidFill>
                </a:rPr>
                <a:t>SALES TREND</a:t>
              </a:r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89E3B47A-83EB-2D82-B61F-9A138C3CB863}"/>
                </a:ext>
              </a:extLst>
            </p:cNvPr>
            <p:cNvSpPr/>
            <p:nvPr/>
          </p:nvSpPr>
          <p:spPr>
            <a:xfrm>
              <a:off x="4251362" y="1565289"/>
              <a:ext cx="536409" cy="473805"/>
            </a:xfrm>
            <a:prstGeom prst="parallelogram">
              <a:avLst>
                <a:gd name="adj" fmla="val 14136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Aft>
                  <a:spcPts val="1800"/>
                </a:spcAft>
              </a:pPr>
              <a:r>
                <a:rPr lang="en-GB" sz="1600" dirty="0">
                  <a:solidFill>
                    <a:schemeClr val="bg1"/>
                  </a:solidFill>
                  <a:cs typeface="Arial" panose="020B0604020202020204" pitchFamily="34" charset="0"/>
                </a:rPr>
                <a:t>2</a:t>
              </a:r>
            </a:p>
          </p:txBody>
        </p:sp>
      </p:grp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C3FE67F-C127-2C84-0020-6568FF6E4B4B}"/>
              </a:ext>
            </a:extLst>
          </p:cNvPr>
          <p:cNvCxnSpPr>
            <a:cxnSpLocks/>
          </p:cNvCxnSpPr>
          <p:nvPr/>
        </p:nvCxnSpPr>
        <p:spPr>
          <a:xfrm>
            <a:off x="4419683" y="1550464"/>
            <a:ext cx="0" cy="2237154"/>
          </a:xfrm>
          <a:prstGeom prst="straightConnector1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1345EE31-3E12-9EC7-2FA5-DE99072FD4EF}"/>
              </a:ext>
            </a:extLst>
          </p:cNvPr>
          <p:cNvSpPr/>
          <p:nvPr/>
        </p:nvSpPr>
        <p:spPr>
          <a:xfrm flipV="1">
            <a:off x="1795481" y="3839290"/>
            <a:ext cx="980254" cy="164481"/>
          </a:xfrm>
          <a:prstGeom prst="triangle">
            <a:avLst/>
          </a:prstGeom>
          <a:solidFill>
            <a:schemeClr val="tx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09ADD4-F537-9FCB-2BF7-DFE46C456115}"/>
              </a:ext>
            </a:extLst>
          </p:cNvPr>
          <p:cNvSpPr txBox="1"/>
          <p:nvPr/>
        </p:nvSpPr>
        <p:spPr>
          <a:xfrm>
            <a:off x="381000" y="953556"/>
            <a:ext cx="609750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500" b="1" dirty="0">
                <a:solidFill>
                  <a:schemeClr val="bg2"/>
                </a:solidFill>
              </a:rPr>
              <a:t>Executive Overview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5D64CC-C901-03BC-90C1-5F12D3B019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384" y="4046070"/>
            <a:ext cx="3172449" cy="99583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354F6B2-249F-40E3-F3B8-3BBA8430EA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106" y="5099943"/>
            <a:ext cx="3121004" cy="825596"/>
          </a:xfrm>
          <a:prstGeom prst="rect">
            <a:avLst/>
          </a:prstGeom>
        </p:spPr>
      </p:pic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E3BD5E5F-0B79-5427-A52B-FF633E4F7774}"/>
              </a:ext>
            </a:extLst>
          </p:cNvPr>
          <p:cNvSpPr/>
          <p:nvPr/>
        </p:nvSpPr>
        <p:spPr>
          <a:xfrm flipV="1">
            <a:off x="7086402" y="3863462"/>
            <a:ext cx="980254" cy="164481"/>
          </a:xfrm>
          <a:prstGeom prst="triangle">
            <a:avLst/>
          </a:prstGeom>
          <a:solidFill>
            <a:schemeClr val="tx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E2C82A3-C3D6-9417-CCE3-EC4603F15AF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016" t="5692" r="743" b="9020"/>
          <a:stretch>
            <a:fillRect/>
          </a:stretch>
        </p:blipFill>
        <p:spPr>
          <a:xfrm>
            <a:off x="4662535" y="4229644"/>
            <a:ext cx="6485347" cy="1740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8128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4877333-E0C6-5E7F-DD4B-C728B5115A58}"/>
              </a:ext>
            </a:extLst>
          </p:cNvPr>
          <p:cNvSpPr txBox="1">
            <a:spLocks/>
          </p:cNvSpPr>
          <p:nvPr/>
        </p:nvSpPr>
        <p:spPr>
          <a:xfrm>
            <a:off x="774816" y="2142292"/>
            <a:ext cx="4711583" cy="113488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Southeast region recorded the highest overall sales contribution.</a:t>
            </a:r>
          </a:p>
          <a:p>
            <a:r>
              <a:rPr lang="en-US" dirty="0"/>
              <a:t>Sales performance varied significantly across different regions.</a:t>
            </a:r>
          </a:p>
        </p:txBody>
      </p:sp>
      <p:sp>
        <p:nvSpPr>
          <p:cNvPr id="17" name="Text Placeholder 8">
            <a:extLst>
              <a:ext uri="{FF2B5EF4-FFF2-40B4-BE49-F238E27FC236}">
                <a16:creationId xmlns:a16="http://schemas.microsoft.com/office/drawing/2014/main" id="{2094429E-50A3-CC26-189B-C9F2D7FC0589}"/>
              </a:ext>
            </a:extLst>
          </p:cNvPr>
          <p:cNvSpPr txBox="1">
            <a:spLocks/>
          </p:cNvSpPr>
          <p:nvPr/>
        </p:nvSpPr>
        <p:spPr>
          <a:xfrm>
            <a:off x="6282361" y="2121348"/>
            <a:ext cx="5134823" cy="109710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Home Goods contributed the largest share of total sales.</a:t>
            </a:r>
          </a:p>
          <a:p>
            <a:r>
              <a:rPr lang="en-US" dirty="0"/>
              <a:t>Electronics and Grocery categories showed strong revenue performance.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AF71F19-4C98-F129-160D-A35950998F5D}"/>
              </a:ext>
            </a:extLst>
          </p:cNvPr>
          <p:cNvGrpSpPr/>
          <p:nvPr/>
        </p:nvGrpSpPr>
        <p:grpSpPr>
          <a:xfrm>
            <a:off x="764105" y="1467649"/>
            <a:ext cx="3356974" cy="548640"/>
            <a:chOff x="596340" y="1527871"/>
            <a:chExt cx="3356974" cy="548640"/>
          </a:xfrm>
        </p:grpSpPr>
        <p:sp>
          <p:nvSpPr>
            <p:cNvPr id="20" name="Text Placeholder 2">
              <a:extLst>
                <a:ext uri="{FF2B5EF4-FFF2-40B4-BE49-F238E27FC236}">
                  <a16:creationId xmlns:a16="http://schemas.microsoft.com/office/drawing/2014/main" id="{FE391350-249E-F0FE-9C38-063511CD7813}"/>
                </a:ext>
              </a:extLst>
            </p:cNvPr>
            <p:cNvSpPr txBox="1">
              <a:spLocks/>
            </p:cNvSpPr>
            <p:nvPr/>
          </p:nvSpPr>
          <p:spPr>
            <a:xfrm>
              <a:off x="922946" y="1527871"/>
              <a:ext cx="3030368" cy="548640"/>
            </a:xfrm>
            <a:prstGeom prst="parallelogram">
              <a:avLst/>
            </a:prstGeom>
            <a:noFill/>
          </p:spPr>
          <p:txBody>
            <a:bodyPr vert="horz" lIns="91440" tIns="45720" rIns="91440" bIns="45720" rtlCol="0" anchor="ctr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200"/>
                </a:spcBef>
                <a:buFont typeface="Arial" panose="020B0604020202020204" pitchFamily="34" charset="0"/>
                <a:buNone/>
                <a:defRPr sz="1400" b="1" kern="1200" baseline="0">
                  <a:solidFill>
                    <a:schemeClr val="bg1"/>
                  </a:solidFill>
                  <a:latin typeface="+mn-lt"/>
                  <a:ea typeface="+mn-ea"/>
                  <a:cs typeface="Arial" panose="020B0604020202020204" pitchFamily="34" charset="0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en-GB" sz="1600" dirty="0">
                  <a:solidFill>
                    <a:schemeClr val="tx2"/>
                  </a:solidFill>
                </a:rPr>
                <a:t>REGION SALES</a:t>
              </a:r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3544CDA0-28BC-9765-2928-A3B783BD823A}"/>
                </a:ext>
              </a:extLst>
            </p:cNvPr>
            <p:cNvSpPr/>
            <p:nvPr/>
          </p:nvSpPr>
          <p:spPr>
            <a:xfrm>
              <a:off x="596340" y="1565289"/>
              <a:ext cx="536409" cy="473805"/>
            </a:xfrm>
            <a:prstGeom prst="parallelogram">
              <a:avLst>
                <a:gd name="adj" fmla="val 14136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Aft>
                  <a:spcPts val="1800"/>
                </a:spcAft>
              </a:pPr>
              <a:r>
                <a:rPr lang="en-GB" sz="1600" dirty="0">
                  <a:solidFill>
                    <a:schemeClr val="bg1"/>
                  </a:solidFill>
                  <a:cs typeface="Arial" panose="020B0604020202020204" pitchFamily="34" charset="0"/>
                </a:rPr>
                <a:t>1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B15B615-2268-CEF0-53C9-E8FD1A3A01D6}"/>
              </a:ext>
            </a:extLst>
          </p:cNvPr>
          <p:cNvGrpSpPr/>
          <p:nvPr/>
        </p:nvGrpSpPr>
        <p:grpSpPr>
          <a:xfrm>
            <a:off x="6282361" y="1462952"/>
            <a:ext cx="4134682" cy="548640"/>
            <a:chOff x="4251362" y="1527871"/>
            <a:chExt cx="4134682" cy="548640"/>
          </a:xfrm>
        </p:grpSpPr>
        <p:sp>
          <p:nvSpPr>
            <p:cNvPr id="23" name="Text Placeholder 3">
              <a:extLst>
                <a:ext uri="{FF2B5EF4-FFF2-40B4-BE49-F238E27FC236}">
                  <a16:creationId xmlns:a16="http://schemas.microsoft.com/office/drawing/2014/main" id="{FFEFC477-9FF7-3EEE-80E0-EB04F9E35E67}"/>
                </a:ext>
              </a:extLst>
            </p:cNvPr>
            <p:cNvSpPr txBox="1">
              <a:spLocks/>
            </p:cNvSpPr>
            <p:nvPr/>
          </p:nvSpPr>
          <p:spPr>
            <a:xfrm>
              <a:off x="4577967" y="1527871"/>
              <a:ext cx="3808077" cy="548640"/>
            </a:xfrm>
            <a:prstGeom prst="parallelogram">
              <a:avLst/>
            </a:prstGeom>
            <a:noFill/>
          </p:spPr>
          <p:txBody>
            <a:bodyPr vert="horz" lIns="91440" tIns="45720" rIns="91440" bIns="45720" rtlCol="0" anchor="ctr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200"/>
                </a:spcBef>
                <a:buFont typeface="Arial" panose="020B0604020202020204" pitchFamily="34" charset="0"/>
                <a:buNone/>
                <a:defRPr sz="1400" b="1" kern="1200" baseline="0">
                  <a:solidFill>
                    <a:schemeClr val="bg1"/>
                  </a:solidFill>
                  <a:latin typeface="+mn-lt"/>
                  <a:ea typeface="+mn-ea"/>
                  <a:cs typeface="Arial" panose="020B0604020202020204" pitchFamily="34" charset="0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en-GB" sz="1600" dirty="0">
                  <a:solidFill>
                    <a:schemeClr val="tx2"/>
                  </a:solidFill>
                </a:rPr>
                <a:t>CATEGORY CONTRIBUTION</a:t>
              </a:r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89E3B47A-83EB-2D82-B61F-9A138C3CB863}"/>
                </a:ext>
              </a:extLst>
            </p:cNvPr>
            <p:cNvSpPr/>
            <p:nvPr/>
          </p:nvSpPr>
          <p:spPr>
            <a:xfrm>
              <a:off x="4251362" y="1565289"/>
              <a:ext cx="536409" cy="473805"/>
            </a:xfrm>
            <a:prstGeom prst="parallelogram">
              <a:avLst>
                <a:gd name="adj" fmla="val 14136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Aft>
                  <a:spcPts val="1800"/>
                </a:spcAft>
              </a:pPr>
              <a:r>
                <a:rPr lang="en-GB" sz="1600">
                  <a:solidFill>
                    <a:schemeClr val="bg1"/>
                  </a:solidFill>
                  <a:cs typeface="Arial" panose="020B0604020202020204" pitchFamily="34" charset="0"/>
                </a:rPr>
                <a:t>2</a:t>
              </a:r>
            </a:p>
          </p:txBody>
        </p:sp>
      </p:grp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C3FE67F-C127-2C84-0020-6568FF6E4B4B}"/>
              </a:ext>
            </a:extLst>
          </p:cNvPr>
          <p:cNvCxnSpPr>
            <a:cxnSpLocks/>
          </p:cNvCxnSpPr>
          <p:nvPr/>
        </p:nvCxnSpPr>
        <p:spPr>
          <a:xfrm>
            <a:off x="5668770" y="1305145"/>
            <a:ext cx="0" cy="2237154"/>
          </a:xfrm>
          <a:prstGeom prst="straightConnector1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1345EE31-3E12-9EC7-2FA5-DE99072FD4EF}"/>
              </a:ext>
            </a:extLst>
          </p:cNvPr>
          <p:cNvSpPr/>
          <p:nvPr/>
        </p:nvSpPr>
        <p:spPr>
          <a:xfrm flipV="1">
            <a:off x="2449500" y="3554620"/>
            <a:ext cx="980254" cy="164481"/>
          </a:xfrm>
          <a:prstGeom prst="triangle">
            <a:avLst/>
          </a:prstGeom>
          <a:solidFill>
            <a:schemeClr val="tx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 err="1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289D88-55BE-8166-D7C4-1B4041DB19E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95" t="3540" r="2276" b="7009"/>
          <a:stretch>
            <a:fillRect/>
          </a:stretch>
        </p:blipFill>
        <p:spPr>
          <a:xfrm>
            <a:off x="1042123" y="3958382"/>
            <a:ext cx="4045297" cy="17638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3470A6B-3B93-5A7B-68BA-A884CC9BED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9625" y="3912468"/>
            <a:ext cx="4567907" cy="1855712"/>
          </a:xfrm>
          <a:prstGeom prst="rect">
            <a:avLst/>
          </a:prstGeom>
        </p:spPr>
      </p:pic>
      <p:sp>
        <p:nvSpPr>
          <p:cNvPr id="9" name="Title 4">
            <a:extLst>
              <a:ext uri="{FF2B5EF4-FFF2-40B4-BE49-F238E27FC236}">
                <a16:creationId xmlns:a16="http://schemas.microsoft.com/office/drawing/2014/main" id="{4BFDA842-25A7-7F85-D798-723482407965}"/>
              </a:ext>
            </a:extLst>
          </p:cNvPr>
          <p:cNvSpPr txBox="1">
            <a:spLocks/>
          </p:cNvSpPr>
          <p:nvPr/>
        </p:nvSpPr>
        <p:spPr>
          <a:xfrm>
            <a:off x="381000" y="166694"/>
            <a:ext cx="11430000" cy="95826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bg2"/>
                </a:solidFill>
                <a:latin typeface="+mj-lt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IN" sz="2000" dirty="0"/>
              <a:t>DASHBOARD ANALYSIS</a:t>
            </a:r>
            <a:endParaRPr lang="en-GB" sz="23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523DD0-C159-C384-D868-8E2871029CC6}"/>
              </a:ext>
            </a:extLst>
          </p:cNvPr>
          <p:cNvSpPr txBox="1"/>
          <p:nvPr/>
        </p:nvSpPr>
        <p:spPr>
          <a:xfrm>
            <a:off x="381000" y="953556"/>
            <a:ext cx="609750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500" b="1" dirty="0">
                <a:solidFill>
                  <a:schemeClr val="bg2"/>
                </a:solidFill>
              </a:rPr>
              <a:t>Executive Overview</a:t>
            </a:r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B675115B-20C6-5E40-0E37-E3B31CF9E77D}"/>
              </a:ext>
            </a:extLst>
          </p:cNvPr>
          <p:cNvSpPr/>
          <p:nvPr/>
        </p:nvSpPr>
        <p:spPr>
          <a:xfrm flipV="1">
            <a:off x="7981210" y="3559050"/>
            <a:ext cx="980254" cy="164481"/>
          </a:xfrm>
          <a:prstGeom prst="triangle">
            <a:avLst/>
          </a:prstGeom>
          <a:solidFill>
            <a:schemeClr val="tx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 err="1"/>
          </a:p>
        </p:txBody>
      </p:sp>
    </p:spTree>
    <p:extLst>
      <p:ext uri="{BB962C8B-B14F-4D97-AF65-F5344CB8AC3E}">
        <p14:creationId xmlns:p14="http://schemas.microsoft.com/office/powerpoint/2010/main" val="14543860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4B9E3-E2F5-9082-48E1-72463587B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0D10A1E3-517F-F2E7-B2A8-FE33B0889A3D}"/>
              </a:ext>
            </a:extLst>
          </p:cNvPr>
          <p:cNvSpPr txBox="1">
            <a:spLocks/>
          </p:cNvSpPr>
          <p:nvPr/>
        </p:nvSpPr>
        <p:spPr>
          <a:xfrm>
            <a:off x="487070" y="2071698"/>
            <a:ext cx="3165742" cy="101938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Sales activity was concentrated in western and southeastern regions.</a:t>
            </a:r>
          </a:p>
          <a:p>
            <a:r>
              <a:rPr lang="en-US" dirty="0"/>
              <a:t>Store performance varied significantly across geographical locations.</a:t>
            </a:r>
          </a:p>
        </p:txBody>
      </p:sp>
      <p:sp>
        <p:nvSpPr>
          <p:cNvPr id="17" name="Text Placeholder 8">
            <a:extLst>
              <a:ext uri="{FF2B5EF4-FFF2-40B4-BE49-F238E27FC236}">
                <a16:creationId xmlns:a16="http://schemas.microsoft.com/office/drawing/2014/main" id="{A9055C7F-89E0-3171-FD3D-80C587C4B2AF}"/>
              </a:ext>
            </a:extLst>
          </p:cNvPr>
          <p:cNvSpPr txBox="1">
            <a:spLocks/>
          </p:cNvSpPr>
          <p:nvPr/>
        </p:nvSpPr>
        <p:spPr>
          <a:xfrm>
            <a:off x="4056289" y="2071698"/>
            <a:ext cx="3549179" cy="109710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Strip Center and Mall stores generated the highest revenue contribution.</a:t>
            </a:r>
          </a:p>
          <a:p>
            <a:r>
              <a:rPr lang="en-US" dirty="0"/>
              <a:t>Outlet stores showed comparatively lower sales performance.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79792D45-D535-574B-9101-07F990320613}"/>
              </a:ext>
            </a:extLst>
          </p:cNvPr>
          <p:cNvSpPr txBox="1">
            <a:spLocks/>
          </p:cNvSpPr>
          <p:nvPr/>
        </p:nvSpPr>
        <p:spPr>
          <a:xfrm>
            <a:off x="626283" y="1346805"/>
            <a:ext cx="3475796" cy="548640"/>
          </a:xfrm>
          <a:prstGeom prst="parallelogram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400" b="1" kern="1200" baseline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600" dirty="0">
                <a:solidFill>
                  <a:schemeClr val="tx2"/>
                </a:solidFill>
              </a:rPr>
              <a:t>STORE LOCATION MAP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82DD7A7-DB62-D2C8-5282-4DE1E53567AC}"/>
              </a:ext>
            </a:extLst>
          </p:cNvPr>
          <p:cNvGrpSpPr/>
          <p:nvPr/>
        </p:nvGrpSpPr>
        <p:grpSpPr>
          <a:xfrm>
            <a:off x="4085394" y="1346805"/>
            <a:ext cx="4134682" cy="548640"/>
            <a:chOff x="4251362" y="1527871"/>
            <a:chExt cx="4134682" cy="548640"/>
          </a:xfrm>
        </p:grpSpPr>
        <p:sp>
          <p:nvSpPr>
            <p:cNvPr id="23" name="Text Placeholder 3">
              <a:extLst>
                <a:ext uri="{FF2B5EF4-FFF2-40B4-BE49-F238E27FC236}">
                  <a16:creationId xmlns:a16="http://schemas.microsoft.com/office/drawing/2014/main" id="{CEFE4566-B846-9896-A613-7AC3FA27B5B8}"/>
                </a:ext>
              </a:extLst>
            </p:cNvPr>
            <p:cNvSpPr txBox="1">
              <a:spLocks/>
            </p:cNvSpPr>
            <p:nvPr/>
          </p:nvSpPr>
          <p:spPr>
            <a:xfrm>
              <a:off x="4577967" y="1527871"/>
              <a:ext cx="3808077" cy="548640"/>
            </a:xfrm>
            <a:prstGeom prst="parallelogram">
              <a:avLst/>
            </a:prstGeom>
            <a:noFill/>
          </p:spPr>
          <p:txBody>
            <a:bodyPr vert="horz" lIns="91440" tIns="45720" rIns="91440" bIns="45720" rtlCol="0" anchor="ctr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200"/>
                </a:spcBef>
                <a:buFont typeface="Arial" panose="020B0604020202020204" pitchFamily="34" charset="0"/>
                <a:buNone/>
                <a:defRPr sz="1400" b="1" kern="1200" baseline="0">
                  <a:solidFill>
                    <a:schemeClr val="bg1"/>
                  </a:solidFill>
                  <a:latin typeface="+mn-lt"/>
                  <a:ea typeface="+mn-ea"/>
                  <a:cs typeface="Arial" panose="020B0604020202020204" pitchFamily="34" charset="0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en-GB" sz="1600" dirty="0">
                  <a:solidFill>
                    <a:schemeClr val="tx2"/>
                  </a:solidFill>
                </a:rPr>
                <a:t>SALES BY STORE FORMAT</a:t>
              </a:r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29462906-EF37-E984-D0B5-3EE6AA2005C4}"/>
                </a:ext>
              </a:extLst>
            </p:cNvPr>
            <p:cNvSpPr/>
            <p:nvPr/>
          </p:nvSpPr>
          <p:spPr>
            <a:xfrm>
              <a:off x="4251362" y="1565289"/>
              <a:ext cx="536409" cy="473805"/>
            </a:xfrm>
            <a:prstGeom prst="parallelogram">
              <a:avLst>
                <a:gd name="adj" fmla="val 14136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Aft>
                  <a:spcPts val="1800"/>
                </a:spcAft>
              </a:pPr>
              <a:r>
                <a:rPr lang="en-GB" sz="1600" dirty="0">
                  <a:solidFill>
                    <a:schemeClr val="bg1"/>
                  </a:solidFill>
                  <a:cs typeface="Arial" panose="020B0604020202020204" pitchFamily="34" charset="0"/>
                </a:rPr>
                <a:t>2</a:t>
              </a:r>
            </a:p>
          </p:txBody>
        </p:sp>
      </p:grp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8D59B42-8F6B-14EE-9994-2E533A0BEA92}"/>
              </a:ext>
            </a:extLst>
          </p:cNvPr>
          <p:cNvCxnSpPr>
            <a:cxnSpLocks/>
          </p:cNvCxnSpPr>
          <p:nvPr/>
        </p:nvCxnSpPr>
        <p:spPr>
          <a:xfrm>
            <a:off x="3770647" y="1351509"/>
            <a:ext cx="0" cy="2237154"/>
          </a:xfrm>
          <a:prstGeom prst="straightConnector1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B5631437-44D8-5432-CEB5-090DC2C4761C}"/>
              </a:ext>
            </a:extLst>
          </p:cNvPr>
          <p:cNvSpPr/>
          <p:nvPr/>
        </p:nvSpPr>
        <p:spPr>
          <a:xfrm flipV="1">
            <a:off x="1494766" y="3485810"/>
            <a:ext cx="980254" cy="164481"/>
          </a:xfrm>
          <a:prstGeom prst="triangle">
            <a:avLst/>
          </a:prstGeom>
          <a:solidFill>
            <a:schemeClr val="tx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 dirty="0"/>
          </a:p>
        </p:txBody>
      </p:sp>
      <p:sp>
        <p:nvSpPr>
          <p:cNvPr id="9" name="Title 4">
            <a:extLst>
              <a:ext uri="{FF2B5EF4-FFF2-40B4-BE49-F238E27FC236}">
                <a16:creationId xmlns:a16="http://schemas.microsoft.com/office/drawing/2014/main" id="{6D7BCDD1-5440-348A-3B4A-0C6A2BAAB9EF}"/>
              </a:ext>
            </a:extLst>
          </p:cNvPr>
          <p:cNvSpPr txBox="1">
            <a:spLocks/>
          </p:cNvSpPr>
          <p:nvPr/>
        </p:nvSpPr>
        <p:spPr>
          <a:xfrm>
            <a:off x="342129" y="78778"/>
            <a:ext cx="11430000" cy="95826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bg2"/>
                </a:solidFill>
                <a:latin typeface="+mj-lt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IN" sz="2000" dirty="0"/>
              <a:t>DASHBOARD ANALYSIS</a:t>
            </a:r>
            <a:endParaRPr lang="en-GB" sz="23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70101AF-7ECF-7E16-8759-DFC5CEA4D0E4}"/>
              </a:ext>
            </a:extLst>
          </p:cNvPr>
          <p:cNvSpPr txBox="1"/>
          <p:nvPr/>
        </p:nvSpPr>
        <p:spPr>
          <a:xfrm>
            <a:off x="381000" y="891518"/>
            <a:ext cx="609750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500" b="1" dirty="0">
                <a:solidFill>
                  <a:schemeClr val="bg2"/>
                </a:solidFill>
              </a:rPr>
              <a:t>Store Performance Analysis</a:t>
            </a:r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BB08691F-64CF-A746-F525-AF4C29C9F701}"/>
              </a:ext>
            </a:extLst>
          </p:cNvPr>
          <p:cNvSpPr/>
          <p:nvPr/>
        </p:nvSpPr>
        <p:spPr>
          <a:xfrm flipV="1">
            <a:off x="9516227" y="3440987"/>
            <a:ext cx="980254" cy="164481"/>
          </a:xfrm>
          <a:prstGeom prst="triangle">
            <a:avLst/>
          </a:prstGeom>
          <a:solidFill>
            <a:schemeClr val="tx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F3B26EC-D048-05B8-3F10-B576D2096F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158" y="3747447"/>
            <a:ext cx="3261203" cy="247684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92A38C8-3EC7-FA3B-4C16-50B589B389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1695" y="3791699"/>
            <a:ext cx="3362794" cy="266737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FCBB2CF-8D21-2EB2-8CF4-F3A4D91AEE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4957" y="3650291"/>
            <a:ext cx="3362794" cy="2667372"/>
          </a:xfrm>
          <a:prstGeom prst="rect">
            <a:avLst/>
          </a:prstGeom>
        </p:spPr>
      </p:pic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7EE34BB1-9736-2BB2-1D5C-BF07042D172C}"/>
              </a:ext>
            </a:extLst>
          </p:cNvPr>
          <p:cNvSpPr txBox="1">
            <a:spLocks/>
          </p:cNvSpPr>
          <p:nvPr/>
        </p:nvSpPr>
        <p:spPr>
          <a:xfrm>
            <a:off x="8181789" y="2071698"/>
            <a:ext cx="3723538" cy="109710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Appliances and Furniture emerged as top-performing subcategories.</a:t>
            </a:r>
          </a:p>
          <a:p>
            <a:r>
              <a:rPr lang="en-US" dirty="0"/>
              <a:t>Product demand patterns differed across categories and store locations.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3DA7422-93B2-B499-8A22-83EE1AD48BA4}"/>
              </a:ext>
            </a:extLst>
          </p:cNvPr>
          <p:cNvGrpSpPr/>
          <p:nvPr/>
        </p:nvGrpSpPr>
        <p:grpSpPr>
          <a:xfrm>
            <a:off x="8130064" y="1348768"/>
            <a:ext cx="3984546" cy="548640"/>
            <a:chOff x="4251362" y="1527871"/>
            <a:chExt cx="4134682" cy="548640"/>
          </a:xfrm>
        </p:grpSpPr>
        <p:sp>
          <p:nvSpPr>
            <p:cNvPr id="15" name="Text Placeholder 3">
              <a:extLst>
                <a:ext uri="{FF2B5EF4-FFF2-40B4-BE49-F238E27FC236}">
                  <a16:creationId xmlns:a16="http://schemas.microsoft.com/office/drawing/2014/main" id="{14BEB70F-8EE3-F57E-86BF-C25AF9A8B776}"/>
                </a:ext>
              </a:extLst>
            </p:cNvPr>
            <p:cNvSpPr txBox="1">
              <a:spLocks/>
            </p:cNvSpPr>
            <p:nvPr/>
          </p:nvSpPr>
          <p:spPr>
            <a:xfrm>
              <a:off x="4577967" y="1527871"/>
              <a:ext cx="3808077" cy="548640"/>
            </a:xfrm>
            <a:prstGeom prst="parallelogram">
              <a:avLst/>
            </a:prstGeom>
            <a:noFill/>
          </p:spPr>
          <p:txBody>
            <a:bodyPr vert="horz" lIns="91440" tIns="45720" rIns="91440" bIns="45720" rtlCol="0" anchor="ctr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200"/>
                </a:spcBef>
                <a:buFont typeface="Arial" panose="020B0604020202020204" pitchFamily="34" charset="0"/>
                <a:buNone/>
                <a:defRPr sz="1400" b="1" kern="1200" baseline="0">
                  <a:solidFill>
                    <a:schemeClr val="bg1"/>
                  </a:solidFill>
                  <a:latin typeface="+mn-lt"/>
                  <a:ea typeface="+mn-ea"/>
                  <a:cs typeface="Arial" panose="020B0604020202020204" pitchFamily="34" charset="0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en-GB" sz="1600" dirty="0">
                  <a:solidFill>
                    <a:schemeClr val="tx2"/>
                  </a:solidFill>
                </a:rPr>
                <a:t>SALES BY PRODUCT SUBCATEGORY</a:t>
              </a:r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7415FA2F-85B7-C8B5-2EB9-13840E136229}"/>
                </a:ext>
              </a:extLst>
            </p:cNvPr>
            <p:cNvSpPr/>
            <p:nvPr/>
          </p:nvSpPr>
          <p:spPr>
            <a:xfrm>
              <a:off x="4251362" y="1565289"/>
              <a:ext cx="536409" cy="473805"/>
            </a:xfrm>
            <a:prstGeom prst="parallelogram">
              <a:avLst>
                <a:gd name="adj" fmla="val 14136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Aft>
                  <a:spcPts val="1800"/>
                </a:spcAft>
              </a:pPr>
              <a:r>
                <a:rPr lang="en-GB" sz="1600" dirty="0">
                  <a:solidFill>
                    <a:schemeClr val="bg1"/>
                  </a:solidFill>
                  <a:cs typeface="Arial" panose="020B0604020202020204" pitchFamily="34" charset="0"/>
                </a:rPr>
                <a:t>3</a:t>
              </a:r>
            </a:p>
          </p:txBody>
        </p:sp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9F17947-D2CB-6501-DAA8-A8C9235F3BD5}"/>
              </a:ext>
            </a:extLst>
          </p:cNvPr>
          <p:cNvCxnSpPr>
            <a:cxnSpLocks/>
          </p:cNvCxnSpPr>
          <p:nvPr/>
        </p:nvCxnSpPr>
        <p:spPr>
          <a:xfrm>
            <a:off x="7882911" y="1330897"/>
            <a:ext cx="0" cy="2237154"/>
          </a:xfrm>
          <a:prstGeom prst="straightConnector1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4E1E990F-A57F-48A5-3EAD-995D9A851DE4}"/>
              </a:ext>
            </a:extLst>
          </p:cNvPr>
          <p:cNvSpPr/>
          <p:nvPr/>
        </p:nvSpPr>
        <p:spPr>
          <a:xfrm flipV="1">
            <a:off x="5383159" y="3485809"/>
            <a:ext cx="980254" cy="164481"/>
          </a:xfrm>
          <a:prstGeom prst="triangle">
            <a:avLst/>
          </a:prstGeom>
          <a:solidFill>
            <a:schemeClr val="tx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 dirty="0"/>
          </a:p>
        </p:txBody>
      </p:sp>
      <p:sp>
        <p:nvSpPr>
          <p:cNvPr id="28" name="Parallelogram 27">
            <a:extLst>
              <a:ext uri="{FF2B5EF4-FFF2-40B4-BE49-F238E27FC236}">
                <a16:creationId xmlns:a16="http://schemas.microsoft.com/office/drawing/2014/main" id="{D148EBB0-A1BF-5B90-7AFA-BDBA701A949D}"/>
              </a:ext>
            </a:extLst>
          </p:cNvPr>
          <p:cNvSpPr/>
          <p:nvPr/>
        </p:nvSpPr>
        <p:spPr>
          <a:xfrm>
            <a:off x="422470" y="1383706"/>
            <a:ext cx="536409" cy="473805"/>
          </a:xfrm>
          <a:prstGeom prst="parallelogram">
            <a:avLst>
              <a:gd name="adj" fmla="val 14136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1800"/>
              </a:spcAft>
            </a:pPr>
            <a:r>
              <a:rPr lang="en-GB" sz="1600" dirty="0">
                <a:solidFill>
                  <a:schemeClr val="bg1"/>
                </a:solidFill>
                <a:cs typeface="Arial" panose="020B0604020202020204" pitchFamily="34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9938059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93569-850A-26EA-E92B-0657BE2006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71418E4B-60FA-0799-3FB7-0C71E0FE0A8C}"/>
              </a:ext>
            </a:extLst>
          </p:cNvPr>
          <p:cNvSpPr txBox="1">
            <a:spLocks/>
          </p:cNvSpPr>
          <p:nvPr/>
        </p:nvSpPr>
        <p:spPr>
          <a:xfrm>
            <a:off x="445666" y="2023248"/>
            <a:ext cx="3291491" cy="148773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Home Goods and Grocery categories showed the highest inventory turnover.</a:t>
            </a:r>
          </a:p>
          <a:p>
            <a:r>
              <a:rPr lang="en-US" dirty="0"/>
              <a:t>High turnover products indicated strong customer demand and sales velocity.</a:t>
            </a:r>
          </a:p>
        </p:txBody>
      </p:sp>
      <p:sp>
        <p:nvSpPr>
          <p:cNvPr id="17" name="Text Placeholder 8">
            <a:extLst>
              <a:ext uri="{FF2B5EF4-FFF2-40B4-BE49-F238E27FC236}">
                <a16:creationId xmlns:a16="http://schemas.microsoft.com/office/drawing/2014/main" id="{0A1B6D52-AADD-AC69-18EE-EED3B54AE57B}"/>
              </a:ext>
            </a:extLst>
          </p:cNvPr>
          <p:cNvSpPr txBox="1">
            <a:spLocks/>
          </p:cNvSpPr>
          <p:nvPr/>
        </p:nvSpPr>
        <p:spPr>
          <a:xfrm>
            <a:off x="4108392" y="2023248"/>
            <a:ext cx="3563802" cy="109710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Accessories and Bakery products faced the highest stockout risks.</a:t>
            </a:r>
          </a:p>
          <a:p>
            <a:r>
              <a:rPr lang="en-US" dirty="0"/>
              <a:t>Frequent stockouts impacted product availability and operational efficiency.</a:t>
            </a:r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151E92FC-72AD-B269-ED98-4ACADF60CF61}"/>
              </a:ext>
            </a:extLst>
          </p:cNvPr>
          <p:cNvSpPr txBox="1">
            <a:spLocks/>
          </p:cNvSpPr>
          <p:nvPr/>
        </p:nvSpPr>
        <p:spPr>
          <a:xfrm>
            <a:off x="822222" y="1279062"/>
            <a:ext cx="2914936" cy="548640"/>
          </a:xfrm>
          <a:prstGeom prst="parallelogram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400" b="1" kern="1200" baseline="0">
                <a:solidFill>
                  <a:schemeClr val="bg1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600" dirty="0">
                <a:solidFill>
                  <a:schemeClr val="tx2"/>
                </a:solidFill>
              </a:rPr>
              <a:t>INVENTORY TURNOVER RATE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3884BDF-D428-DB37-2F9A-0D03DBB7A108}"/>
              </a:ext>
            </a:extLst>
          </p:cNvPr>
          <p:cNvGrpSpPr/>
          <p:nvPr/>
        </p:nvGrpSpPr>
        <p:grpSpPr>
          <a:xfrm>
            <a:off x="4094425" y="1276721"/>
            <a:ext cx="4134682" cy="548640"/>
            <a:chOff x="4251362" y="1527871"/>
            <a:chExt cx="4134682" cy="548640"/>
          </a:xfrm>
        </p:grpSpPr>
        <p:sp>
          <p:nvSpPr>
            <p:cNvPr id="23" name="Text Placeholder 3">
              <a:extLst>
                <a:ext uri="{FF2B5EF4-FFF2-40B4-BE49-F238E27FC236}">
                  <a16:creationId xmlns:a16="http://schemas.microsoft.com/office/drawing/2014/main" id="{DA846A65-0025-5EE9-C769-0CE64483E445}"/>
                </a:ext>
              </a:extLst>
            </p:cNvPr>
            <p:cNvSpPr txBox="1">
              <a:spLocks/>
            </p:cNvSpPr>
            <p:nvPr/>
          </p:nvSpPr>
          <p:spPr>
            <a:xfrm>
              <a:off x="4577967" y="1527871"/>
              <a:ext cx="3808077" cy="548640"/>
            </a:xfrm>
            <a:prstGeom prst="parallelogram">
              <a:avLst/>
            </a:prstGeom>
            <a:noFill/>
          </p:spPr>
          <p:txBody>
            <a:bodyPr vert="horz" lIns="91440" tIns="45720" rIns="91440" bIns="45720" rtlCol="0" anchor="ctr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200"/>
                </a:spcBef>
                <a:buFont typeface="Arial" panose="020B0604020202020204" pitchFamily="34" charset="0"/>
                <a:buNone/>
                <a:defRPr sz="1400" b="1" kern="1200" baseline="0">
                  <a:solidFill>
                    <a:schemeClr val="bg1"/>
                  </a:solidFill>
                  <a:latin typeface="+mn-lt"/>
                  <a:ea typeface="+mn-ea"/>
                  <a:cs typeface="Arial" panose="020B0604020202020204" pitchFamily="34" charset="0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en-GB" sz="1600" dirty="0">
                  <a:solidFill>
                    <a:schemeClr val="tx2"/>
                  </a:solidFill>
                </a:rPr>
                <a:t>STOCKOUT RISK COUNT</a:t>
              </a:r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C3108FDB-23AB-E835-046F-1D4897EF0B16}"/>
                </a:ext>
              </a:extLst>
            </p:cNvPr>
            <p:cNvSpPr/>
            <p:nvPr/>
          </p:nvSpPr>
          <p:spPr>
            <a:xfrm>
              <a:off x="4251362" y="1565289"/>
              <a:ext cx="536409" cy="473805"/>
            </a:xfrm>
            <a:prstGeom prst="parallelogram">
              <a:avLst>
                <a:gd name="adj" fmla="val 14136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Aft>
                  <a:spcPts val="1800"/>
                </a:spcAft>
              </a:pPr>
              <a:r>
                <a:rPr lang="en-GB" sz="1600" dirty="0">
                  <a:solidFill>
                    <a:schemeClr val="bg1"/>
                  </a:solidFill>
                  <a:cs typeface="Arial" panose="020B0604020202020204" pitchFamily="34" charset="0"/>
                </a:rPr>
                <a:t>2</a:t>
              </a:r>
            </a:p>
          </p:txBody>
        </p:sp>
      </p:grp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4E12B3B-8C7F-8E4A-B505-A24D67AFD9B5}"/>
              </a:ext>
            </a:extLst>
          </p:cNvPr>
          <p:cNvCxnSpPr>
            <a:cxnSpLocks/>
          </p:cNvCxnSpPr>
          <p:nvPr/>
        </p:nvCxnSpPr>
        <p:spPr>
          <a:xfrm>
            <a:off x="3831424" y="1358904"/>
            <a:ext cx="0" cy="2237154"/>
          </a:xfrm>
          <a:prstGeom prst="straightConnector1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B1B446D2-7A38-7C1E-5600-BAE387674F09}"/>
              </a:ext>
            </a:extLst>
          </p:cNvPr>
          <p:cNvSpPr/>
          <p:nvPr/>
        </p:nvSpPr>
        <p:spPr>
          <a:xfrm flipV="1">
            <a:off x="1494766" y="3485810"/>
            <a:ext cx="980254" cy="164481"/>
          </a:xfrm>
          <a:prstGeom prst="triangle">
            <a:avLst/>
          </a:prstGeom>
          <a:solidFill>
            <a:schemeClr val="tx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 dirty="0"/>
          </a:p>
        </p:txBody>
      </p:sp>
      <p:sp>
        <p:nvSpPr>
          <p:cNvPr id="9" name="Title 4">
            <a:extLst>
              <a:ext uri="{FF2B5EF4-FFF2-40B4-BE49-F238E27FC236}">
                <a16:creationId xmlns:a16="http://schemas.microsoft.com/office/drawing/2014/main" id="{66F76B13-F3DF-D086-490A-C429B1418529}"/>
              </a:ext>
            </a:extLst>
          </p:cNvPr>
          <p:cNvSpPr txBox="1">
            <a:spLocks/>
          </p:cNvSpPr>
          <p:nvPr/>
        </p:nvSpPr>
        <p:spPr>
          <a:xfrm>
            <a:off x="381000" y="73451"/>
            <a:ext cx="11430000" cy="95826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bg2"/>
                </a:solidFill>
                <a:latin typeface="+mj-lt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IN" sz="2000" dirty="0"/>
              <a:t>DASHBOARD ANALYSIS</a:t>
            </a:r>
            <a:endParaRPr lang="en-GB" sz="23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BC2FFB-FAC3-4F7F-B045-BD6BE5889023}"/>
              </a:ext>
            </a:extLst>
          </p:cNvPr>
          <p:cNvSpPr txBox="1"/>
          <p:nvPr/>
        </p:nvSpPr>
        <p:spPr>
          <a:xfrm>
            <a:off x="381000" y="891518"/>
            <a:ext cx="609750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500" b="1" dirty="0">
                <a:solidFill>
                  <a:schemeClr val="bg2"/>
                </a:solidFill>
              </a:rPr>
              <a:t>Inventory Optimization Analysis</a:t>
            </a:r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A94C8FA8-7DB0-0F17-8AD0-370B7D7A1AE5}"/>
              </a:ext>
            </a:extLst>
          </p:cNvPr>
          <p:cNvSpPr/>
          <p:nvPr/>
        </p:nvSpPr>
        <p:spPr>
          <a:xfrm flipV="1">
            <a:off x="9516227" y="3440987"/>
            <a:ext cx="980254" cy="164481"/>
          </a:xfrm>
          <a:prstGeom prst="triangle">
            <a:avLst/>
          </a:prstGeom>
          <a:solidFill>
            <a:schemeClr val="tx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 dirty="0"/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D006493F-F941-37CA-5BD5-249A8A59AC5F}"/>
              </a:ext>
            </a:extLst>
          </p:cNvPr>
          <p:cNvSpPr txBox="1">
            <a:spLocks/>
          </p:cNvSpPr>
          <p:nvPr/>
        </p:nvSpPr>
        <p:spPr>
          <a:xfrm>
            <a:off x="8112174" y="1995268"/>
            <a:ext cx="3698825" cy="109710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Electronics products had longer replenishment lead times compared to other categories.</a:t>
            </a:r>
          </a:p>
          <a:p>
            <a:r>
              <a:rPr lang="en-US" dirty="0"/>
              <a:t>Longer lead times increased the risk of delayed inventory replenishment.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54DF767-99D5-4ACC-35B6-6AC380C11124}"/>
              </a:ext>
            </a:extLst>
          </p:cNvPr>
          <p:cNvGrpSpPr/>
          <p:nvPr/>
        </p:nvGrpSpPr>
        <p:grpSpPr>
          <a:xfrm>
            <a:off x="8145912" y="1276721"/>
            <a:ext cx="4134682" cy="548640"/>
            <a:chOff x="4251362" y="1527871"/>
            <a:chExt cx="4134682" cy="548640"/>
          </a:xfrm>
        </p:grpSpPr>
        <p:sp>
          <p:nvSpPr>
            <p:cNvPr id="15" name="Text Placeholder 3">
              <a:extLst>
                <a:ext uri="{FF2B5EF4-FFF2-40B4-BE49-F238E27FC236}">
                  <a16:creationId xmlns:a16="http://schemas.microsoft.com/office/drawing/2014/main" id="{685445DF-1CA8-DBC9-045D-BDA3C0A2F2DF}"/>
                </a:ext>
              </a:extLst>
            </p:cNvPr>
            <p:cNvSpPr txBox="1">
              <a:spLocks/>
            </p:cNvSpPr>
            <p:nvPr/>
          </p:nvSpPr>
          <p:spPr>
            <a:xfrm>
              <a:off x="4577967" y="1527871"/>
              <a:ext cx="3808077" cy="548640"/>
            </a:xfrm>
            <a:prstGeom prst="parallelogram">
              <a:avLst/>
            </a:prstGeom>
            <a:noFill/>
          </p:spPr>
          <p:txBody>
            <a:bodyPr vert="horz" lIns="91440" tIns="45720" rIns="91440" bIns="45720" rtlCol="0" anchor="ctr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200"/>
                </a:spcBef>
                <a:buFont typeface="Arial" panose="020B0604020202020204" pitchFamily="34" charset="0"/>
                <a:buNone/>
                <a:defRPr sz="1400" b="1" kern="1200" baseline="0">
                  <a:solidFill>
                    <a:schemeClr val="bg1"/>
                  </a:solidFill>
                  <a:latin typeface="+mn-lt"/>
                  <a:ea typeface="+mn-ea"/>
                  <a:cs typeface="Arial" panose="020B0604020202020204" pitchFamily="34" charset="0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en-GB" sz="1600" dirty="0">
                  <a:solidFill>
                    <a:schemeClr val="tx2"/>
                  </a:solidFill>
                </a:rPr>
                <a:t>AVERAGE LEAD TIME</a:t>
              </a:r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0C004D52-9D59-AD09-BE0E-4CA3A8749E35}"/>
                </a:ext>
              </a:extLst>
            </p:cNvPr>
            <p:cNvSpPr/>
            <p:nvPr/>
          </p:nvSpPr>
          <p:spPr>
            <a:xfrm>
              <a:off x="4251362" y="1565289"/>
              <a:ext cx="536409" cy="473805"/>
            </a:xfrm>
            <a:prstGeom prst="parallelogram">
              <a:avLst>
                <a:gd name="adj" fmla="val 14136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Aft>
                  <a:spcPts val="1800"/>
                </a:spcAft>
              </a:pPr>
              <a:r>
                <a:rPr lang="en-GB" sz="1600" dirty="0">
                  <a:solidFill>
                    <a:schemeClr val="bg1"/>
                  </a:solidFill>
                  <a:cs typeface="Arial" panose="020B0604020202020204" pitchFamily="34" charset="0"/>
                </a:rPr>
                <a:t>3</a:t>
              </a:r>
            </a:p>
          </p:txBody>
        </p:sp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448A2DC-9BBB-F59A-FB84-19B801661A10}"/>
              </a:ext>
            </a:extLst>
          </p:cNvPr>
          <p:cNvCxnSpPr>
            <a:cxnSpLocks/>
          </p:cNvCxnSpPr>
          <p:nvPr/>
        </p:nvCxnSpPr>
        <p:spPr>
          <a:xfrm>
            <a:off x="7882911" y="1330897"/>
            <a:ext cx="0" cy="2237154"/>
          </a:xfrm>
          <a:prstGeom prst="straightConnector1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2B12EAD0-F7C5-127C-8C4C-68EE9041D710}"/>
              </a:ext>
            </a:extLst>
          </p:cNvPr>
          <p:cNvSpPr/>
          <p:nvPr/>
        </p:nvSpPr>
        <p:spPr>
          <a:xfrm flipV="1">
            <a:off x="5383159" y="3485809"/>
            <a:ext cx="980254" cy="164481"/>
          </a:xfrm>
          <a:prstGeom prst="triangle">
            <a:avLst/>
          </a:prstGeom>
          <a:solidFill>
            <a:schemeClr val="tx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 dirty="0"/>
          </a:p>
        </p:txBody>
      </p:sp>
      <p:sp>
        <p:nvSpPr>
          <p:cNvPr id="28" name="Parallelogram 27">
            <a:extLst>
              <a:ext uri="{FF2B5EF4-FFF2-40B4-BE49-F238E27FC236}">
                <a16:creationId xmlns:a16="http://schemas.microsoft.com/office/drawing/2014/main" id="{58F3184F-D92F-E3EC-4D6D-8E5226B3F798}"/>
              </a:ext>
            </a:extLst>
          </p:cNvPr>
          <p:cNvSpPr/>
          <p:nvPr/>
        </p:nvSpPr>
        <p:spPr>
          <a:xfrm>
            <a:off x="513304" y="1293615"/>
            <a:ext cx="536409" cy="473805"/>
          </a:xfrm>
          <a:prstGeom prst="parallelogram">
            <a:avLst>
              <a:gd name="adj" fmla="val 14136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1800"/>
              </a:spcAft>
            </a:pPr>
            <a:r>
              <a:rPr lang="en-GB" sz="1600" dirty="0">
                <a:solidFill>
                  <a:schemeClr val="bg1"/>
                </a:solidFill>
                <a:cs typeface="Arial" panose="020B0604020202020204" pitchFamily="34" charset="0"/>
              </a:rPr>
              <a:t>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DE49B4-9A0C-78F5-49CC-45A252B162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554" y="3954086"/>
            <a:ext cx="3325118" cy="201239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02A0077-50AE-85DF-F62D-65664599C7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5912" y="3954086"/>
            <a:ext cx="3496329" cy="211561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EF1D52F-6493-FE43-BD33-C022EE863B4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3501" b="1990"/>
          <a:stretch>
            <a:fillRect/>
          </a:stretch>
        </p:blipFill>
        <p:spPr>
          <a:xfrm>
            <a:off x="4271695" y="4015750"/>
            <a:ext cx="3237197" cy="1887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32568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F6E54-C29A-75B8-AA2D-079BD984B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5BA57950-D65B-1D04-BA72-F2D3191AB455}"/>
              </a:ext>
            </a:extLst>
          </p:cNvPr>
          <p:cNvSpPr txBox="1">
            <a:spLocks/>
          </p:cNvSpPr>
          <p:nvPr/>
        </p:nvSpPr>
        <p:spPr>
          <a:xfrm>
            <a:off x="820733" y="2218013"/>
            <a:ext cx="4711583" cy="113488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Home Goods generated the highest gross and total sales contribution.</a:t>
            </a:r>
          </a:p>
          <a:p>
            <a:r>
              <a:rPr lang="en-US" dirty="0"/>
              <a:t>Discounts created noticeable differences between gross and net sales across categories.</a:t>
            </a:r>
          </a:p>
        </p:txBody>
      </p:sp>
      <p:sp>
        <p:nvSpPr>
          <p:cNvPr id="17" name="Text Placeholder 8">
            <a:extLst>
              <a:ext uri="{FF2B5EF4-FFF2-40B4-BE49-F238E27FC236}">
                <a16:creationId xmlns:a16="http://schemas.microsoft.com/office/drawing/2014/main" id="{2FE0F4E2-0F08-C027-22FA-D307CB874CA4}"/>
              </a:ext>
            </a:extLst>
          </p:cNvPr>
          <p:cNvSpPr txBox="1">
            <a:spLocks/>
          </p:cNvSpPr>
          <p:nvPr/>
        </p:nvSpPr>
        <p:spPr>
          <a:xfrm>
            <a:off x="6282361" y="2197824"/>
            <a:ext cx="4952989" cy="109710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Fall and Spring seasons showed major spikes in sales performance.</a:t>
            </a:r>
          </a:p>
          <a:p>
            <a:r>
              <a:rPr lang="en-US" dirty="0"/>
              <a:t>Seasonal demand patterns significantly influenced monthly sales trends.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5C1CB0F-6BEC-32C7-B8B9-AD6D29033F24}"/>
              </a:ext>
            </a:extLst>
          </p:cNvPr>
          <p:cNvGrpSpPr/>
          <p:nvPr/>
        </p:nvGrpSpPr>
        <p:grpSpPr>
          <a:xfrm>
            <a:off x="764105" y="1467649"/>
            <a:ext cx="4631758" cy="548640"/>
            <a:chOff x="596340" y="1527871"/>
            <a:chExt cx="4631758" cy="548640"/>
          </a:xfrm>
        </p:grpSpPr>
        <p:sp>
          <p:nvSpPr>
            <p:cNvPr id="20" name="Text Placeholder 2">
              <a:extLst>
                <a:ext uri="{FF2B5EF4-FFF2-40B4-BE49-F238E27FC236}">
                  <a16:creationId xmlns:a16="http://schemas.microsoft.com/office/drawing/2014/main" id="{618C664A-A605-EC48-9C03-3167C4BAAE5C}"/>
                </a:ext>
              </a:extLst>
            </p:cNvPr>
            <p:cNvSpPr txBox="1">
              <a:spLocks/>
            </p:cNvSpPr>
            <p:nvPr/>
          </p:nvSpPr>
          <p:spPr>
            <a:xfrm>
              <a:off x="922945" y="1527871"/>
              <a:ext cx="4305153" cy="548640"/>
            </a:xfrm>
            <a:prstGeom prst="parallelogram">
              <a:avLst/>
            </a:prstGeom>
            <a:noFill/>
          </p:spPr>
          <p:txBody>
            <a:bodyPr vert="horz" lIns="91440" tIns="45720" rIns="91440" bIns="45720" rtlCol="0" anchor="ctr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200"/>
                </a:spcBef>
                <a:buFont typeface="Arial" panose="020B0604020202020204" pitchFamily="34" charset="0"/>
                <a:buNone/>
                <a:defRPr sz="1400" b="1" kern="1200" baseline="0">
                  <a:solidFill>
                    <a:schemeClr val="bg1"/>
                  </a:solidFill>
                  <a:latin typeface="+mn-lt"/>
                  <a:ea typeface="+mn-ea"/>
                  <a:cs typeface="Arial" panose="020B0604020202020204" pitchFamily="34" charset="0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en-US" sz="1600" dirty="0">
                  <a:solidFill>
                    <a:schemeClr val="tx2"/>
                  </a:solidFill>
                </a:rPr>
                <a:t>GROSS SALES vs TOTAL SALES</a:t>
              </a:r>
              <a:endParaRPr lang="en-GB" sz="1600" dirty="0">
                <a:solidFill>
                  <a:schemeClr val="tx2"/>
                </a:solidFill>
              </a:endParaRPr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01F62893-77E7-A4B4-8A05-B9AFE4DAFA3E}"/>
                </a:ext>
              </a:extLst>
            </p:cNvPr>
            <p:cNvSpPr/>
            <p:nvPr/>
          </p:nvSpPr>
          <p:spPr>
            <a:xfrm>
              <a:off x="596340" y="1565289"/>
              <a:ext cx="536409" cy="473805"/>
            </a:xfrm>
            <a:prstGeom prst="parallelogram">
              <a:avLst>
                <a:gd name="adj" fmla="val 14136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Aft>
                  <a:spcPts val="1800"/>
                </a:spcAft>
              </a:pPr>
              <a:r>
                <a:rPr lang="en-GB" sz="1600" dirty="0">
                  <a:solidFill>
                    <a:schemeClr val="bg1"/>
                  </a:solidFill>
                  <a:cs typeface="Arial" panose="020B0604020202020204" pitchFamily="34" charset="0"/>
                </a:rPr>
                <a:t>1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1A196F1-647A-9D47-B622-58559AE4B00B}"/>
              </a:ext>
            </a:extLst>
          </p:cNvPr>
          <p:cNvGrpSpPr/>
          <p:nvPr/>
        </p:nvGrpSpPr>
        <p:grpSpPr>
          <a:xfrm>
            <a:off x="6282361" y="1462952"/>
            <a:ext cx="4134682" cy="548640"/>
            <a:chOff x="4251362" y="1527871"/>
            <a:chExt cx="4134682" cy="548640"/>
          </a:xfrm>
        </p:grpSpPr>
        <p:sp>
          <p:nvSpPr>
            <p:cNvPr id="23" name="Text Placeholder 3">
              <a:extLst>
                <a:ext uri="{FF2B5EF4-FFF2-40B4-BE49-F238E27FC236}">
                  <a16:creationId xmlns:a16="http://schemas.microsoft.com/office/drawing/2014/main" id="{70C9E186-2FBA-DB83-86BF-A6DE0A5E77C0}"/>
                </a:ext>
              </a:extLst>
            </p:cNvPr>
            <p:cNvSpPr txBox="1">
              <a:spLocks/>
            </p:cNvSpPr>
            <p:nvPr/>
          </p:nvSpPr>
          <p:spPr>
            <a:xfrm>
              <a:off x="4577967" y="1527871"/>
              <a:ext cx="3808077" cy="548640"/>
            </a:xfrm>
            <a:prstGeom prst="parallelogram">
              <a:avLst/>
            </a:prstGeom>
            <a:noFill/>
          </p:spPr>
          <p:txBody>
            <a:bodyPr vert="horz" lIns="91440" tIns="45720" rIns="91440" bIns="45720" rtlCol="0" anchor="ctr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200"/>
                </a:spcBef>
                <a:buFont typeface="Arial" panose="020B0604020202020204" pitchFamily="34" charset="0"/>
                <a:buNone/>
                <a:defRPr sz="1400" b="1" kern="1200" baseline="0">
                  <a:solidFill>
                    <a:schemeClr val="bg1"/>
                  </a:solidFill>
                  <a:latin typeface="+mn-lt"/>
                  <a:ea typeface="+mn-ea"/>
                  <a:cs typeface="Arial" panose="020B0604020202020204" pitchFamily="34" charset="0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en-GB" sz="1600" dirty="0">
                  <a:solidFill>
                    <a:schemeClr val="tx2"/>
                  </a:solidFill>
                </a:rPr>
                <a:t>SEASONAL SALES PATTERN</a:t>
              </a:r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5E391CF9-3936-3B23-AD91-88058E9902B8}"/>
                </a:ext>
              </a:extLst>
            </p:cNvPr>
            <p:cNvSpPr/>
            <p:nvPr/>
          </p:nvSpPr>
          <p:spPr>
            <a:xfrm>
              <a:off x="4251362" y="1565289"/>
              <a:ext cx="536409" cy="473805"/>
            </a:xfrm>
            <a:prstGeom prst="parallelogram">
              <a:avLst>
                <a:gd name="adj" fmla="val 14136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Aft>
                  <a:spcPts val="1800"/>
                </a:spcAft>
              </a:pPr>
              <a:r>
                <a:rPr lang="en-GB" sz="1600">
                  <a:solidFill>
                    <a:schemeClr val="bg1"/>
                  </a:solidFill>
                  <a:cs typeface="Arial" panose="020B0604020202020204" pitchFamily="34" charset="0"/>
                </a:rPr>
                <a:t>2</a:t>
              </a:r>
            </a:p>
          </p:txBody>
        </p:sp>
      </p:grp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DCF060C-84BF-E9ED-C985-ECE386399F84}"/>
              </a:ext>
            </a:extLst>
          </p:cNvPr>
          <p:cNvCxnSpPr>
            <a:cxnSpLocks/>
          </p:cNvCxnSpPr>
          <p:nvPr/>
        </p:nvCxnSpPr>
        <p:spPr>
          <a:xfrm>
            <a:off x="5668770" y="1305145"/>
            <a:ext cx="0" cy="2237154"/>
          </a:xfrm>
          <a:prstGeom prst="straightConnector1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804943EE-848F-7325-0F40-C5D23B14E5A2}"/>
              </a:ext>
            </a:extLst>
          </p:cNvPr>
          <p:cNvSpPr/>
          <p:nvPr/>
        </p:nvSpPr>
        <p:spPr>
          <a:xfrm flipV="1">
            <a:off x="2449500" y="3554620"/>
            <a:ext cx="980254" cy="164481"/>
          </a:xfrm>
          <a:prstGeom prst="triangle">
            <a:avLst/>
          </a:prstGeom>
          <a:solidFill>
            <a:schemeClr val="tx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 err="1"/>
          </a:p>
        </p:txBody>
      </p:sp>
      <p:sp>
        <p:nvSpPr>
          <p:cNvPr id="9" name="Title 4">
            <a:extLst>
              <a:ext uri="{FF2B5EF4-FFF2-40B4-BE49-F238E27FC236}">
                <a16:creationId xmlns:a16="http://schemas.microsoft.com/office/drawing/2014/main" id="{75EC97A3-85B0-AF77-423B-88FE1C7D929A}"/>
              </a:ext>
            </a:extLst>
          </p:cNvPr>
          <p:cNvSpPr txBox="1">
            <a:spLocks/>
          </p:cNvSpPr>
          <p:nvPr/>
        </p:nvSpPr>
        <p:spPr>
          <a:xfrm>
            <a:off x="381000" y="166694"/>
            <a:ext cx="11430000" cy="95826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bg2"/>
                </a:solidFill>
                <a:latin typeface="+mj-lt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IN" sz="2000" dirty="0"/>
              <a:t>DASHBOARD ANALYSIS</a:t>
            </a:r>
            <a:endParaRPr lang="en-GB" sz="23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94ABF7-B6EA-0DDD-B7C1-E3D7A983E8F3}"/>
              </a:ext>
            </a:extLst>
          </p:cNvPr>
          <p:cNvSpPr txBox="1"/>
          <p:nvPr/>
        </p:nvSpPr>
        <p:spPr>
          <a:xfrm>
            <a:off x="381000" y="953556"/>
            <a:ext cx="609750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500" b="1" dirty="0">
                <a:solidFill>
                  <a:schemeClr val="bg2"/>
                </a:solidFill>
              </a:rPr>
              <a:t>Product &amp; Profitability Analysis</a:t>
            </a:r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EB59A5B7-11D9-E52C-0F4E-B6F078E560E5}"/>
              </a:ext>
            </a:extLst>
          </p:cNvPr>
          <p:cNvSpPr/>
          <p:nvPr/>
        </p:nvSpPr>
        <p:spPr>
          <a:xfrm flipV="1">
            <a:off x="7981210" y="3559050"/>
            <a:ext cx="980254" cy="164481"/>
          </a:xfrm>
          <a:prstGeom prst="triangle">
            <a:avLst/>
          </a:prstGeom>
          <a:solidFill>
            <a:schemeClr val="tx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 err="1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CCC756-34E7-D957-D8D3-76B80664AB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329" y="3813358"/>
            <a:ext cx="4896556" cy="228870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A7AB18F-4EFD-3AD3-2C3C-618FE86922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0849" y="3876732"/>
            <a:ext cx="5162797" cy="2451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4030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FF0AB-B880-7DCC-8C40-40B42E795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F69C2CB-3CFB-3245-3B74-9818DAA71A22}"/>
              </a:ext>
            </a:extLst>
          </p:cNvPr>
          <p:cNvSpPr txBox="1">
            <a:spLocks/>
          </p:cNvSpPr>
          <p:nvPr/>
        </p:nvSpPr>
        <p:spPr>
          <a:xfrm>
            <a:off x="775199" y="2219100"/>
            <a:ext cx="4521460" cy="1134883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Loyal customers contributed the majority of total sales revenue.</a:t>
            </a:r>
          </a:p>
          <a:p>
            <a:r>
              <a:rPr lang="en-US" dirty="0"/>
              <a:t>Customer loyalty programs positively influenced purchasing behavior.</a:t>
            </a:r>
          </a:p>
        </p:txBody>
      </p:sp>
      <p:sp>
        <p:nvSpPr>
          <p:cNvPr id="17" name="Text Placeholder 8">
            <a:extLst>
              <a:ext uri="{FF2B5EF4-FFF2-40B4-BE49-F238E27FC236}">
                <a16:creationId xmlns:a16="http://schemas.microsoft.com/office/drawing/2014/main" id="{FF48230B-D994-F96B-A676-C29585560AEB}"/>
              </a:ext>
            </a:extLst>
          </p:cNvPr>
          <p:cNvSpPr txBox="1">
            <a:spLocks/>
          </p:cNvSpPr>
          <p:nvPr/>
        </p:nvSpPr>
        <p:spPr>
          <a:xfrm>
            <a:off x="6363723" y="2197824"/>
            <a:ext cx="4889615" cy="1097101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Electronics products received the highest average discounts.</a:t>
            </a:r>
          </a:p>
          <a:p>
            <a:r>
              <a:rPr lang="en-US" dirty="0"/>
              <a:t>Discount strategies significantly impacted category-wise sales performance.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8E3A6DB-33B8-D4F3-D951-2FB85869C51F}"/>
              </a:ext>
            </a:extLst>
          </p:cNvPr>
          <p:cNvGrpSpPr/>
          <p:nvPr/>
        </p:nvGrpSpPr>
        <p:grpSpPr>
          <a:xfrm>
            <a:off x="764105" y="1467649"/>
            <a:ext cx="4631758" cy="548640"/>
            <a:chOff x="596340" y="1527871"/>
            <a:chExt cx="4631758" cy="548640"/>
          </a:xfrm>
        </p:grpSpPr>
        <p:sp>
          <p:nvSpPr>
            <p:cNvPr id="20" name="Text Placeholder 2">
              <a:extLst>
                <a:ext uri="{FF2B5EF4-FFF2-40B4-BE49-F238E27FC236}">
                  <a16:creationId xmlns:a16="http://schemas.microsoft.com/office/drawing/2014/main" id="{4DF2946C-D097-EC02-634A-4E229080A81E}"/>
                </a:ext>
              </a:extLst>
            </p:cNvPr>
            <p:cNvSpPr txBox="1">
              <a:spLocks/>
            </p:cNvSpPr>
            <p:nvPr/>
          </p:nvSpPr>
          <p:spPr>
            <a:xfrm>
              <a:off x="922945" y="1527871"/>
              <a:ext cx="4305153" cy="548640"/>
            </a:xfrm>
            <a:prstGeom prst="parallelogram">
              <a:avLst/>
            </a:prstGeom>
            <a:noFill/>
          </p:spPr>
          <p:txBody>
            <a:bodyPr vert="horz" lIns="91440" tIns="45720" rIns="91440" bIns="45720" rtlCol="0" anchor="ctr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200"/>
                </a:spcBef>
                <a:buFont typeface="Arial" panose="020B0604020202020204" pitchFamily="34" charset="0"/>
                <a:buNone/>
                <a:defRPr sz="1400" b="1" kern="1200" baseline="0">
                  <a:solidFill>
                    <a:schemeClr val="bg1"/>
                  </a:solidFill>
                  <a:latin typeface="+mn-lt"/>
                  <a:ea typeface="+mn-ea"/>
                  <a:cs typeface="Arial" panose="020B0604020202020204" pitchFamily="34" charset="0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en-US" sz="1600" dirty="0">
                  <a:solidFill>
                    <a:schemeClr val="tx2"/>
                  </a:solidFill>
                </a:rPr>
                <a:t>CUSTOMER LOYALTY STATUS </a:t>
              </a:r>
              <a:endParaRPr lang="en-GB" sz="1600" dirty="0">
                <a:solidFill>
                  <a:schemeClr val="tx2"/>
                </a:solidFill>
              </a:endParaRPr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32B57F47-514A-63E7-9279-5F0F4361D5FD}"/>
                </a:ext>
              </a:extLst>
            </p:cNvPr>
            <p:cNvSpPr/>
            <p:nvPr/>
          </p:nvSpPr>
          <p:spPr>
            <a:xfrm>
              <a:off x="596340" y="1565289"/>
              <a:ext cx="536409" cy="473805"/>
            </a:xfrm>
            <a:prstGeom prst="parallelogram">
              <a:avLst>
                <a:gd name="adj" fmla="val 14136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Aft>
                  <a:spcPts val="1800"/>
                </a:spcAft>
              </a:pPr>
              <a:r>
                <a:rPr lang="en-GB" sz="1600" dirty="0">
                  <a:solidFill>
                    <a:schemeClr val="bg1"/>
                  </a:solidFill>
                  <a:cs typeface="Arial" panose="020B0604020202020204" pitchFamily="34" charset="0"/>
                </a:rPr>
                <a:t>1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2376969-E0E8-0C08-F83B-327F337FAD35}"/>
              </a:ext>
            </a:extLst>
          </p:cNvPr>
          <p:cNvGrpSpPr/>
          <p:nvPr/>
        </p:nvGrpSpPr>
        <p:grpSpPr>
          <a:xfrm>
            <a:off x="6282360" y="1462952"/>
            <a:ext cx="5840228" cy="548640"/>
            <a:chOff x="4251362" y="1527871"/>
            <a:chExt cx="4618010" cy="548640"/>
          </a:xfrm>
        </p:grpSpPr>
        <p:sp>
          <p:nvSpPr>
            <p:cNvPr id="23" name="Text Placeholder 3">
              <a:extLst>
                <a:ext uri="{FF2B5EF4-FFF2-40B4-BE49-F238E27FC236}">
                  <a16:creationId xmlns:a16="http://schemas.microsoft.com/office/drawing/2014/main" id="{0832F789-F41C-E4DA-0331-313F51C46EBC}"/>
                </a:ext>
              </a:extLst>
            </p:cNvPr>
            <p:cNvSpPr txBox="1">
              <a:spLocks/>
            </p:cNvSpPr>
            <p:nvPr/>
          </p:nvSpPr>
          <p:spPr>
            <a:xfrm>
              <a:off x="4577967" y="1527871"/>
              <a:ext cx="4291405" cy="548640"/>
            </a:xfrm>
            <a:prstGeom prst="parallelogram">
              <a:avLst/>
            </a:prstGeom>
            <a:noFill/>
          </p:spPr>
          <p:txBody>
            <a:bodyPr vert="horz" lIns="91440" tIns="45720" rIns="91440" bIns="45720" rtlCol="0" anchor="ctr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200"/>
                </a:spcBef>
                <a:buFont typeface="Arial" panose="020B0604020202020204" pitchFamily="34" charset="0"/>
                <a:buNone/>
                <a:defRPr sz="1400" b="1" kern="1200" baseline="0">
                  <a:solidFill>
                    <a:schemeClr val="bg1"/>
                  </a:solidFill>
                  <a:latin typeface="+mn-lt"/>
                  <a:ea typeface="+mn-ea"/>
                  <a:cs typeface="Arial" panose="020B0604020202020204" pitchFamily="34" charset="0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en-GB" sz="1600" dirty="0">
                  <a:solidFill>
                    <a:schemeClr val="tx2"/>
                  </a:solidFill>
                </a:rPr>
                <a:t>SALES &amp; AVERAGE DISCOUNT ANALYSIS</a:t>
              </a:r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EF35EB2F-2A92-9E03-1151-8FBBFE0A2D75}"/>
                </a:ext>
              </a:extLst>
            </p:cNvPr>
            <p:cNvSpPr/>
            <p:nvPr/>
          </p:nvSpPr>
          <p:spPr>
            <a:xfrm>
              <a:off x="4251362" y="1565289"/>
              <a:ext cx="536409" cy="473805"/>
            </a:xfrm>
            <a:prstGeom prst="parallelogram">
              <a:avLst>
                <a:gd name="adj" fmla="val 14136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Aft>
                  <a:spcPts val="1800"/>
                </a:spcAft>
              </a:pPr>
              <a:r>
                <a:rPr lang="en-GB" sz="1600">
                  <a:solidFill>
                    <a:schemeClr val="bg1"/>
                  </a:solidFill>
                  <a:cs typeface="Arial" panose="020B0604020202020204" pitchFamily="34" charset="0"/>
                </a:rPr>
                <a:t>2</a:t>
              </a:r>
            </a:p>
          </p:txBody>
        </p:sp>
      </p:grp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F8E3DB7-1457-1AC6-AD66-98A47E3A9501}"/>
              </a:ext>
            </a:extLst>
          </p:cNvPr>
          <p:cNvCxnSpPr>
            <a:cxnSpLocks/>
          </p:cNvCxnSpPr>
          <p:nvPr/>
        </p:nvCxnSpPr>
        <p:spPr>
          <a:xfrm>
            <a:off x="5668770" y="1305145"/>
            <a:ext cx="0" cy="2237154"/>
          </a:xfrm>
          <a:prstGeom prst="straightConnector1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7CD31C4B-050F-719A-2612-DC56110DA68C}"/>
              </a:ext>
            </a:extLst>
          </p:cNvPr>
          <p:cNvSpPr/>
          <p:nvPr/>
        </p:nvSpPr>
        <p:spPr>
          <a:xfrm flipV="1">
            <a:off x="2449500" y="3554620"/>
            <a:ext cx="980254" cy="164481"/>
          </a:xfrm>
          <a:prstGeom prst="triangle">
            <a:avLst/>
          </a:prstGeom>
          <a:solidFill>
            <a:schemeClr val="tx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 err="1"/>
          </a:p>
        </p:txBody>
      </p:sp>
      <p:sp>
        <p:nvSpPr>
          <p:cNvPr id="9" name="Title 4">
            <a:extLst>
              <a:ext uri="{FF2B5EF4-FFF2-40B4-BE49-F238E27FC236}">
                <a16:creationId xmlns:a16="http://schemas.microsoft.com/office/drawing/2014/main" id="{5F3B5A63-9620-FD79-ECF3-7886B3E30025}"/>
              </a:ext>
            </a:extLst>
          </p:cNvPr>
          <p:cNvSpPr txBox="1">
            <a:spLocks/>
          </p:cNvSpPr>
          <p:nvPr/>
        </p:nvSpPr>
        <p:spPr>
          <a:xfrm>
            <a:off x="381000" y="166694"/>
            <a:ext cx="11430000" cy="95826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bg2"/>
                </a:solidFill>
                <a:latin typeface="+mj-lt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IN" sz="2000" dirty="0"/>
              <a:t>DASHBOARD ANALYSIS</a:t>
            </a:r>
            <a:endParaRPr lang="en-GB" sz="23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B55E93-6943-94E7-5D33-C2B727F0E6CD}"/>
              </a:ext>
            </a:extLst>
          </p:cNvPr>
          <p:cNvSpPr txBox="1"/>
          <p:nvPr/>
        </p:nvSpPr>
        <p:spPr>
          <a:xfrm>
            <a:off x="381000" y="953556"/>
            <a:ext cx="609750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500" b="1" dirty="0">
                <a:solidFill>
                  <a:schemeClr val="bg2"/>
                </a:solidFill>
              </a:rPr>
              <a:t>Customer &amp; Discount Analysis</a:t>
            </a:r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35734F73-A545-7C70-BCAB-CFF5074E8EDF}"/>
              </a:ext>
            </a:extLst>
          </p:cNvPr>
          <p:cNvSpPr/>
          <p:nvPr/>
        </p:nvSpPr>
        <p:spPr>
          <a:xfrm flipV="1">
            <a:off x="7981210" y="3559050"/>
            <a:ext cx="980254" cy="164481"/>
          </a:xfrm>
          <a:prstGeom prst="triangle">
            <a:avLst/>
          </a:prstGeom>
          <a:solidFill>
            <a:schemeClr val="tx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 err="1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3957999-545A-116B-EB81-95843B29CD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7409" y="3791530"/>
            <a:ext cx="3362244" cy="263643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D9E56C7-C26C-1827-4408-FEA527F3B5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232"/>
          <a:stretch>
            <a:fillRect/>
          </a:stretch>
        </p:blipFill>
        <p:spPr>
          <a:xfrm>
            <a:off x="1211637" y="4053717"/>
            <a:ext cx="3648584" cy="1850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27697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F56AC-61F8-22F7-05FB-ABC48F620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65925A7-F29C-6305-21F4-214590C90B30}"/>
              </a:ext>
            </a:extLst>
          </p:cNvPr>
          <p:cNvSpPr txBox="1">
            <a:spLocks/>
          </p:cNvSpPr>
          <p:nvPr/>
        </p:nvSpPr>
        <p:spPr>
          <a:xfrm>
            <a:off x="865351" y="2159317"/>
            <a:ext cx="8939552" cy="95826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200" kern="1200" baseline="0">
                <a:solidFill>
                  <a:schemeClr val="bg2"/>
                </a:solidFill>
                <a:latin typeface="+mn-lt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Forecasted sales trends indicated continued business growth in upcoming periods.</a:t>
            </a:r>
          </a:p>
          <a:p>
            <a:r>
              <a:rPr lang="en-US" dirty="0"/>
              <a:t>Seasonal demand patterns strongly influenced future sales projections.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3823E3C-C307-B525-1FE8-B61B826D80A7}"/>
              </a:ext>
            </a:extLst>
          </p:cNvPr>
          <p:cNvGrpSpPr/>
          <p:nvPr/>
        </p:nvGrpSpPr>
        <p:grpSpPr>
          <a:xfrm>
            <a:off x="764105" y="1467649"/>
            <a:ext cx="4631758" cy="548640"/>
            <a:chOff x="596340" y="1527871"/>
            <a:chExt cx="4631758" cy="548640"/>
          </a:xfrm>
        </p:grpSpPr>
        <p:sp>
          <p:nvSpPr>
            <p:cNvPr id="20" name="Text Placeholder 2">
              <a:extLst>
                <a:ext uri="{FF2B5EF4-FFF2-40B4-BE49-F238E27FC236}">
                  <a16:creationId xmlns:a16="http://schemas.microsoft.com/office/drawing/2014/main" id="{398B1B74-D8F1-4C1E-04B3-86D0CCD11D34}"/>
                </a:ext>
              </a:extLst>
            </p:cNvPr>
            <p:cNvSpPr txBox="1">
              <a:spLocks/>
            </p:cNvSpPr>
            <p:nvPr/>
          </p:nvSpPr>
          <p:spPr>
            <a:xfrm>
              <a:off x="922945" y="1527871"/>
              <a:ext cx="4305153" cy="548640"/>
            </a:xfrm>
            <a:prstGeom prst="parallelogram">
              <a:avLst/>
            </a:prstGeom>
            <a:noFill/>
          </p:spPr>
          <p:txBody>
            <a:bodyPr vert="horz" lIns="91440" tIns="45720" rIns="91440" bIns="45720" rtlCol="0" anchor="ctr">
              <a:no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200"/>
                </a:spcBef>
                <a:buFont typeface="Arial" panose="020B0604020202020204" pitchFamily="34" charset="0"/>
                <a:buNone/>
                <a:defRPr sz="1400" b="1" kern="1200" baseline="0">
                  <a:solidFill>
                    <a:schemeClr val="bg1"/>
                  </a:solidFill>
                  <a:latin typeface="+mn-lt"/>
                  <a:ea typeface="+mn-ea"/>
                  <a:cs typeface="Arial" panose="020B0604020202020204" pitchFamily="34" charset="0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200" kern="1200" baseline="0">
                  <a:solidFill>
                    <a:schemeClr val="bg2"/>
                  </a:solidFill>
                  <a:latin typeface="+mn-lt"/>
                  <a:ea typeface="+mn-ea"/>
                  <a:cs typeface="Arial" panose="020B0604020202020204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en-US" sz="1600" dirty="0">
                  <a:solidFill>
                    <a:schemeClr val="tx2"/>
                  </a:solidFill>
                </a:rPr>
                <a:t>SALES FORECASTING</a:t>
              </a:r>
              <a:endParaRPr lang="en-GB" sz="1600" dirty="0">
                <a:solidFill>
                  <a:schemeClr val="tx2"/>
                </a:solidFill>
              </a:endParaRPr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2AC956F0-A859-FCAB-069A-0AAA5133EE9E}"/>
                </a:ext>
              </a:extLst>
            </p:cNvPr>
            <p:cNvSpPr/>
            <p:nvPr/>
          </p:nvSpPr>
          <p:spPr>
            <a:xfrm>
              <a:off x="596340" y="1565289"/>
              <a:ext cx="536409" cy="473805"/>
            </a:xfrm>
            <a:prstGeom prst="parallelogram">
              <a:avLst>
                <a:gd name="adj" fmla="val 14136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spcAft>
                  <a:spcPts val="1800"/>
                </a:spcAft>
              </a:pPr>
              <a:r>
                <a:rPr lang="en-GB" sz="1600" dirty="0">
                  <a:solidFill>
                    <a:schemeClr val="bg1"/>
                  </a:solidFill>
                  <a:cs typeface="Arial" panose="020B0604020202020204" pitchFamily="34" charset="0"/>
                </a:rPr>
                <a:t>1</a:t>
              </a:r>
            </a:p>
          </p:txBody>
        </p:sp>
      </p:grpSp>
      <p:sp>
        <p:nvSpPr>
          <p:cNvPr id="9" name="Title 4">
            <a:extLst>
              <a:ext uri="{FF2B5EF4-FFF2-40B4-BE49-F238E27FC236}">
                <a16:creationId xmlns:a16="http://schemas.microsoft.com/office/drawing/2014/main" id="{859B4DED-108B-1ABD-1119-DE481DF8A2BB}"/>
              </a:ext>
            </a:extLst>
          </p:cNvPr>
          <p:cNvSpPr txBox="1">
            <a:spLocks/>
          </p:cNvSpPr>
          <p:nvPr/>
        </p:nvSpPr>
        <p:spPr>
          <a:xfrm>
            <a:off x="381000" y="166694"/>
            <a:ext cx="11430000" cy="95826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bg2"/>
                </a:solidFill>
                <a:latin typeface="+mj-lt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IN" sz="2000" dirty="0"/>
              <a:t>Forecasting &amp; Revenue Analysis</a:t>
            </a:r>
            <a:endParaRPr lang="en-GB" sz="23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100903-BA3F-4B5C-600C-DC8E5BE2AD95}"/>
              </a:ext>
            </a:extLst>
          </p:cNvPr>
          <p:cNvSpPr txBox="1"/>
          <p:nvPr/>
        </p:nvSpPr>
        <p:spPr>
          <a:xfrm>
            <a:off x="381000" y="953556"/>
            <a:ext cx="609750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500" b="1" dirty="0">
                <a:solidFill>
                  <a:schemeClr val="bg2"/>
                </a:solidFill>
              </a:rPr>
              <a:t>Customer &amp; Discount Analysis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357842-0FBA-1DB6-B7BD-007BC3DA39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0514" y="3050647"/>
            <a:ext cx="8705140" cy="2635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71949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7E9B76-AD16-840D-6216-28E9AA1839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6802" y="162325"/>
            <a:ext cx="11430000" cy="958265"/>
          </a:xfrm>
        </p:spPr>
        <p:txBody>
          <a:bodyPr/>
          <a:lstStyle/>
          <a:p>
            <a:r>
              <a:rPr lang="en-GB" sz="2300" dirty="0"/>
              <a:t>Key Findings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5525A3-EB22-DD75-65D2-845F8CE326AF}"/>
              </a:ext>
            </a:extLst>
          </p:cNvPr>
          <p:cNvSpPr/>
          <p:nvPr/>
        </p:nvSpPr>
        <p:spPr>
          <a:xfrm>
            <a:off x="1351540" y="2819394"/>
            <a:ext cx="8760287" cy="49945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1800"/>
              </a:spcAft>
            </a:pPr>
            <a:r>
              <a:rPr lang="en-US" sz="1400" b="1" dirty="0">
                <a:solidFill>
                  <a:schemeClr val="bg2"/>
                </a:solidFill>
                <a:cs typeface="Arial" panose="020B0604020202020204" pitchFamily="34" charset="0"/>
              </a:rPr>
              <a:t>Home Goods </a:t>
            </a:r>
            <a:r>
              <a:rPr lang="en-US" sz="1400" dirty="0">
                <a:solidFill>
                  <a:schemeClr val="bg2"/>
                </a:solidFill>
                <a:cs typeface="Arial" panose="020B0604020202020204" pitchFamily="34" charset="0"/>
              </a:rPr>
              <a:t>emerged as the leading product category in revenue and profit.</a:t>
            </a:r>
            <a:endParaRPr lang="en-GB" sz="1400" b="1" dirty="0">
              <a:solidFill>
                <a:schemeClr val="bg2"/>
              </a:solidFill>
              <a:cs typeface="Arial" panose="020B0604020202020204" pitchFamily="34" charset="0"/>
            </a:endParaRP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C1723A9-2964-F905-29D9-177E504A9157}"/>
              </a:ext>
            </a:extLst>
          </p:cNvPr>
          <p:cNvGrpSpPr/>
          <p:nvPr/>
        </p:nvGrpSpPr>
        <p:grpSpPr>
          <a:xfrm>
            <a:off x="694013" y="2733474"/>
            <a:ext cx="439887" cy="671294"/>
            <a:chOff x="10426431" y="4929690"/>
            <a:chExt cx="483876" cy="738423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50E02496-513D-4405-0D65-DF2F4B2518BB}"/>
                </a:ext>
              </a:extLst>
            </p:cNvPr>
            <p:cNvGrpSpPr/>
            <p:nvPr/>
          </p:nvGrpSpPr>
          <p:grpSpPr>
            <a:xfrm rot="1800000">
              <a:off x="10426431" y="5068636"/>
              <a:ext cx="483876" cy="452436"/>
              <a:chOff x="3600440" y="1095389"/>
              <a:chExt cx="4990540" cy="4666282"/>
            </a:xfrm>
          </p:grpSpPr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386E937A-0AF2-ECF4-9295-971F5ADDDABA}"/>
                  </a:ext>
                </a:extLst>
              </p:cNvPr>
              <p:cNvSpPr/>
              <p:nvPr/>
            </p:nvSpPr>
            <p:spPr>
              <a:xfrm>
                <a:off x="3600440" y="1095389"/>
                <a:ext cx="4990540" cy="4666282"/>
              </a:xfrm>
              <a:custGeom>
                <a:avLst/>
                <a:gdLst>
                  <a:gd name="connsiteX0" fmla="*/ 1649930 w 4990540"/>
                  <a:gd name="connsiteY0" fmla="*/ 4666283 h 4666282"/>
                  <a:gd name="connsiteX1" fmla="*/ 1674504 w 4990540"/>
                  <a:gd name="connsiteY1" fmla="*/ 4129359 h 4666282"/>
                  <a:gd name="connsiteX2" fmla="*/ 1698793 w 4990540"/>
                  <a:gd name="connsiteY2" fmla="*/ 3606532 h 4666282"/>
                  <a:gd name="connsiteX3" fmla="*/ 1655549 w 4990540"/>
                  <a:gd name="connsiteY3" fmla="*/ 3576623 h 4666282"/>
                  <a:gd name="connsiteX4" fmla="*/ 898312 w 4990540"/>
                  <a:gd name="connsiteY4" fmla="*/ 3576623 h 4666282"/>
                  <a:gd name="connsiteX5" fmla="*/ 564937 w 4990540"/>
                  <a:gd name="connsiteY5" fmla="*/ 3576433 h 4666282"/>
                  <a:gd name="connsiteX6" fmla="*/ 295 w 4990540"/>
                  <a:gd name="connsiteY6" fmla="*/ 3013029 h 4666282"/>
                  <a:gd name="connsiteX7" fmla="*/ 9 w 4990540"/>
                  <a:gd name="connsiteY7" fmla="*/ 565199 h 4666282"/>
                  <a:gd name="connsiteX8" fmla="*/ 557888 w 4990540"/>
                  <a:gd name="connsiteY8" fmla="*/ 747 h 4666282"/>
                  <a:gd name="connsiteX9" fmla="*/ 2691393 w 4990540"/>
                  <a:gd name="connsiteY9" fmla="*/ 271 h 4666282"/>
                  <a:gd name="connsiteX10" fmla="*/ 4419990 w 4990540"/>
                  <a:gd name="connsiteY10" fmla="*/ 462 h 4666282"/>
                  <a:gd name="connsiteX11" fmla="*/ 4967011 w 4990540"/>
                  <a:gd name="connsiteY11" fmla="*/ 398797 h 4666282"/>
                  <a:gd name="connsiteX12" fmla="*/ 4989014 w 4990540"/>
                  <a:gd name="connsiteY12" fmla="*/ 577010 h 4666282"/>
                  <a:gd name="connsiteX13" fmla="*/ 4990538 w 4990540"/>
                  <a:gd name="connsiteY13" fmla="*/ 2995979 h 4666282"/>
                  <a:gd name="connsiteX14" fmla="*/ 4554864 w 4990540"/>
                  <a:gd name="connsiteY14" fmla="*/ 3561669 h 4666282"/>
                  <a:gd name="connsiteX15" fmla="*/ 4418181 w 4990540"/>
                  <a:gd name="connsiteY15" fmla="*/ 3576814 h 4666282"/>
                  <a:gd name="connsiteX16" fmla="*/ 3023054 w 4990540"/>
                  <a:gd name="connsiteY16" fmla="*/ 3575671 h 4666282"/>
                  <a:gd name="connsiteX17" fmla="*/ 2924946 w 4990540"/>
                  <a:gd name="connsiteY17" fmla="*/ 3611866 h 4666282"/>
                  <a:gd name="connsiteX18" fmla="*/ 1684220 w 4990540"/>
                  <a:gd name="connsiteY18" fmla="*/ 4642756 h 4666282"/>
                  <a:gd name="connsiteX19" fmla="*/ 1649930 w 4990540"/>
                  <a:gd name="connsiteY19" fmla="*/ 4666283 h 4666282"/>
                  <a:gd name="connsiteX20" fmla="*/ 1858051 w 4990540"/>
                  <a:gd name="connsiteY20" fmla="*/ 4248612 h 4666282"/>
                  <a:gd name="connsiteX21" fmla="*/ 1898532 w 4990540"/>
                  <a:gd name="connsiteY21" fmla="*/ 4219465 h 4666282"/>
                  <a:gd name="connsiteX22" fmla="*/ 2864843 w 4990540"/>
                  <a:gd name="connsiteY22" fmla="*/ 3416984 h 4666282"/>
                  <a:gd name="connsiteX23" fmla="*/ 2950473 w 4990540"/>
                  <a:gd name="connsiteY23" fmla="*/ 3386218 h 4666282"/>
                  <a:gd name="connsiteX24" fmla="*/ 4412275 w 4990540"/>
                  <a:gd name="connsiteY24" fmla="*/ 3386885 h 4666282"/>
                  <a:gd name="connsiteX25" fmla="*/ 4802133 w 4990540"/>
                  <a:gd name="connsiteY25" fmla="*/ 2996551 h 4666282"/>
                  <a:gd name="connsiteX26" fmla="*/ 4802133 w 4990540"/>
                  <a:gd name="connsiteY26" fmla="*/ 577677 h 4666282"/>
                  <a:gd name="connsiteX27" fmla="*/ 4411037 w 4990540"/>
                  <a:gd name="connsiteY27" fmla="*/ 185914 h 4666282"/>
                  <a:gd name="connsiteX28" fmla="*/ 606656 w 4990540"/>
                  <a:gd name="connsiteY28" fmla="*/ 184770 h 4666282"/>
                  <a:gd name="connsiteX29" fmla="*/ 452351 w 4990540"/>
                  <a:gd name="connsiteY29" fmla="*/ 203916 h 4666282"/>
                  <a:gd name="connsiteX30" fmla="*/ 186794 w 4990540"/>
                  <a:gd name="connsiteY30" fmla="*/ 602442 h 4666282"/>
                  <a:gd name="connsiteX31" fmla="*/ 186509 w 4990540"/>
                  <a:gd name="connsiteY31" fmla="*/ 2992741 h 4666282"/>
                  <a:gd name="connsiteX32" fmla="*/ 584368 w 4990540"/>
                  <a:gd name="connsiteY32" fmla="*/ 3388790 h 4666282"/>
                  <a:gd name="connsiteX33" fmla="*/ 1836715 w 4990540"/>
                  <a:gd name="connsiteY33" fmla="*/ 3386980 h 4666282"/>
                  <a:gd name="connsiteX34" fmla="*/ 1870052 w 4990540"/>
                  <a:gd name="connsiteY34" fmla="*/ 3386885 h 4666282"/>
                  <a:gd name="connsiteX35" fmla="*/ 1896341 w 4990540"/>
                  <a:gd name="connsiteY35" fmla="*/ 3414793 h 4666282"/>
                  <a:gd name="connsiteX36" fmla="*/ 1872910 w 4990540"/>
                  <a:gd name="connsiteY36" fmla="*/ 3880376 h 4666282"/>
                  <a:gd name="connsiteX37" fmla="*/ 1858051 w 4990540"/>
                  <a:gd name="connsiteY37" fmla="*/ 4248517 h 46662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4990540" h="4666282">
                    <a:moveTo>
                      <a:pt x="1649930" y="4666283"/>
                    </a:moveTo>
                    <a:cubicBezTo>
                      <a:pt x="1658407" y="4480927"/>
                      <a:pt x="1666503" y="4305190"/>
                      <a:pt x="1674504" y="4129359"/>
                    </a:cubicBezTo>
                    <a:cubicBezTo>
                      <a:pt x="1682410" y="3955051"/>
                      <a:pt x="1689649" y="3780744"/>
                      <a:pt x="1698793" y="3606532"/>
                    </a:cubicBezTo>
                    <a:cubicBezTo>
                      <a:pt x="1700793" y="3568051"/>
                      <a:pt x="1675933" y="3576718"/>
                      <a:pt x="1655549" y="3576623"/>
                    </a:cubicBezTo>
                    <a:cubicBezTo>
                      <a:pt x="1403137" y="3576433"/>
                      <a:pt x="1150724" y="3576623"/>
                      <a:pt x="898312" y="3576623"/>
                    </a:cubicBezTo>
                    <a:cubicBezTo>
                      <a:pt x="787155" y="3576623"/>
                      <a:pt x="676094" y="3577195"/>
                      <a:pt x="564937" y="3576433"/>
                    </a:cubicBezTo>
                    <a:cubicBezTo>
                      <a:pt x="215846" y="3573956"/>
                      <a:pt x="-1039" y="3291349"/>
                      <a:pt x="295" y="3013029"/>
                    </a:cubicBezTo>
                    <a:cubicBezTo>
                      <a:pt x="4295" y="2197117"/>
                      <a:pt x="4772" y="1381111"/>
                      <a:pt x="9" y="565199"/>
                    </a:cubicBezTo>
                    <a:cubicBezTo>
                      <a:pt x="-1610" y="288307"/>
                      <a:pt x="214988" y="1319"/>
                      <a:pt x="557888" y="747"/>
                    </a:cubicBezTo>
                    <a:cubicBezTo>
                      <a:pt x="1269120" y="-586"/>
                      <a:pt x="1980257" y="271"/>
                      <a:pt x="2691393" y="271"/>
                    </a:cubicBezTo>
                    <a:cubicBezTo>
                      <a:pt x="3267560" y="271"/>
                      <a:pt x="3843823" y="-110"/>
                      <a:pt x="4419990" y="462"/>
                    </a:cubicBezTo>
                    <a:cubicBezTo>
                      <a:pt x="4682499" y="747"/>
                      <a:pt x="4890239" y="153433"/>
                      <a:pt x="4967011" y="398797"/>
                    </a:cubicBezTo>
                    <a:cubicBezTo>
                      <a:pt x="4985299" y="457090"/>
                      <a:pt x="4988919" y="517002"/>
                      <a:pt x="4989014" y="577010"/>
                    </a:cubicBezTo>
                    <a:cubicBezTo>
                      <a:pt x="4989680" y="1383301"/>
                      <a:pt x="4988347" y="2189688"/>
                      <a:pt x="4990538" y="2995979"/>
                    </a:cubicBezTo>
                    <a:cubicBezTo>
                      <a:pt x="4991395" y="3301732"/>
                      <a:pt x="4790322" y="3510710"/>
                      <a:pt x="4554864" y="3561669"/>
                    </a:cubicBezTo>
                    <a:cubicBezTo>
                      <a:pt x="4510097" y="3571384"/>
                      <a:pt x="4464472" y="3576909"/>
                      <a:pt x="4418181" y="3576814"/>
                    </a:cubicBezTo>
                    <a:cubicBezTo>
                      <a:pt x="3953170" y="3576433"/>
                      <a:pt x="3488064" y="3577004"/>
                      <a:pt x="3023054" y="3575671"/>
                    </a:cubicBezTo>
                    <a:cubicBezTo>
                      <a:pt x="2983620" y="3575576"/>
                      <a:pt x="2954569" y="3587196"/>
                      <a:pt x="2924946" y="3611866"/>
                    </a:cubicBezTo>
                    <a:cubicBezTo>
                      <a:pt x="2511847" y="3956099"/>
                      <a:pt x="2097986" y="4299380"/>
                      <a:pt x="1684220" y="4642756"/>
                    </a:cubicBezTo>
                    <a:cubicBezTo>
                      <a:pt x="1676123" y="4649519"/>
                      <a:pt x="1666694" y="4654853"/>
                      <a:pt x="1649930" y="4666283"/>
                    </a:cubicBezTo>
                    <a:close/>
                    <a:moveTo>
                      <a:pt x="1858051" y="4248612"/>
                    </a:moveTo>
                    <a:cubicBezTo>
                      <a:pt x="1876529" y="4235372"/>
                      <a:pt x="1888150" y="4228133"/>
                      <a:pt x="1898532" y="4219465"/>
                    </a:cubicBezTo>
                    <a:cubicBezTo>
                      <a:pt x="2220858" y="3952194"/>
                      <a:pt x="2543184" y="3685018"/>
                      <a:pt x="2864843" y="3416984"/>
                    </a:cubicBezTo>
                    <a:cubicBezTo>
                      <a:pt x="2890751" y="3395362"/>
                      <a:pt x="2916469" y="3386218"/>
                      <a:pt x="2950473" y="3386218"/>
                    </a:cubicBezTo>
                    <a:cubicBezTo>
                      <a:pt x="3437772" y="3387266"/>
                      <a:pt x="3924976" y="3386980"/>
                      <a:pt x="4412275" y="3386885"/>
                    </a:cubicBezTo>
                    <a:cubicBezTo>
                      <a:pt x="4646971" y="3386885"/>
                      <a:pt x="4802038" y="3232009"/>
                      <a:pt x="4802133" y="2996551"/>
                    </a:cubicBezTo>
                    <a:cubicBezTo>
                      <a:pt x="4802419" y="2190259"/>
                      <a:pt x="4802324" y="1383968"/>
                      <a:pt x="4802133" y="577677"/>
                    </a:cubicBezTo>
                    <a:cubicBezTo>
                      <a:pt x="4802133" y="346315"/>
                      <a:pt x="4641637" y="186009"/>
                      <a:pt x="4411037" y="185914"/>
                    </a:cubicBezTo>
                    <a:cubicBezTo>
                      <a:pt x="3142878" y="185532"/>
                      <a:pt x="1874815" y="185152"/>
                      <a:pt x="606656" y="184770"/>
                    </a:cubicBezTo>
                    <a:cubicBezTo>
                      <a:pt x="554364" y="184770"/>
                      <a:pt x="502548" y="188390"/>
                      <a:pt x="452351" y="203916"/>
                    </a:cubicBezTo>
                    <a:cubicBezTo>
                      <a:pt x="280044" y="257256"/>
                      <a:pt x="186699" y="396511"/>
                      <a:pt x="186794" y="602442"/>
                    </a:cubicBezTo>
                    <a:cubicBezTo>
                      <a:pt x="186890" y="1399208"/>
                      <a:pt x="189747" y="2195974"/>
                      <a:pt x="186509" y="2992741"/>
                    </a:cubicBezTo>
                    <a:cubicBezTo>
                      <a:pt x="185556" y="3219817"/>
                      <a:pt x="357673" y="3392219"/>
                      <a:pt x="584368" y="3388790"/>
                    </a:cubicBezTo>
                    <a:cubicBezTo>
                      <a:pt x="1001753" y="3382408"/>
                      <a:pt x="1419234" y="3386980"/>
                      <a:pt x="1836715" y="3386980"/>
                    </a:cubicBezTo>
                    <a:cubicBezTo>
                      <a:pt x="1847859" y="3386980"/>
                      <a:pt x="1859003" y="3387742"/>
                      <a:pt x="1870052" y="3386885"/>
                    </a:cubicBezTo>
                    <a:cubicBezTo>
                      <a:pt x="1890817" y="3385361"/>
                      <a:pt x="1897484" y="3394029"/>
                      <a:pt x="1896341" y="3414793"/>
                    </a:cubicBezTo>
                    <a:cubicBezTo>
                      <a:pt x="1887959" y="3569955"/>
                      <a:pt x="1880054" y="3725213"/>
                      <a:pt x="1872910" y="3880376"/>
                    </a:cubicBezTo>
                    <a:cubicBezTo>
                      <a:pt x="1867385" y="4000105"/>
                      <a:pt x="1863194" y="4119834"/>
                      <a:pt x="1858051" y="4248517"/>
                    </a:cubicBezTo>
                    <a:close/>
                  </a:path>
                </a:pathLst>
              </a:custGeom>
              <a:solidFill>
                <a:schemeClr val="tx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56CCDF9A-C221-9621-86AA-5400F2A34BC8}"/>
                  </a:ext>
                </a:extLst>
              </p:cNvPr>
              <p:cNvSpPr/>
              <p:nvPr/>
            </p:nvSpPr>
            <p:spPr>
              <a:xfrm>
                <a:off x="4720958" y="2633915"/>
                <a:ext cx="596978" cy="596883"/>
              </a:xfrm>
              <a:custGeom>
                <a:avLst/>
                <a:gdLst>
                  <a:gd name="connsiteX0" fmla="*/ 596945 w 596978"/>
                  <a:gd name="connsiteY0" fmla="*/ 303690 h 596883"/>
                  <a:gd name="connsiteX1" fmla="*/ 296336 w 596978"/>
                  <a:gd name="connsiteY1" fmla="*/ 596870 h 596883"/>
                  <a:gd name="connsiteX2" fmla="*/ 13 w 596978"/>
                  <a:gd name="connsiteY2" fmla="*/ 298737 h 596883"/>
                  <a:gd name="connsiteX3" fmla="*/ 301384 w 596978"/>
                  <a:gd name="connsiteY3" fmla="*/ 33 h 596883"/>
                  <a:gd name="connsiteX4" fmla="*/ 596945 w 596978"/>
                  <a:gd name="connsiteY4" fmla="*/ 303785 h 5968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978" h="596883">
                    <a:moveTo>
                      <a:pt x="596945" y="303690"/>
                    </a:moveTo>
                    <a:cubicBezTo>
                      <a:pt x="591325" y="460186"/>
                      <a:pt x="477977" y="595060"/>
                      <a:pt x="296336" y="596870"/>
                    </a:cubicBezTo>
                    <a:cubicBezTo>
                      <a:pt x="132506" y="598489"/>
                      <a:pt x="-1511" y="458567"/>
                      <a:pt x="13" y="298737"/>
                    </a:cubicBezTo>
                    <a:cubicBezTo>
                      <a:pt x="1632" y="134526"/>
                      <a:pt x="139840" y="-2443"/>
                      <a:pt x="301384" y="33"/>
                    </a:cubicBezTo>
                    <a:cubicBezTo>
                      <a:pt x="465976" y="2510"/>
                      <a:pt x="599421" y="139574"/>
                      <a:pt x="596945" y="303785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53DF5B43-7C92-7E5F-8FB7-39BB6FA4BCED}"/>
                  </a:ext>
                </a:extLst>
              </p:cNvPr>
              <p:cNvSpPr/>
              <p:nvPr/>
            </p:nvSpPr>
            <p:spPr>
              <a:xfrm>
                <a:off x="5796675" y="2633930"/>
                <a:ext cx="596789" cy="595901"/>
              </a:xfrm>
              <a:custGeom>
                <a:avLst/>
                <a:gdLst>
                  <a:gd name="connsiteX0" fmla="*/ 596790 w 596789"/>
                  <a:gd name="connsiteY0" fmla="*/ 298912 h 595901"/>
                  <a:gd name="connsiteX1" fmla="*/ 301229 w 596789"/>
                  <a:gd name="connsiteY1" fmla="*/ 595902 h 595901"/>
                  <a:gd name="connsiteX2" fmla="*/ 49 w 596789"/>
                  <a:gd name="connsiteY2" fmla="*/ 294055 h 595901"/>
                  <a:gd name="connsiteX3" fmla="*/ 296562 w 596789"/>
                  <a:gd name="connsiteY3" fmla="*/ 18 h 595901"/>
                  <a:gd name="connsiteX4" fmla="*/ 596790 w 596789"/>
                  <a:gd name="connsiteY4" fmla="*/ 298912 h 5959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789" h="595901">
                    <a:moveTo>
                      <a:pt x="596790" y="298912"/>
                    </a:moveTo>
                    <a:cubicBezTo>
                      <a:pt x="592980" y="462647"/>
                      <a:pt x="476965" y="595997"/>
                      <a:pt x="301229" y="595902"/>
                    </a:cubicBezTo>
                    <a:cubicBezTo>
                      <a:pt x="118921" y="595807"/>
                      <a:pt x="3382" y="464362"/>
                      <a:pt x="49" y="294055"/>
                    </a:cubicBezTo>
                    <a:cubicBezTo>
                      <a:pt x="-2999" y="137845"/>
                      <a:pt x="137685" y="1828"/>
                      <a:pt x="296562" y="18"/>
                    </a:cubicBezTo>
                    <a:cubicBezTo>
                      <a:pt x="460011" y="-1792"/>
                      <a:pt x="596409" y="134035"/>
                      <a:pt x="596790" y="298912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E39E1311-ED97-010E-5421-DF1A99B2B985}"/>
                  </a:ext>
                </a:extLst>
              </p:cNvPr>
              <p:cNvSpPr/>
              <p:nvPr/>
            </p:nvSpPr>
            <p:spPr>
              <a:xfrm>
                <a:off x="6873279" y="2634036"/>
                <a:ext cx="596320" cy="595911"/>
              </a:xfrm>
              <a:custGeom>
                <a:avLst/>
                <a:gdLst>
                  <a:gd name="connsiteX0" fmla="*/ 596226 w 596320"/>
                  <a:gd name="connsiteY0" fmla="*/ 299283 h 595911"/>
                  <a:gd name="connsiteX1" fmla="*/ 300188 w 596320"/>
                  <a:gd name="connsiteY1" fmla="*/ 595891 h 595911"/>
                  <a:gd name="connsiteX2" fmla="*/ 56 w 596320"/>
                  <a:gd name="connsiteY2" fmla="*/ 298330 h 595911"/>
                  <a:gd name="connsiteX3" fmla="*/ 296283 w 596320"/>
                  <a:gd name="connsiteY3" fmla="*/ 7 h 595911"/>
                  <a:gd name="connsiteX4" fmla="*/ 596321 w 596320"/>
                  <a:gd name="connsiteY4" fmla="*/ 299378 h 595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320" h="595911">
                    <a:moveTo>
                      <a:pt x="596226" y="299283"/>
                    </a:moveTo>
                    <a:cubicBezTo>
                      <a:pt x="592130" y="447873"/>
                      <a:pt x="491546" y="593796"/>
                      <a:pt x="300188" y="595891"/>
                    </a:cubicBezTo>
                    <a:cubicBezTo>
                      <a:pt x="125595" y="597796"/>
                      <a:pt x="3389" y="467875"/>
                      <a:pt x="56" y="298330"/>
                    </a:cubicBezTo>
                    <a:cubicBezTo>
                      <a:pt x="-3183" y="137548"/>
                      <a:pt x="135501" y="1150"/>
                      <a:pt x="296283" y="7"/>
                    </a:cubicBezTo>
                    <a:cubicBezTo>
                      <a:pt x="459732" y="-1136"/>
                      <a:pt x="596035" y="134786"/>
                      <a:pt x="596321" y="299378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6107149D-3C4B-1A8C-2777-C6664A15137D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82835" y="5352224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9EBA6E3B-624A-423A-D728-8BAF4D2867DC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54315" y="4955135"/>
              <a:ext cx="0" cy="1297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AE17E815-1C3E-44C0-2215-47EA0B15E656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459467" y="4929690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A73E226E-D9F8-4F5F-9134-7181D58D4A95}"/>
              </a:ext>
            </a:extLst>
          </p:cNvPr>
          <p:cNvSpPr/>
          <p:nvPr/>
        </p:nvSpPr>
        <p:spPr>
          <a:xfrm>
            <a:off x="1351540" y="3600013"/>
            <a:ext cx="7756229" cy="49945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1800"/>
              </a:spcAft>
            </a:pPr>
            <a:r>
              <a:rPr lang="en-US" sz="1400" b="1" dirty="0">
                <a:solidFill>
                  <a:schemeClr val="bg2"/>
                </a:solidFill>
                <a:cs typeface="Arial" panose="020B0604020202020204" pitchFamily="34" charset="0"/>
              </a:rPr>
              <a:t>Accessories and Bakery products </a:t>
            </a:r>
            <a:r>
              <a:rPr lang="en-US" sz="1400" dirty="0">
                <a:solidFill>
                  <a:schemeClr val="bg2"/>
                </a:solidFill>
                <a:cs typeface="Arial" panose="020B0604020202020204" pitchFamily="34" charset="0"/>
              </a:rPr>
              <a:t>experienced frequent stockout risks.</a:t>
            </a:r>
            <a:endParaRPr lang="en-GB" sz="1400" b="1" dirty="0">
              <a:solidFill>
                <a:schemeClr val="bg2"/>
              </a:solidFill>
              <a:cs typeface="Arial" panose="020B0604020202020204" pitchFamily="34" charset="0"/>
            </a:endParaRPr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4264DABA-5EFE-E884-DDD8-CE713B93D7DD}"/>
              </a:ext>
            </a:extLst>
          </p:cNvPr>
          <p:cNvGrpSpPr/>
          <p:nvPr/>
        </p:nvGrpSpPr>
        <p:grpSpPr>
          <a:xfrm>
            <a:off x="694013" y="3514093"/>
            <a:ext cx="439887" cy="671294"/>
            <a:chOff x="10426431" y="4929690"/>
            <a:chExt cx="483876" cy="738423"/>
          </a:xfrm>
        </p:grpSpPr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E5F1CF27-FC92-4D14-9B80-46EFC6A4E730}"/>
                </a:ext>
              </a:extLst>
            </p:cNvPr>
            <p:cNvGrpSpPr/>
            <p:nvPr/>
          </p:nvGrpSpPr>
          <p:grpSpPr>
            <a:xfrm rot="1800000">
              <a:off x="10426431" y="5068636"/>
              <a:ext cx="483876" cy="452436"/>
              <a:chOff x="3600440" y="1095389"/>
              <a:chExt cx="4990540" cy="4666282"/>
            </a:xfrm>
          </p:grpSpPr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5994A2D7-0DBD-E526-F12E-231F8A5E77D1}"/>
                  </a:ext>
                </a:extLst>
              </p:cNvPr>
              <p:cNvSpPr/>
              <p:nvPr/>
            </p:nvSpPr>
            <p:spPr>
              <a:xfrm>
                <a:off x="3600440" y="1095389"/>
                <a:ext cx="4990540" cy="4666282"/>
              </a:xfrm>
              <a:custGeom>
                <a:avLst/>
                <a:gdLst>
                  <a:gd name="connsiteX0" fmla="*/ 1649930 w 4990540"/>
                  <a:gd name="connsiteY0" fmla="*/ 4666283 h 4666282"/>
                  <a:gd name="connsiteX1" fmla="*/ 1674504 w 4990540"/>
                  <a:gd name="connsiteY1" fmla="*/ 4129359 h 4666282"/>
                  <a:gd name="connsiteX2" fmla="*/ 1698793 w 4990540"/>
                  <a:gd name="connsiteY2" fmla="*/ 3606532 h 4666282"/>
                  <a:gd name="connsiteX3" fmla="*/ 1655549 w 4990540"/>
                  <a:gd name="connsiteY3" fmla="*/ 3576623 h 4666282"/>
                  <a:gd name="connsiteX4" fmla="*/ 898312 w 4990540"/>
                  <a:gd name="connsiteY4" fmla="*/ 3576623 h 4666282"/>
                  <a:gd name="connsiteX5" fmla="*/ 564937 w 4990540"/>
                  <a:gd name="connsiteY5" fmla="*/ 3576433 h 4666282"/>
                  <a:gd name="connsiteX6" fmla="*/ 295 w 4990540"/>
                  <a:gd name="connsiteY6" fmla="*/ 3013029 h 4666282"/>
                  <a:gd name="connsiteX7" fmla="*/ 9 w 4990540"/>
                  <a:gd name="connsiteY7" fmla="*/ 565199 h 4666282"/>
                  <a:gd name="connsiteX8" fmla="*/ 557888 w 4990540"/>
                  <a:gd name="connsiteY8" fmla="*/ 747 h 4666282"/>
                  <a:gd name="connsiteX9" fmla="*/ 2691393 w 4990540"/>
                  <a:gd name="connsiteY9" fmla="*/ 271 h 4666282"/>
                  <a:gd name="connsiteX10" fmla="*/ 4419990 w 4990540"/>
                  <a:gd name="connsiteY10" fmla="*/ 462 h 4666282"/>
                  <a:gd name="connsiteX11" fmla="*/ 4967011 w 4990540"/>
                  <a:gd name="connsiteY11" fmla="*/ 398797 h 4666282"/>
                  <a:gd name="connsiteX12" fmla="*/ 4989014 w 4990540"/>
                  <a:gd name="connsiteY12" fmla="*/ 577010 h 4666282"/>
                  <a:gd name="connsiteX13" fmla="*/ 4990538 w 4990540"/>
                  <a:gd name="connsiteY13" fmla="*/ 2995979 h 4666282"/>
                  <a:gd name="connsiteX14" fmla="*/ 4554864 w 4990540"/>
                  <a:gd name="connsiteY14" fmla="*/ 3561669 h 4666282"/>
                  <a:gd name="connsiteX15" fmla="*/ 4418181 w 4990540"/>
                  <a:gd name="connsiteY15" fmla="*/ 3576814 h 4666282"/>
                  <a:gd name="connsiteX16" fmla="*/ 3023054 w 4990540"/>
                  <a:gd name="connsiteY16" fmla="*/ 3575671 h 4666282"/>
                  <a:gd name="connsiteX17" fmla="*/ 2924946 w 4990540"/>
                  <a:gd name="connsiteY17" fmla="*/ 3611866 h 4666282"/>
                  <a:gd name="connsiteX18" fmla="*/ 1684220 w 4990540"/>
                  <a:gd name="connsiteY18" fmla="*/ 4642756 h 4666282"/>
                  <a:gd name="connsiteX19" fmla="*/ 1649930 w 4990540"/>
                  <a:gd name="connsiteY19" fmla="*/ 4666283 h 4666282"/>
                  <a:gd name="connsiteX20" fmla="*/ 1858051 w 4990540"/>
                  <a:gd name="connsiteY20" fmla="*/ 4248612 h 4666282"/>
                  <a:gd name="connsiteX21" fmla="*/ 1898532 w 4990540"/>
                  <a:gd name="connsiteY21" fmla="*/ 4219465 h 4666282"/>
                  <a:gd name="connsiteX22" fmla="*/ 2864843 w 4990540"/>
                  <a:gd name="connsiteY22" fmla="*/ 3416984 h 4666282"/>
                  <a:gd name="connsiteX23" fmla="*/ 2950473 w 4990540"/>
                  <a:gd name="connsiteY23" fmla="*/ 3386218 h 4666282"/>
                  <a:gd name="connsiteX24" fmla="*/ 4412275 w 4990540"/>
                  <a:gd name="connsiteY24" fmla="*/ 3386885 h 4666282"/>
                  <a:gd name="connsiteX25" fmla="*/ 4802133 w 4990540"/>
                  <a:gd name="connsiteY25" fmla="*/ 2996551 h 4666282"/>
                  <a:gd name="connsiteX26" fmla="*/ 4802133 w 4990540"/>
                  <a:gd name="connsiteY26" fmla="*/ 577677 h 4666282"/>
                  <a:gd name="connsiteX27" fmla="*/ 4411037 w 4990540"/>
                  <a:gd name="connsiteY27" fmla="*/ 185914 h 4666282"/>
                  <a:gd name="connsiteX28" fmla="*/ 606656 w 4990540"/>
                  <a:gd name="connsiteY28" fmla="*/ 184770 h 4666282"/>
                  <a:gd name="connsiteX29" fmla="*/ 452351 w 4990540"/>
                  <a:gd name="connsiteY29" fmla="*/ 203916 h 4666282"/>
                  <a:gd name="connsiteX30" fmla="*/ 186794 w 4990540"/>
                  <a:gd name="connsiteY30" fmla="*/ 602442 h 4666282"/>
                  <a:gd name="connsiteX31" fmla="*/ 186509 w 4990540"/>
                  <a:gd name="connsiteY31" fmla="*/ 2992741 h 4666282"/>
                  <a:gd name="connsiteX32" fmla="*/ 584368 w 4990540"/>
                  <a:gd name="connsiteY32" fmla="*/ 3388790 h 4666282"/>
                  <a:gd name="connsiteX33" fmla="*/ 1836715 w 4990540"/>
                  <a:gd name="connsiteY33" fmla="*/ 3386980 h 4666282"/>
                  <a:gd name="connsiteX34" fmla="*/ 1870052 w 4990540"/>
                  <a:gd name="connsiteY34" fmla="*/ 3386885 h 4666282"/>
                  <a:gd name="connsiteX35" fmla="*/ 1896341 w 4990540"/>
                  <a:gd name="connsiteY35" fmla="*/ 3414793 h 4666282"/>
                  <a:gd name="connsiteX36" fmla="*/ 1872910 w 4990540"/>
                  <a:gd name="connsiteY36" fmla="*/ 3880376 h 4666282"/>
                  <a:gd name="connsiteX37" fmla="*/ 1858051 w 4990540"/>
                  <a:gd name="connsiteY37" fmla="*/ 4248517 h 46662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4990540" h="4666282">
                    <a:moveTo>
                      <a:pt x="1649930" y="4666283"/>
                    </a:moveTo>
                    <a:cubicBezTo>
                      <a:pt x="1658407" y="4480927"/>
                      <a:pt x="1666503" y="4305190"/>
                      <a:pt x="1674504" y="4129359"/>
                    </a:cubicBezTo>
                    <a:cubicBezTo>
                      <a:pt x="1682410" y="3955051"/>
                      <a:pt x="1689649" y="3780744"/>
                      <a:pt x="1698793" y="3606532"/>
                    </a:cubicBezTo>
                    <a:cubicBezTo>
                      <a:pt x="1700793" y="3568051"/>
                      <a:pt x="1675933" y="3576718"/>
                      <a:pt x="1655549" y="3576623"/>
                    </a:cubicBezTo>
                    <a:cubicBezTo>
                      <a:pt x="1403137" y="3576433"/>
                      <a:pt x="1150724" y="3576623"/>
                      <a:pt x="898312" y="3576623"/>
                    </a:cubicBezTo>
                    <a:cubicBezTo>
                      <a:pt x="787155" y="3576623"/>
                      <a:pt x="676094" y="3577195"/>
                      <a:pt x="564937" y="3576433"/>
                    </a:cubicBezTo>
                    <a:cubicBezTo>
                      <a:pt x="215846" y="3573956"/>
                      <a:pt x="-1039" y="3291349"/>
                      <a:pt x="295" y="3013029"/>
                    </a:cubicBezTo>
                    <a:cubicBezTo>
                      <a:pt x="4295" y="2197117"/>
                      <a:pt x="4772" y="1381111"/>
                      <a:pt x="9" y="565199"/>
                    </a:cubicBezTo>
                    <a:cubicBezTo>
                      <a:pt x="-1610" y="288307"/>
                      <a:pt x="214988" y="1319"/>
                      <a:pt x="557888" y="747"/>
                    </a:cubicBezTo>
                    <a:cubicBezTo>
                      <a:pt x="1269120" y="-586"/>
                      <a:pt x="1980257" y="271"/>
                      <a:pt x="2691393" y="271"/>
                    </a:cubicBezTo>
                    <a:cubicBezTo>
                      <a:pt x="3267560" y="271"/>
                      <a:pt x="3843823" y="-110"/>
                      <a:pt x="4419990" y="462"/>
                    </a:cubicBezTo>
                    <a:cubicBezTo>
                      <a:pt x="4682499" y="747"/>
                      <a:pt x="4890239" y="153433"/>
                      <a:pt x="4967011" y="398797"/>
                    </a:cubicBezTo>
                    <a:cubicBezTo>
                      <a:pt x="4985299" y="457090"/>
                      <a:pt x="4988919" y="517002"/>
                      <a:pt x="4989014" y="577010"/>
                    </a:cubicBezTo>
                    <a:cubicBezTo>
                      <a:pt x="4989680" y="1383301"/>
                      <a:pt x="4988347" y="2189688"/>
                      <a:pt x="4990538" y="2995979"/>
                    </a:cubicBezTo>
                    <a:cubicBezTo>
                      <a:pt x="4991395" y="3301732"/>
                      <a:pt x="4790322" y="3510710"/>
                      <a:pt x="4554864" y="3561669"/>
                    </a:cubicBezTo>
                    <a:cubicBezTo>
                      <a:pt x="4510097" y="3571384"/>
                      <a:pt x="4464472" y="3576909"/>
                      <a:pt x="4418181" y="3576814"/>
                    </a:cubicBezTo>
                    <a:cubicBezTo>
                      <a:pt x="3953170" y="3576433"/>
                      <a:pt x="3488064" y="3577004"/>
                      <a:pt x="3023054" y="3575671"/>
                    </a:cubicBezTo>
                    <a:cubicBezTo>
                      <a:pt x="2983620" y="3575576"/>
                      <a:pt x="2954569" y="3587196"/>
                      <a:pt x="2924946" y="3611866"/>
                    </a:cubicBezTo>
                    <a:cubicBezTo>
                      <a:pt x="2511847" y="3956099"/>
                      <a:pt x="2097986" y="4299380"/>
                      <a:pt x="1684220" y="4642756"/>
                    </a:cubicBezTo>
                    <a:cubicBezTo>
                      <a:pt x="1676123" y="4649519"/>
                      <a:pt x="1666694" y="4654853"/>
                      <a:pt x="1649930" y="4666283"/>
                    </a:cubicBezTo>
                    <a:close/>
                    <a:moveTo>
                      <a:pt x="1858051" y="4248612"/>
                    </a:moveTo>
                    <a:cubicBezTo>
                      <a:pt x="1876529" y="4235372"/>
                      <a:pt x="1888150" y="4228133"/>
                      <a:pt x="1898532" y="4219465"/>
                    </a:cubicBezTo>
                    <a:cubicBezTo>
                      <a:pt x="2220858" y="3952194"/>
                      <a:pt x="2543184" y="3685018"/>
                      <a:pt x="2864843" y="3416984"/>
                    </a:cubicBezTo>
                    <a:cubicBezTo>
                      <a:pt x="2890751" y="3395362"/>
                      <a:pt x="2916469" y="3386218"/>
                      <a:pt x="2950473" y="3386218"/>
                    </a:cubicBezTo>
                    <a:cubicBezTo>
                      <a:pt x="3437772" y="3387266"/>
                      <a:pt x="3924976" y="3386980"/>
                      <a:pt x="4412275" y="3386885"/>
                    </a:cubicBezTo>
                    <a:cubicBezTo>
                      <a:pt x="4646971" y="3386885"/>
                      <a:pt x="4802038" y="3232009"/>
                      <a:pt x="4802133" y="2996551"/>
                    </a:cubicBezTo>
                    <a:cubicBezTo>
                      <a:pt x="4802419" y="2190259"/>
                      <a:pt x="4802324" y="1383968"/>
                      <a:pt x="4802133" y="577677"/>
                    </a:cubicBezTo>
                    <a:cubicBezTo>
                      <a:pt x="4802133" y="346315"/>
                      <a:pt x="4641637" y="186009"/>
                      <a:pt x="4411037" y="185914"/>
                    </a:cubicBezTo>
                    <a:cubicBezTo>
                      <a:pt x="3142878" y="185532"/>
                      <a:pt x="1874815" y="185152"/>
                      <a:pt x="606656" y="184770"/>
                    </a:cubicBezTo>
                    <a:cubicBezTo>
                      <a:pt x="554364" y="184770"/>
                      <a:pt x="502548" y="188390"/>
                      <a:pt x="452351" y="203916"/>
                    </a:cubicBezTo>
                    <a:cubicBezTo>
                      <a:pt x="280044" y="257256"/>
                      <a:pt x="186699" y="396511"/>
                      <a:pt x="186794" y="602442"/>
                    </a:cubicBezTo>
                    <a:cubicBezTo>
                      <a:pt x="186890" y="1399208"/>
                      <a:pt x="189747" y="2195974"/>
                      <a:pt x="186509" y="2992741"/>
                    </a:cubicBezTo>
                    <a:cubicBezTo>
                      <a:pt x="185556" y="3219817"/>
                      <a:pt x="357673" y="3392219"/>
                      <a:pt x="584368" y="3388790"/>
                    </a:cubicBezTo>
                    <a:cubicBezTo>
                      <a:pt x="1001753" y="3382408"/>
                      <a:pt x="1419234" y="3386980"/>
                      <a:pt x="1836715" y="3386980"/>
                    </a:cubicBezTo>
                    <a:cubicBezTo>
                      <a:pt x="1847859" y="3386980"/>
                      <a:pt x="1859003" y="3387742"/>
                      <a:pt x="1870052" y="3386885"/>
                    </a:cubicBezTo>
                    <a:cubicBezTo>
                      <a:pt x="1890817" y="3385361"/>
                      <a:pt x="1897484" y="3394029"/>
                      <a:pt x="1896341" y="3414793"/>
                    </a:cubicBezTo>
                    <a:cubicBezTo>
                      <a:pt x="1887959" y="3569955"/>
                      <a:pt x="1880054" y="3725213"/>
                      <a:pt x="1872910" y="3880376"/>
                    </a:cubicBezTo>
                    <a:cubicBezTo>
                      <a:pt x="1867385" y="4000105"/>
                      <a:pt x="1863194" y="4119834"/>
                      <a:pt x="1858051" y="4248517"/>
                    </a:cubicBezTo>
                    <a:close/>
                  </a:path>
                </a:pathLst>
              </a:custGeom>
              <a:solidFill>
                <a:schemeClr val="tx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830A75C4-23B0-E1A6-AEBF-10FFE8515631}"/>
                  </a:ext>
                </a:extLst>
              </p:cNvPr>
              <p:cNvSpPr/>
              <p:nvPr/>
            </p:nvSpPr>
            <p:spPr>
              <a:xfrm>
                <a:off x="4720958" y="2633915"/>
                <a:ext cx="596978" cy="596883"/>
              </a:xfrm>
              <a:custGeom>
                <a:avLst/>
                <a:gdLst>
                  <a:gd name="connsiteX0" fmla="*/ 596945 w 596978"/>
                  <a:gd name="connsiteY0" fmla="*/ 303690 h 596883"/>
                  <a:gd name="connsiteX1" fmla="*/ 296336 w 596978"/>
                  <a:gd name="connsiteY1" fmla="*/ 596870 h 596883"/>
                  <a:gd name="connsiteX2" fmla="*/ 13 w 596978"/>
                  <a:gd name="connsiteY2" fmla="*/ 298737 h 596883"/>
                  <a:gd name="connsiteX3" fmla="*/ 301384 w 596978"/>
                  <a:gd name="connsiteY3" fmla="*/ 33 h 596883"/>
                  <a:gd name="connsiteX4" fmla="*/ 596945 w 596978"/>
                  <a:gd name="connsiteY4" fmla="*/ 303785 h 5968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978" h="596883">
                    <a:moveTo>
                      <a:pt x="596945" y="303690"/>
                    </a:moveTo>
                    <a:cubicBezTo>
                      <a:pt x="591325" y="460186"/>
                      <a:pt x="477977" y="595060"/>
                      <a:pt x="296336" y="596870"/>
                    </a:cubicBezTo>
                    <a:cubicBezTo>
                      <a:pt x="132506" y="598489"/>
                      <a:pt x="-1511" y="458567"/>
                      <a:pt x="13" y="298737"/>
                    </a:cubicBezTo>
                    <a:cubicBezTo>
                      <a:pt x="1632" y="134526"/>
                      <a:pt x="139840" y="-2443"/>
                      <a:pt x="301384" y="33"/>
                    </a:cubicBezTo>
                    <a:cubicBezTo>
                      <a:pt x="465976" y="2510"/>
                      <a:pt x="599421" y="139574"/>
                      <a:pt x="596945" y="303785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70E02F90-9D0A-2A31-65C9-1C01FE794409}"/>
                  </a:ext>
                </a:extLst>
              </p:cNvPr>
              <p:cNvSpPr/>
              <p:nvPr/>
            </p:nvSpPr>
            <p:spPr>
              <a:xfrm>
                <a:off x="5796675" y="2633930"/>
                <a:ext cx="596789" cy="595901"/>
              </a:xfrm>
              <a:custGeom>
                <a:avLst/>
                <a:gdLst>
                  <a:gd name="connsiteX0" fmla="*/ 596790 w 596789"/>
                  <a:gd name="connsiteY0" fmla="*/ 298912 h 595901"/>
                  <a:gd name="connsiteX1" fmla="*/ 301229 w 596789"/>
                  <a:gd name="connsiteY1" fmla="*/ 595902 h 595901"/>
                  <a:gd name="connsiteX2" fmla="*/ 49 w 596789"/>
                  <a:gd name="connsiteY2" fmla="*/ 294055 h 595901"/>
                  <a:gd name="connsiteX3" fmla="*/ 296562 w 596789"/>
                  <a:gd name="connsiteY3" fmla="*/ 18 h 595901"/>
                  <a:gd name="connsiteX4" fmla="*/ 596790 w 596789"/>
                  <a:gd name="connsiteY4" fmla="*/ 298912 h 5959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789" h="595901">
                    <a:moveTo>
                      <a:pt x="596790" y="298912"/>
                    </a:moveTo>
                    <a:cubicBezTo>
                      <a:pt x="592980" y="462647"/>
                      <a:pt x="476965" y="595997"/>
                      <a:pt x="301229" y="595902"/>
                    </a:cubicBezTo>
                    <a:cubicBezTo>
                      <a:pt x="118921" y="595807"/>
                      <a:pt x="3382" y="464362"/>
                      <a:pt x="49" y="294055"/>
                    </a:cubicBezTo>
                    <a:cubicBezTo>
                      <a:pt x="-2999" y="137845"/>
                      <a:pt x="137685" y="1828"/>
                      <a:pt x="296562" y="18"/>
                    </a:cubicBezTo>
                    <a:cubicBezTo>
                      <a:pt x="460011" y="-1792"/>
                      <a:pt x="596409" y="134035"/>
                      <a:pt x="596790" y="298912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4308A9D3-4A31-E132-B99F-63BD65872F15}"/>
                  </a:ext>
                </a:extLst>
              </p:cNvPr>
              <p:cNvSpPr/>
              <p:nvPr/>
            </p:nvSpPr>
            <p:spPr>
              <a:xfrm>
                <a:off x="6873279" y="2634036"/>
                <a:ext cx="596320" cy="595911"/>
              </a:xfrm>
              <a:custGeom>
                <a:avLst/>
                <a:gdLst>
                  <a:gd name="connsiteX0" fmla="*/ 596226 w 596320"/>
                  <a:gd name="connsiteY0" fmla="*/ 299283 h 595911"/>
                  <a:gd name="connsiteX1" fmla="*/ 300188 w 596320"/>
                  <a:gd name="connsiteY1" fmla="*/ 595891 h 595911"/>
                  <a:gd name="connsiteX2" fmla="*/ 56 w 596320"/>
                  <a:gd name="connsiteY2" fmla="*/ 298330 h 595911"/>
                  <a:gd name="connsiteX3" fmla="*/ 296283 w 596320"/>
                  <a:gd name="connsiteY3" fmla="*/ 7 h 595911"/>
                  <a:gd name="connsiteX4" fmla="*/ 596321 w 596320"/>
                  <a:gd name="connsiteY4" fmla="*/ 299378 h 595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320" h="595911">
                    <a:moveTo>
                      <a:pt x="596226" y="299283"/>
                    </a:moveTo>
                    <a:cubicBezTo>
                      <a:pt x="592130" y="447873"/>
                      <a:pt x="491546" y="593796"/>
                      <a:pt x="300188" y="595891"/>
                    </a:cubicBezTo>
                    <a:cubicBezTo>
                      <a:pt x="125595" y="597796"/>
                      <a:pt x="3389" y="467875"/>
                      <a:pt x="56" y="298330"/>
                    </a:cubicBezTo>
                    <a:cubicBezTo>
                      <a:pt x="-3183" y="137548"/>
                      <a:pt x="135501" y="1150"/>
                      <a:pt x="296283" y="7"/>
                    </a:cubicBezTo>
                    <a:cubicBezTo>
                      <a:pt x="459732" y="-1136"/>
                      <a:pt x="596035" y="134786"/>
                      <a:pt x="596321" y="299378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C67FC6D9-6199-60F0-D06C-8EB8872BBA02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82835" y="5352224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83D676EC-8DBE-FC0F-D69A-C4FB417EDA67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54315" y="4955135"/>
              <a:ext cx="0" cy="1297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5338F3A1-9233-49B4-7CCB-25092758E693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459467" y="4929690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D7B22D0D-94E0-FD28-D7DA-5ABD0D87E0BB}"/>
              </a:ext>
            </a:extLst>
          </p:cNvPr>
          <p:cNvSpPr/>
          <p:nvPr/>
        </p:nvSpPr>
        <p:spPr>
          <a:xfrm>
            <a:off x="1351540" y="4380632"/>
            <a:ext cx="7756229" cy="49945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bg2"/>
                </a:solidFill>
              </a:rPr>
              <a:t>Loyal customers </a:t>
            </a:r>
            <a:r>
              <a:rPr lang="en-US" sz="1400" dirty="0">
                <a:solidFill>
                  <a:schemeClr val="bg2"/>
                </a:solidFill>
              </a:rPr>
              <a:t>contributed a significant share of total purchases.</a:t>
            </a:r>
            <a:endParaRPr lang="en-GB" sz="1400" dirty="0">
              <a:solidFill>
                <a:schemeClr val="bg2"/>
              </a:solidFill>
            </a:endParaRPr>
          </a:p>
        </p:txBody>
      </p:sp>
      <p:grpSp>
        <p:nvGrpSpPr>
          <p:cNvPr id="85" name="Group 84">
            <a:extLst>
              <a:ext uri="{FF2B5EF4-FFF2-40B4-BE49-F238E27FC236}">
                <a16:creationId xmlns:a16="http://schemas.microsoft.com/office/drawing/2014/main" id="{A4519CA3-8671-5FE8-3E5C-3ECCF7983949}"/>
              </a:ext>
            </a:extLst>
          </p:cNvPr>
          <p:cNvGrpSpPr/>
          <p:nvPr/>
        </p:nvGrpSpPr>
        <p:grpSpPr>
          <a:xfrm>
            <a:off x="694013" y="4294712"/>
            <a:ext cx="439887" cy="671294"/>
            <a:chOff x="10426431" y="4929690"/>
            <a:chExt cx="483876" cy="738423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053122F9-89D9-683A-263E-3FBDFFA8297B}"/>
                </a:ext>
              </a:extLst>
            </p:cNvPr>
            <p:cNvGrpSpPr/>
            <p:nvPr/>
          </p:nvGrpSpPr>
          <p:grpSpPr>
            <a:xfrm rot="1800000">
              <a:off x="10426431" y="5068636"/>
              <a:ext cx="483876" cy="452436"/>
              <a:chOff x="3600440" y="1095389"/>
              <a:chExt cx="4990540" cy="4666282"/>
            </a:xfrm>
          </p:grpSpPr>
          <p:sp>
            <p:nvSpPr>
              <p:cNvPr id="90" name="Freeform: Shape 89">
                <a:extLst>
                  <a:ext uri="{FF2B5EF4-FFF2-40B4-BE49-F238E27FC236}">
                    <a16:creationId xmlns:a16="http://schemas.microsoft.com/office/drawing/2014/main" id="{56E3920C-932C-E235-0138-CD11015178D5}"/>
                  </a:ext>
                </a:extLst>
              </p:cNvPr>
              <p:cNvSpPr/>
              <p:nvPr/>
            </p:nvSpPr>
            <p:spPr>
              <a:xfrm>
                <a:off x="3600440" y="1095389"/>
                <a:ext cx="4990540" cy="4666282"/>
              </a:xfrm>
              <a:custGeom>
                <a:avLst/>
                <a:gdLst>
                  <a:gd name="connsiteX0" fmla="*/ 1649930 w 4990540"/>
                  <a:gd name="connsiteY0" fmla="*/ 4666283 h 4666282"/>
                  <a:gd name="connsiteX1" fmla="*/ 1674504 w 4990540"/>
                  <a:gd name="connsiteY1" fmla="*/ 4129359 h 4666282"/>
                  <a:gd name="connsiteX2" fmla="*/ 1698793 w 4990540"/>
                  <a:gd name="connsiteY2" fmla="*/ 3606532 h 4666282"/>
                  <a:gd name="connsiteX3" fmla="*/ 1655549 w 4990540"/>
                  <a:gd name="connsiteY3" fmla="*/ 3576623 h 4666282"/>
                  <a:gd name="connsiteX4" fmla="*/ 898312 w 4990540"/>
                  <a:gd name="connsiteY4" fmla="*/ 3576623 h 4666282"/>
                  <a:gd name="connsiteX5" fmla="*/ 564937 w 4990540"/>
                  <a:gd name="connsiteY5" fmla="*/ 3576433 h 4666282"/>
                  <a:gd name="connsiteX6" fmla="*/ 295 w 4990540"/>
                  <a:gd name="connsiteY6" fmla="*/ 3013029 h 4666282"/>
                  <a:gd name="connsiteX7" fmla="*/ 9 w 4990540"/>
                  <a:gd name="connsiteY7" fmla="*/ 565199 h 4666282"/>
                  <a:gd name="connsiteX8" fmla="*/ 557888 w 4990540"/>
                  <a:gd name="connsiteY8" fmla="*/ 747 h 4666282"/>
                  <a:gd name="connsiteX9" fmla="*/ 2691393 w 4990540"/>
                  <a:gd name="connsiteY9" fmla="*/ 271 h 4666282"/>
                  <a:gd name="connsiteX10" fmla="*/ 4419990 w 4990540"/>
                  <a:gd name="connsiteY10" fmla="*/ 462 h 4666282"/>
                  <a:gd name="connsiteX11" fmla="*/ 4967011 w 4990540"/>
                  <a:gd name="connsiteY11" fmla="*/ 398797 h 4666282"/>
                  <a:gd name="connsiteX12" fmla="*/ 4989014 w 4990540"/>
                  <a:gd name="connsiteY12" fmla="*/ 577010 h 4666282"/>
                  <a:gd name="connsiteX13" fmla="*/ 4990538 w 4990540"/>
                  <a:gd name="connsiteY13" fmla="*/ 2995979 h 4666282"/>
                  <a:gd name="connsiteX14" fmla="*/ 4554864 w 4990540"/>
                  <a:gd name="connsiteY14" fmla="*/ 3561669 h 4666282"/>
                  <a:gd name="connsiteX15" fmla="*/ 4418181 w 4990540"/>
                  <a:gd name="connsiteY15" fmla="*/ 3576814 h 4666282"/>
                  <a:gd name="connsiteX16" fmla="*/ 3023054 w 4990540"/>
                  <a:gd name="connsiteY16" fmla="*/ 3575671 h 4666282"/>
                  <a:gd name="connsiteX17" fmla="*/ 2924946 w 4990540"/>
                  <a:gd name="connsiteY17" fmla="*/ 3611866 h 4666282"/>
                  <a:gd name="connsiteX18" fmla="*/ 1684220 w 4990540"/>
                  <a:gd name="connsiteY18" fmla="*/ 4642756 h 4666282"/>
                  <a:gd name="connsiteX19" fmla="*/ 1649930 w 4990540"/>
                  <a:gd name="connsiteY19" fmla="*/ 4666283 h 4666282"/>
                  <a:gd name="connsiteX20" fmla="*/ 1858051 w 4990540"/>
                  <a:gd name="connsiteY20" fmla="*/ 4248612 h 4666282"/>
                  <a:gd name="connsiteX21" fmla="*/ 1898532 w 4990540"/>
                  <a:gd name="connsiteY21" fmla="*/ 4219465 h 4666282"/>
                  <a:gd name="connsiteX22" fmla="*/ 2864843 w 4990540"/>
                  <a:gd name="connsiteY22" fmla="*/ 3416984 h 4666282"/>
                  <a:gd name="connsiteX23" fmla="*/ 2950473 w 4990540"/>
                  <a:gd name="connsiteY23" fmla="*/ 3386218 h 4666282"/>
                  <a:gd name="connsiteX24" fmla="*/ 4412275 w 4990540"/>
                  <a:gd name="connsiteY24" fmla="*/ 3386885 h 4666282"/>
                  <a:gd name="connsiteX25" fmla="*/ 4802133 w 4990540"/>
                  <a:gd name="connsiteY25" fmla="*/ 2996551 h 4666282"/>
                  <a:gd name="connsiteX26" fmla="*/ 4802133 w 4990540"/>
                  <a:gd name="connsiteY26" fmla="*/ 577677 h 4666282"/>
                  <a:gd name="connsiteX27" fmla="*/ 4411037 w 4990540"/>
                  <a:gd name="connsiteY27" fmla="*/ 185914 h 4666282"/>
                  <a:gd name="connsiteX28" fmla="*/ 606656 w 4990540"/>
                  <a:gd name="connsiteY28" fmla="*/ 184770 h 4666282"/>
                  <a:gd name="connsiteX29" fmla="*/ 452351 w 4990540"/>
                  <a:gd name="connsiteY29" fmla="*/ 203916 h 4666282"/>
                  <a:gd name="connsiteX30" fmla="*/ 186794 w 4990540"/>
                  <a:gd name="connsiteY30" fmla="*/ 602442 h 4666282"/>
                  <a:gd name="connsiteX31" fmla="*/ 186509 w 4990540"/>
                  <a:gd name="connsiteY31" fmla="*/ 2992741 h 4666282"/>
                  <a:gd name="connsiteX32" fmla="*/ 584368 w 4990540"/>
                  <a:gd name="connsiteY32" fmla="*/ 3388790 h 4666282"/>
                  <a:gd name="connsiteX33" fmla="*/ 1836715 w 4990540"/>
                  <a:gd name="connsiteY33" fmla="*/ 3386980 h 4666282"/>
                  <a:gd name="connsiteX34" fmla="*/ 1870052 w 4990540"/>
                  <a:gd name="connsiteY34" fmla="*/ 3386885 h 4666282"/>
                  <a:gd name="connsiteX35" fmla="*/ 1896341 w 4990540"/>
                  <a:gd name="connsiteY35" fmla="*/ 3414793 h 4666282"/>
                  <a:gd name="connsiteX36" fmla="*/ 1872910 w 4990540"/>
                  <a:gd name="connsiteY36" fmla="*/ 3880376 h 4666282"/>
                  <a:gd name="connsiteX37" fmla="*/ 1858051 w 4990540"/>
                  <a:gd name="connsiteY37" fmla="*/ 4248517 h 46662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4990540" h="4666282">
                    <a:moveTo>
                      <a:pt x="1649930" y="4666283"/>
                    </a:moveTo>
                    <a:cubicBezTo>
                      <a:pt x="1658407" y="4480927"/>
                      <a:pt x="1666503" y="4305190"/>
                      <a:pt x="1674504" y="4129359"/>
                    </a:cubicBezTo>
                    <a:cubicBezTo>
                      <a:pt x="1682410" y="3955051"/>
                      <a:pt x="1689649" y="3780744"/>
                      <a:pt x="1698793" y="3606532"/>
                    </a:cubicBezTo>
                    <a:cubicBezTo>
                      <a:pt x="1700793" y="3568051"/>
                      <a:pt x="1675933" y="3576718"/>
                      <a:pt x="1655549" y="3576623"/>
                    </a:cubicBezTo>
                    <a:cubicBezTo>
                      <a:pt x="1403137" y="3576433"/>
                      <a:pt x="1150724" y="3576623"/>
                      <a:pt x="898312" y="3576623"/>
                    </a:cubicBezTo>
                    <a:cubicBezTo>
                      <a:pt x="787155" y="3576623"/>
                      <a:pt x="676094" y="3577195"/>
                      <a:pt x="564937" y="3576433"/>
                    </a:cubicBezTo>
                    <a:cubicBezTo>
                      <a:pt x="215846" y="3573956"/>
                      <a:pt x="-1039" y="3291349"/>
                      <a:pt x="295" y="3013029"/>
                    </a:cubicBezTo>
                    <a:cubicBezTo>
                      <a:pt x="4295" y="2197117"/>
                      <a:pt x="4772" y="1381111"/>
                      <a:pt x="9" y="565199"/>
                    </a:cubicBezTo>
                    <a:cubicBezTo>
                      <a:pt x="-1610" y="288307"/>
                      <a:pt x="214988" y="1319"/>
                      <a:pt x="557888" y="747"/>
                    </a:cubicBezTo>
                    <a:cubicBezTo>
                      <a:pt x="1269120" y="-586"/>
                      <a:pt x="1980257" y="271"/>
                      <a:pt x="2691393" y="271"/>
                    </a:cubicBezTo>
                    <a:cubicBezTo>
                      <a:pt x="3267560" y="271"/>
                      <a:pt x="3843823" y="-110"/>
                      <a:pt x="4419990" y="462"/>
                    </a:cubicBezTo>
                    <a:cubicBezTo>
                      <a:pt x="4682499" y="747"/>
                      <a:pt x="4890239" y="153433"/>
                      <a:pt x="4967011" y="398797"/>
                    </a:cubicBezTo>
                    <a:cubicBezTo>
                      <a:pt x="4985299" y="457090"/>
                      <a:pt x="4988919" y="517002"/>
                      <a:pt x="4989014" y="577010"/>
                    </a:cubicBezTo>
                    <a:cubicBezTo>
                      <a:pt x="4989680" y="1383301"/>
                      <a:pt x="4988347" y="2189688"/>
                      <a:pt x="4990538" y="2995979"/>
                    </a:cubicBezTo>
                    <a:cubicBezTo>
                      <a:pt x="4991395" y="3301732"/>
                      <a:pt x="4790322" y="3510710"/>
                      <a:pt x="4554864" y="3561669"/>
                    </a:cubicBezTo>
                    <a:cubicBezTo>
                      <a:pt x="4510097" y="3571384"/>
                      <a:pt x="4464472" y="3576909"/>
                      <a:pt x="4418181" y="3576814"/>
                    </a:cubicBezTo>
                    <a:cubicBezTo>
                      <a:pt x="3953170" y="3576433"/>
                      <a:pt x="3488064" y="3577004"/>
                      <a:pt x="3023054" y="3575671"/>
                    </a:cubicBezTo>
                    <a:cubicBezTo>
                      <a:pt x="2983620" y="3575576"/>
                      <a:pt x="2954569" y="3587196"/>
                      <a:pt x="2924946" y="3611866"/>
                    </a:cubicBezTo>
                    <a:cubicBezTo>
                      <a:pt x="2511847" y="3956099"/>
                      <a:pt x="2097986" y="4299380"/>
                      <a:pt x="1684220" y="4642756"/>
                    </a:cubicBezTo>
                    <a:cubicBezTo>
                      <a:pt x="1676123" y="4649519"/>
                      <a:pt x="1666694" y="4654853"/>
                      <a:pt x="1649930" y="4666283"/>
                    </a:cubicBezTo>
                    <a:close/>
                    <a:moveTo>
                      <a:pt x="1858051" y="4248612"/>
                    </a:moveTo>
                    <a:cubicBezTo>
                      <a:pt x="1876529" y="4235372"/>
                      <a:pt x="1888150" y="4228133"/>
                      <a:pt x="1898532" y="4219465"/>
                    </a:cubicBezTo>
                    <a:cubicBezTo>
                      <a:pt x="2220858" y="3952194"/>
                      <a:pt x="2543184" y="3685018"/>
                      <a:pt x="2864843" y="3416984"/>
                    </a:cubicBezTo>
                    <a:cubicBezTo>
                      <a:pt x="2890751" y="3395362"/>
                      <a:pt x="2916469" y="3386218"/>
                      <a:pt x="2950473" y="3386218"/>
                    </a:cubicBezTo>
                    <a:cubicBezTo>
                      <a:pt x="3437772" y="3387266"/>
                      <a:pt x="3924976" y="3386980"/>
                      <a:pt x="4412275" y="3386885"/>
                    </a:cubicBezTo>
                    <a:cubicBezTo>
                      <a:pt x="4646971" y="3386885"/>
                      <a:pt x="4802038" y="3232009"/>
                      <a:pt x="4802133" y="2996551"/>
                    </a:cubicBezTo>
                    <a:cubicBezTo>
                      <a:pt x="4802419" y="2190259"/>
                      <a:pt x="4802324" y="1383968"/>
                      <a:pt x="4802133" y="577677"/>
                    </a:cubicBezTo>
                    <a:cubicBezTo>
                      <a:pt x="4802133" y="346315"/>
                      <a:pt x="4641637" y="186009"/>
                      <a:pt x="4411037" y="185914"/>
                    </a:cubicBezTo>
                    <a:cubicBezTo>
                      <a:pt x="3142878" y="185532"/>
                      <a:pt x="1874815" y="185152"/>
                      <a:pt x="606656" y="184770"/>
                    </a:cubicBezTo>
                    <a:cubicBezTo>
                      <a:pt x="554364" y="184770"/>
                      <a:pt x="502548" y="188390"/>
                      <a:pt x="452351" y="203916"/>
                    </a:cubicBezTo>
                    <a:cubicBezTo>
                      <a:pt x="280044" y="257256"/>
                      <a:pt x="186699" y="396511"/>
                      <a:pt x="186794" y="602442"/>
                    </a:cubicBezTo>
                    <a:cubicBezTo>
                      <a:pt x="186890" y="1399208"/>
                      <a:pt x="189747" y="2195974"/>
                      <a:pt x="186509" y="2992741"/>
                    </a:cubicBezTo>
                    <a:cubicBezTo>
                      <a:pt x="185556" y="3219817"/>
                      <a:pt x="357673" y="3392219"/>
                      <a:pt x="584368" y="3388790"/>
                    </a:cubicBezTo>
                    <a:cubicBezTo>
                      <a:pt x="1001753" y="3382408"/>
                      <a:pt x="1419234" y="3386980"/>
                      <a:pt x="1836715" y="3386980"/>
                    </a:cubicBezTo>
                    <a:cubicBezTo>
                      <a:pt x="1847859" y="3386980"/>
                      <a:pt x="1859003" y="3387742"/>
                      <a:pt x="1870052" y="3386885"/>
                    </a:cubicBezTo>
                    <a:cubicBezTo>
                      <a:pt x="1890817" y="3385361"/>
                      <a:pt x="1897484" y="3394029"/>
                      <a:pt x="1896341" y="3414793"/>
                    </a:cubicBezTo>
                    <a:cubicBezTo>
                      <a:pt x="1887959" y="3569955"/>
                      <a:pt x="1880054" y="3725213"/>
                      <a:pt x="1872910" y="3880376"/>
                    </a:cubicBezTo>
                    <a:cubicBezTo>
                      <a:pt x="1867385" y="4000105"/>
                      <a:pt x="1863194" y="4119834"/>
                      <a:pt x="1858051" y="4248517"/>
                    </a:cubicBezTo>
                    <a:close/>
                  </a:path>
                </a:pathLst>
              </a:custGeom>
              <a:solidFill>
                <a:schemeClr val="tx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31B1356C-877B-83CB-A30C-9B4ECCF7556B}"/>
                  </a:ext>
                </a:extLst>
              </p:cNvPr>
              <p:cNvSpPr/>
              <p:nvPr/>
            </p:nvSpPr>
            <p:spPr>
              <a:xfrm>
                <a:off x="4720958" y="2633915"/>
                <a:ext cx="596978" cy="596883"/>
              </a:xfrm>
              <a:custGeom>
                <a:avLst/>
                <a:gdLst>
                  <a:gd name="connsiteX0" fmla="*/ 596945 w 596978"/>
                  <a:gd name="connsiteY0" fmla="*/ 303690 h 596883"/>
                  <a:gd name="connsiteX1" fmla="*/ 296336 w 596978"/>
                  <a:gd name="connsiteY1" fmla="*/ 596870 h 596883"/>
                  <a:gd name="connsiteX2" fmla="*/ 13 w 596978"/>
                  <a:gd name="connsiteY2" fmla="*/ 298737 h 596883"/>
                  <a:gd name="connsiteX3" fmla="*/ 301384 w 596978"/>
                  <a:gd name="connsiteY3" fmla="*/ 33 h 596883"/>
                  <a:gd name="connsiteX4" fmla="*/ 596945 w 596978"/>
                  <a:gd name="connsiteY4" fmla="*/ 303785 h 5968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978" h="596883">
                    <a:moveTo>
                      <a:pt x="596945" y="303690"/>
                    </a:moveTo>
                    <a:cubicBezTo>
                      <a:pt x="591325" y="460186"/>
                      <a:pt x="477977" y="595060"/>
                      <a:pt x="296336" y="596870"/>
                    </a:cubicBezTo>
                    <a:cubicBezTo>
                      <a:pt x="132506" y="598489"/>
                      <a:pt x="-1511" y="458567"/>
                      <a:pt x="13" y="298737"/>
                    </a:cubicBezTo>
                    <a:cubicBezTo>
                      <a:pt x="1632" y="134526"/>
                      <a:pt x="139840" y="-2443"/>
                      <a:pt x="301384" y="33"/>
                    </a:cubicBezTo>
                    <a:cubicBezTo>
                      <a:pt x="465976" y="2510"/>
                      <a:pt x="599421" y="139574"/>
                      <a:pt x="596945" y="303785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E987F4F2-F77B-2FD6-1CEA-F9DD9429AFB8}"/>
                  </a:ext>
                </a:extLst>
              </p:cNvPr>
              <p:cNvSpPr/>
              <p:nvPr/>
            </p:nvSpPr>
            <p:spPr>
              <a:xfrm>
                <a:off x="5796675" y="2633930"/>
                <a:ext cx="596789" cy="595901"/>
              </a:xfrm>
              <a:custGeom>
                <a:avLst/>
                <a:gdLst>
                  <a:gd name="connsiteX0" fmla="*/ 596790 w 596789"/>
                  <a:gd name="connsiteY0" fmla="*/ 298912 h 595901"/>
                  <a:gd name="connsiteX1" fmla="*/ 301229 w 596789"/>
                  <a:gd name="connsiteY1" fmla="*/ 595902 h 595901"/>
                  <a:gd name="connsiteX2" fmla="*/ 49 w 596789"/>
                  <a:gd name="connsiteY2" fmla="*/ 294055 h 595901"/>
                  <a:gd name="connsiteX3" fmla="*/ 296562 w 596789"/>
                  <a:gd name="connsiteY3" fmla="*/ 18 h 595901"/>
                  <a:gd name="connsiteX4" fmla="*/ 596790 w 596789"/>
                  <a:gd name="connsiteY4" fmla="*/ 298912 h 5959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789" h="595901">
                    <a:moveTo>
                      <a:pt x="596790" y="298912"/>
                    </a:moveTo>
                    <a:cubicBezTo>
                      <a:pt x="592980" y="462647"/>
                      <a:pt x="476965" y="595997"/>
                      <a:pt x="301229" y="595902"/>
                    </a:cubicBezTo>
                    <a:cubicBezTo>
                      <a:pt x="118921" y="595807"/>
                      <a:pt x="3382" y="464362"/>
                      <a:pt x="49" y="294055"/>
                    </a:cubicBezTo>
                    <a:cubicBezTo>
                      <a:pt x="-2999" y="137845"/>
                      <a:pt x="137685" y="1828"/>
                      <a:pt x="296562" y="18"/>
                    </a:cubicBezTo>
                    <a:cubicBezTo>
                      <a:pt x="460011" y="-1792"/>
                      <a:pt x="596409" y="134035"/>
                      <a:pt x="596790" y="298912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93" name="Freeform: Shape 92">
                <a:extLst>
                  <a:ext uri="{FF2B5EF4-FFF2-40B4-BE49-F238E27FC236}">
                    <a16:creationId xmlns:a16="http://schemas.microsoft.com/office/drawing/2014/main" id="{49D3CD92-78D4-9BAC-FDE0-4923D399D4C3}"/>
                  </a:ext>
                </a:extLst>
              </p:cNvPr>
              <p:cNvSpPr/>
              <p:nvPr/>
            </p:nvSpPr>
            <p:spPr>
              <a:xfrm>
                <a:off x="6873279" y="2634036"/>
                <a:ext cx="596320" cy="595911"/>
              </a:xfrm>
              <a:custGeom>
                <a:avLst/>
                <a:gdLst>
                  <a:gd name="connsiteX0" fmla="*/ 596226 w 596320"/>
                  <a:gd name="connsiteY0" fmla="*/ 299283 h 595911"/>
                  <a:gd name="connsiteX1" fmla="*/ 300188 w 596320"/>
                  <a:gd name="connsiteY1" fmla="*/ 595891 h 595911"/>
                  <a:gd name="connsiteX2" fmla="*/ 56 w 596320"/>
                  <a:gd name="connsiteY2" fmla="*/ 298330 h 595911"/>
                  <a:gd name="connsiteX3" fmla="*/ 296283 w 596320"/>
                  <a:gd name="connsiteY3" fmla="*/ 7 h 595911"/>
                  <a:gd name="connsiteX4" fmla="*/ 596321 w 596320"/>
                  <a:gd name="connsiteY4" fmla="*/ 299378 h 595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320" h="595911">
                    <a:moveTo>
                      <a:pt x="596226" y="299283"/>
                    </a:moveTo>
                    <a:cubicBezTo>
                      <a:pt x="592130" y="447873"/>
                      <a:pt x="491546" y="593796"/>
                      <a:pt x="300188" y="595891"/>
                    </a:cubicBezTo>
                    <a:cubicBezTo>
                      <a:pt x="125595" y="597796"/>
                      <a:pt x="3389" y="467875"/>
                      <a:pt x="56" y="298330"/>
                    </a:cubicBezTo>
                    <a:cubicBezTo>
                      <a:pt x="-3183" y="137548"/>
                      <a:pt x="135501" y="1150"/>
                      <a:pt x="296283" y="7"/>
                    </a:cubicBezTo>
                    <a:cubicBezTo>
                      <a:pt x="459732" y="-1136"/>
                      <a:pt x="596035" y="134786"/>
                      <a:pt x="596321" y="299378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4FE09A5E-81CF-C69E-3070-43066F11156F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82835" y="5352224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2C2F48C5-D3C2-2E7E-766B-90B2E909FAD0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54315" y="4955135"/>
              <a:ext cx="0" cy="1297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6B4BFDD2-256E-CC76-F3F4-99E79DF6EAE0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459467" y="4929690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E4681138-F309-6760-AFDE-73FF7650D469}"/>
              </a:ext>
            </a:extLst>
          </p:cNvPr>
          <p:cNvSpPr/>
          <p:nvPr/>
        </p:nvSpPr>
        <p:spPr>
          <a:xfrm>
            <a:off x="1332393" y="1268575"/>
            <a:ext cx="7756229" cy="49945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1800"/>
              </a:spcAft>
            </a:pPr>
            <a:r>
              <a:rPr lang="en-US" sz="1400" dirty="0">
                <a:solidFill>
                  <a:schemeClr val="bg2"/>
                </a:solidFill>
                <a:cs typeface="Arial" panose="020B0604020202020204" pitchFamily="34" charset="0"/>
              </a:rPr>
              <a:t>Sales demonstrated strong </a:t>
            </a:r>
            <a:r>
              <a:rPr lang="en-US" sz="1400" b="1" dirty="0">
                <a:solidFill>
                  <a:schemeClr val="bg2"/>
                </a:solidFill>
                <a:cs typeface="Arial" panose="020B0604020202020204" pitchFamily="34" charset="0"/>
              </a:rPr>
              <a:t>year-over-year growth</a:t>
            </a:r>
            <a:r>
              <a:rPr lang="en-US" sz="1400" dirty="0">
                <a:solidFill>
                  <a:schemeClr val="bg2"/>
                </a:solidFill>
                <a:cs typeface="Arial" panose="020B0604020202020204" pitchFamily="34" charset="0"/>
              </a:rPr>
              <a:t> across most regions.</a:t>
            </a:r>
            <a:endParaRPr lang="en-GB" sz="1400" b="1" dirty="0">
              <a:solidFill>
                <a:schemeClr val="bg2"/>
              </a:solidFill>
              <a:cs typeface="Arial" panose="020B0604020202020204" pitchFamily="34" charset="0"/>
            </a:endParaRP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59063D8E-7EE6-384A-9A8A-F5834457C136}"/>
              </a:ext>
            </a:extLst>
          </p:cNvPr>
          <p:cNvGrpSpPr/>
          <p:nvPr/>
        </p:nvGrpSpPr>
        <p:grpSpPr>
          <a:xfrm>
            <a:off x="674866" y="1182655"/>
            <a:ext cx="439887" cy="671294"/>
            <a:chOff x="10426431" y="4929690"/>
            <a:chExt cx="483876" cy="738423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82A82938-0B01-C52E-F83B-EA9025C63640}"/>
                </a:ext>
              </a:extLst>
            </p:cNvPr>
            <p:cNvGrpSpPr/>
            <p:nvPr/>
          </p:nvGrpSpPr>
          <p:grpSpPr>
            <a:xfrm rot="1800000">
              <a:off x="10426431" y="5068636"/>
              <a:ext cx="483876" cy="452436"/>
              <a:chOff x="3600440" y="1095389"/>
              <a:chExt cx="4990540" cy="4666282"/>
            </a:xfrm>
          </p:grpSpPr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437288C5-25FF-A9E1-AEA5-3EF844EC4CD7}"/>
                  </a:ext>
                </a:extLst>
              </p:cNvPr>
              <p:cNvSpPr/>
              <p:nvPr/>
            </p:nvSpPr>
            <p:spPr>
              <a:xfrm>
                <a:off x="3600440" y="1095389"/>
                <a:ext cx="4990540" cy="4666282"/>
              </a:xfrm>
              <a:custGeom>
                <a:avLst/>
                <a:gdLst>
                  <a:gd name="connsiteX0" fmla="*/ 1649930 w 4990540"/>
                  <a:gd name="connsiteY0" fmla="*/ 4666283 h 4666282"/>
                  <a:gd name="connsiteX1" fmla="*/ 1674504 w 4990540"/>
                  <a:gd name="connsiteY1" fmla="*/ 4129359 h 4666282"/>
                  <a:gd name="connsiteX2" fmla="*/ 1698793 w 4990540"/>
                  <a:gd name="connsiteY2" fmla="*/ 3606532 h 4666282"/>
                  <a:gd name="connsiteX3" fmla="*/ 1655549 w 4990540"/>
                  <a:gd name="connsiteY3" fmla="*/ 3576623 h 4666282"/>
                  <a:gd name="connsiteX4" fmla="*/ 898312 w 4990540"/>
                  <a:gd name="connsiteY4" fmla="*/ 3576623 h 4666282"/>
                  <a:gd name="connsiteX5" fmla="*/ 564937 w 4990540"/>
                  <a:gd name="connsiteY5" fmla="*/ 3576433 h 4666282"/>
                  <a:gd name="connsiteX6" fmla="*/ 295 w 4990540"/>
                  <a:gd name="connsiteY6" fmla="*/ 3013029 h 4666282"/>
                  <a:gd name="connsiteX7" fmla="*/ 9 w 4990540"/>
                  <a:gd name="connsiteY7" fmla="*/ 565199 h 4666282"/>
                  <a:gd name="connsiteX8" fmla="*/ 557888 w 4990540"/>
                  <a:gd name="connsiteY8" fmla="*/ 747 h 4666282"/>
                  <a:gd name="connsiteX9" fmla="*/ 2691393 w 4990540"/>
                  <a:gd name="connsiteY9" fmla="*/ 271 h 4666282"/>
                  <a:gd name="connsiteX10" fmla="*/ 4419990 w 4990540"/>
                  <a:gd name="connsiteY10" fmla="*/ 462 h 4666282"/>
                  <a:gd name="connsiteX11" fmla="*/ 4967011 w 4990540"/>
                  <a:gd name="connsiteY11" fmla="*/ 398797 h 4666282"/>
                  <a:gd name="connsiteX12" fmla="*/ 4989014 w 4990540"/>
                  <a:gd name="connsiteY12" fmla="*/ 577010 h 4666282"/>
                  <a:gd name="connsiteX13" fmla="*/ 4990538 w 4990540"/>
                  <a:gd name="connsiteY13" fmla="*/ 2995979 h 4666282"/>
                  <a:gd name="connsiteX14" fmla="*/ 4554864 w 4990540"/>
                  <a:gd name="connsiteY14" fmla="*/ 3561669 h 4666282"/>
                  <a:gd name="connsiteX15" fmla="*/ 4418181 w 4990540"/>
                  <a:gd name="connsiteY15" fmla="*/ 3576814 h 4666282"/>
                  <a:gd name="connsiteX16" fmla="*/ 3023054 w 4990540"/>
                  <a:gd name="connsiteY16" fmla="*/ 3575671 h 4666282"/>
                  <a:gd name="connsiteX17" fmla="*/ 2924946 w 4990540"/>
                  <a:gd name="connsiteY17" fmla="*/ 3611866 h 4666282"/>
                  <a:gd name="connsiteX18" fmla="*/ 1684220 w 4990540"/>
                  <a:gd name="connsiteY18" fmla="*/ 4642756 h 4666282"/>
                  <a:gd name="connsiteX19" fmla="*/ 1649930 w 4990540"/>
                  <a:gd name="connsiteY19" fmla="*/ 4666283 h 4666282"/>
                  <a:gd name="connsiteX20" fmla="*/ 1858051 w 4990540"/>
                  <a:gd name="connsiteY20" fmla="*/ 4248612 h 4666282"/>
                  <a:gd name="connsiteX21" fmla="*/ 1898532 w 4990540"/>
                  <a:gd name="connsiteY21" fmla="*/ 4219465 h 4666282"/>
                  <a:gd name="connsiteX22" fmla="*/ 2864843 w 4990540"/>
                  <a:gd name="connsiteY22" fmla="*/ 3416984 h 4666282"/>
                  <a:gd name="connsiteX23" fmla="*/ 2950473 w 4990540"/>
                  <a:gd name="connsiteY23" fmla="*/ 3386218 h 4666282"/>
                  <a:gd name="connsiteX24" fmla="*/ 4412275 w 4990540"/>
                  <a:gd name="connsiteY24" fmla="*/ 3386885 h 4666282"/>
                  <a:gd name="connsiteX25" fmla="*/ 4802133 w 4990540"/>
                  <a:gd name="connsiteY25" fmla="*/ 2996551 h 4666282"/>
                  <a:gd name="connsiteX26" fmla="*/ 4802133 w 4990540"/>
                  <a:gd name="connsiteY26" fmla="*/ 577677 h 4666282"/>
                  <a:gd name="connsiteX27" fmla="*/ 4411037 w 4990540"/>
                  <a:gd name="connsiteY27" fmla="*/ 185914 h 4666282"/>
                  <a:gd name="connsiteX28" fmla="*/ 606656 w 4990540"/>
                  <a:gd name="connsiteY28" fmla="*/ 184770 h 4666282"/>
                  <a:gd name="connsiteX29" fmla="*/ 452351 w 4990540"/>
                  <a:gd name="connsiteY29" fmla="*/ 203916 h 4666282"/>
                  <a:gd name="connsiteX30" fmla="*/ 186794 w 4990540"/>
                  <a:gd name="connsiteY30" fmla="*/ 602442 h 4666282"/>
                  <a:gd name="connsiteX31" fmla="*/ 186509 w 4990540"/>
                  <a:gd name="connsiteY31" fmla="*/ 2992741 h 4666282"/>
                  <a:gd name="connsiteX32" fmla="*/ 584368 w 4990540"/>
                  <a:gd name="connsiteY32" fmla="*/ 3388790 h 4666282"/>
                  <a:gd name="connsiteX33" fmla="*/ 1836715 w 4990540"/>
                  <a:gd name="connsiteY33" fmla="*/ 3386980 h 4666282"/>
                  <a:gd name="connsiteX34" fmla="*/ 1870052 w 4990540"/>
                  <a:gd name="connsiteY34" fmla="*/ 3386885 h 4666282"/>
                  <a:gd name="connsiteX35" fmla="*/ 1896341 w 4990540"/>
                  <a:gd name="connsiteY35" fmla="*/ 3414793 h 4666282"/>
                  <a:gd name="connsiteX36" fmla="*/ 1872910 w 4990540"/>
                  <a:gd name="connsiteY36" fmla="*/ 3880376 h 4666282"/>
                  <a:gd name="connsiteX37" fmla="*/ 1858051 w 4990540"/>
                  <a:gd name="connsiteY37" fmla="*/ 4248517 h 46662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4990540" h="4666282">
                    <a:moveTo>
                      <a:pt x="1649930" y="4666283"/>
                    </a:moveTo>
                    <a:cubicBezTo>
                      <a:pt x="1658407" y="4480927"/>
                      <a:pt x="1666503" y="4305190"/>
                      <a:pt x="1674504" y="4129359"/>
                    </a:cubicBezTo>
                    <a:cubicBezTo>
                      <a:pt x="1682410" y="3955051"/>
                      <a:pt x="1689649" y="3780744"/>
                      <a:pt x="1698793" y="3606532"/>
                    </a:cubicBezTo>
                    <a:cubicBezTo>
                      <a:pt x="1700793" y="3568051"/>
                      <a:pt x="1675933" y="3576718"/>
                      <a:pt x="1655549" y="3576623"/>
                    </a:cubicBezTo>
                    <a:cubicBezTo>
                      <a:pt x="1403137" y="3576433"/>
                      <a:pt x="1150724" y="3576623"/>
                      <a:pt x="898312" y="3576623"/>
                    </a:cubicBezTo>
                    <a:cubicBezTo>
                      <a:pt x="787155" y="3576623"/>
                      <a:pt x="676094" y="3577195"/>
                      <a:pt x="564937" y="3576433"/>
                    </a:cubicBezTo>
                    <a:cubicBezTo>
                      <a:pt x="215846" y="3573956"/>
                      <a:pt x="-1039" y="3291349"/>
                      <a:pt x="295" y="3013029"/>
                    </a:cubicBezTo>
                    <a:cubicBezTo>
                      <a:pt x="4295" y="2197117"/>
                      <a:pt x="4772" y="1381111"/>
                      <a:pt x="9" y="565199"/>
                    </a:cubicBezTo>
                    <a:cubicBezTo>
                      <a:pt x="-1610" y="288307"/>
                      <a:pt x="214988" y="1319"/>
                      <a:pt x="557888" y="747"/>
                    </a:cubicBezTo>
                    <a:cubicBezTo>
                      <a:pt x="1269120" y="-586"/>
                      <a:pt x="1980257" y="271"/>
                      <a:pt x="2691393" y="271"/>
                    </a:cubicBezTo>
                    <a:cubicBezTo>
                      <a:pt x="3267560" y="271"/>
                      <a:pt x="3843823" y="-110"/>
                      <a:pt x="4419990" y="462"/>
                    </a:cubicBezTo>
                    <a:cubicBezTo>
                      <a:pt x="4682499" y="747"/>
                      <a:pt x="4890239" y="153433"/>
                      <a:pt x="4967011" y="398797"/>
                    </a:cubicBezTo>
                    <a:cubicBezTo>
                      <a:pt x="4985299" y="457090"/>
                      <a:pt x="4988919" y="517002"/>
                      <a:pt x="4989014" y="577010"/>
                    </a:cubicBezTo>
                    <a:cubicBezTo>
                      <a:pt x="4989680" y="1383301"/>
                      <a:pt x="4988347" y="2189688"/>
                      <a:pt x="4990538" y="2995979"/>
                    </a:cubicBezTo>
                    <a:cubicBezTo>
                      <a:pt x="4991395" y="3301732"/>
                      <a:pt x="4790322" y="3510710"/>
                      <a:pt x="4554864" y="3561669"/>
                    </a:cubicBezTo>
                    <a:cubicBezTo>
                      <a:pt x="4510097" y="3571384"/>
                      <a:pt x="4464472" y="3576909"/>
                      <a:pt x="4418181" y="3576814"/>
                    </a:cubicBezTo>
                    <a:cubicBezTo>
                      <a:pt x="3953170" y="3576433"/>
                      <a:pt x="3488064" y="3577004"/>
                      <a:pt x="3023054" y="3575671"/>
                    </a:cubicBezTo>
                    <a:cubicBezTo>
                      <a:pt x="2983620" y="3575576"/>
                      <a:pt x="2954569" y="3587196"/>
                      <a:pt x="2924946" y="3611866"/>
                    </a:cubicBezTo>
                    <a:cubicBezTo>
                      <a:pt x="2511847" y="3956099"/>
                      <a:pt x="2097986" y="4299380"/>
                      <a:pt x="1684220" y="4642756"/>
                    </a:cubicBezTo>
                    <a:cubicBezTo>
                      <a:pt x="1676123" y="4649519"/>
                      <a:pt x="1666694" y="4654853"/>
                      <a:pt x="1649930" y="4666283"/>
                    </a:cubicBezTo>
                    <a:close/>
                    <a:moveTo>
                      <a:pt x="1858051" y="4248612"/>
                    </a:moveTo>
                    <a:cubicBezTo>
                      <a:pt x="1876529" y="4235372"/>
                      <a:pt x="1888150" y="4228133"/>
                      <a:pt x="1898532" y="4219465"/>
                    </a:cubicBezTo>
                    <a:cubicBezTo>
                      <a:pt x="2220858" y="3952194"/>
                      <a:pt x="2543184" y="3685018"/>
                      <a:pt x="2864843" y="3416984"/>
                    </a:cubicBezTo>
                    <a:cubicBezTo>
                      <a:pt x="2890751" y="3395362"/>
                      <a:pt x="2916469" y="3386218"/>
                      <a:pt x="2950473" y="3386218"/>
                    </a:cubicBezTo>
                    <a:cubicBezTo>
                      <a:pt x="3437772" y="3387266"/>
                      <a:pt x="3924976" y="3386980"/>
                      <a:pt x="4412275" y="3386885"/>
                    </a:cubicBezTo>
                    <a:cubicBezTo>
                      <a:pt x="4646971" y="3386885"/>
                      <a:pt x="4802038" y="3232009"/>
                      <a:pt x="4802133" y="2996551"/>
                    </a:cubicBezTo>
                    <a:cubicBezTo>
                      <a:pt x="4802419" y="2190259"/>
                      <a:pt x="4802324" y="1383968"/>
                      <a:pt x="4802133" y="577677"/>
                    </a:cubicBezTo>
                    <a:cubicBezTo>
                      <a:pt x="4802133" y="346315"/>
                      <a:pt x="4641637" y="186009"/>
                      <a:pt x="4411037" y="185914"/>
                    </a:cubicBezTo>
                    <a:cubicBezTo>
                      <a:pt x="3142878" y="185532"/>
                      <a:pt x="1874815" y="185152"/>
                      <a:pt x="606656" y="184770"/>
                    </a:cubicBezTo>
                    <a:cubicBezTo>
                      <a:pt x="554364" y="184770"/>
                      <a:pt x="502548" y="188390"/>
                      <a:pt x="452351" y="203916"/>
                    </a:cubicBezTo>
                    <a:cubicBezTo>
                      <a:pt x="280044" y="257256"/>
                      <a:pt x="186699" y="396511"/>
                      <a:pt x="186794" y="602442"/>
                    </a:cubicBezTo>
                    <a:cubicBezTo>
                      <a:pt x="186890" y="1399208"/>
                      <a:pt x="189747" y="2195974"/>
                      <a:pt x="186509" y="2992741"/>
                    </a:cubicBezTo>
                    <a:cubicBezTo>
                      <a:pt x="185556" y="3219817"/>
                      <a:pt x="357673" y="3392219"/>
                      <a:pt x="584368" y="3388790"/>
                    </a:cubicBezTo>
                    <a:cubicBezTo>
                      <a:pt x="1001753" y="3382408"/>
                      <a:pt x="1419234" y="3386980"/>
                      <a:pt x="1836715" y="3386980"/>
                    </a:cubicBezTo>
                    <a:cubicBezTo>
                      <a:pt x="1847859" y="3386980"/>
                      <a:pt x="1859003" y="3387742"/>
                      <a:pt x="1870052" y="3386885"/>
                    </a:cubicBezTo>
                    <a:cubicBezTo>
                      <a:pt x="1890817" y="3385361"/>
                      <a:pt x="1897484" y="3394029"/>
                      <a:pt x="1896341" y="3414793"/>
                    </a:cubicBezTo>
                    <a:cubicBezTo>
                      <a:pt x="1887959" y="3569955"/>
                      <a:pt x="1880054" y="3725213"/>
                      <a:pt x="1872910" y="3880376"/>
                    </a:cubicBezTo>
                    <a:cubicBezTo>
                      <a:pt x="1867385" y="4000105"/>
                      <a:pt x="1863194" y="4119834"/>
                      <a:pt x="1858051" y="4248517"/>
                    </a:cubicBezTo>
                    <a:close/>
                  </a:path>
                </a:pathLst>
              </a:custGeom>
              <a:solidFill>
                <a:schemeClr val="tx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94DBFFE3-64B1-EDD8-4378-E9EA2DC79FD8}"/>
                  </a:ext>
                </a:extLst>
              </p:cNvPr>
              <p:cNvSpPr/>
              <p:nvPr/>
            </p:nvSpPr>
            <p:spPr>
              <a:xfrm>
                <a:off x="4720958" y="2633915"/>
                <a:ext cx="596978" cy="596883"/>
              </a:xfrm>
              <a:custGeom>
                <a:avLst/>
                <a:gdLst>
                  <a:gd name="connsiteX0" fmla="*/ 596945 w 596978"/>
                  <a:gd name="connsiteY0" fmla="*/ 303690 h 596883"/>
                  <a:gd name="connsiteX1" fmla="*/ 296336 w 596978"/>
                  <a:gd name="connsiteY1" fmla="*/ 596870 h 596883"/>
                  <a:gd name="connsiteX2" fmla="*/ 13 w 596978"/>
                  <a:gd name="connsiteY2" fmla="*/ 298737 h 596883"/>
                  <a:gd name="connsiteX3" fmla="*/ 301384 w 596978"/>
                  <a:gd name="connsiteY3" fmla="*/ 33 h 596883"/>
                  <a:gd name="connsiteX4" fmla="*/ 596945 w 596978"/>
                  <a:gd name="connsiteY4" fmla="*/ 303785 h 5968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978" h="596883">
                    <a:moveTo>
                      <a:pt x="596945" y="303690"/>
                    </a:moveTo>
                    <a:cubicBezTo>
                      <a:pt x="591325" y="460186"/>
                      <a:pt x="477977" y="595060"/>
                      <a:pt x="296336" y="596870"/>
                    </a:cubicBezTo>
                    <a:cubicBezTo>
                      <a:pt x="132506" y="598489"/>
                      <a:pt x="-1511" y="458567"/>
                      <a:pt x="13" y="298737"/>
                    </a:cubicBezTo>
                    <a:cubicBezTo>
                      <a:pt x="1632" y="134526"/>
                      <a:pt x="139840" y="-2443"/>
                      <a:pt x="301384" y="33"/>
                    </a:cubicBezTo>
                    <a:cubicBezTo>
                      <a:pt x="465976" y="2510"/>
                      <a:pt x="599421" y="139574"/>
                      <a:pt x="596945" y="303785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74F18E2D-88AE-FA4F-0143-1615CB62DA89}"/>
                  </a:ext>
                </a:extLst>
              </p:cNvPr>
              <p:cNvSpPr/>
              <p:nvPr/>
            </p:nvSpPr>
            <p:spPr>
              <a:xfrm>
                <a:off x="5796675" y="2633930"/>
                <a:ext cx="596789" cy="595901"/>
              </a:xfrm>
              <a:custGeom>
                <a:avLst/>
                <a:gdLst>
                  <a:gd name="connsiteX0" fmla="*/ 596790 w 596789"/>
                  <a:gd name="connsiteY0" fmla="*/ 298912 h 595901"/>
                  <a:gd name="connsiteX1" fmla="*/ 301229 w 596789"/>
                  <a:gd name="connsiteY1" fmla="*/ 595902 h 595901"/>
                  <a:gd name="connsiteX2" fmla="*/ 49 w 596789"/>
                  <a:gd name="connsiteY2" fmla="*/ 294055 h 595901"/>
                  <a:gd name="connsiteX3" fmla="*/ 296562 w 596789"/>
                  <a:gd name="connsiteY3" fmla="*/ 18 h 595901"/>
                  <a:gd name="connsiteX4" fmla="*/ 596790 w 596789"/>
                  <a:gd name="connsiteY4" fmla="*/ 298912 h 5959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789" h="595901">
                    <a:moveTo>
                      <a:pt x="596790" y="298912"/>
                    </a:moveTo>
                    <a:cubicBezTo>
                      <a:pt x="592980" y="462647"/>
                      <a:pt x="476965" y="595997"/>
                      <a:pt x="301229" y="595902"/>
                    </a:cubicBezTo>
                    <a:cubicBezTo>
                      <a:pt x="118921" y="595807"/>
                      <a:pt x="3382" y="464362"/>
                      <a:pt x="49" y="294055"/>
                    </a:cubicBezTo>
                    <a:cubicBezTo>
                      <a:pt x="-2999" y="137845"/>
                      <a:pt x="137685" y="1828"/>
                      <a:pt x="296562" y="18"/>
                    </a:cubicBezTo>
                    <a:cubicBezTo>
                      <a:pt x="460011" y="-1792"/>
                      <a:pt x="596409" y="134035"/>
                      <a:pt x="596790" y="298912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2B3C558D-ED08-7B92-41BF-CDEE682D9B1E}"/>
                  </a:ext>
                </a:extLst>
              </p:cNvPr>
              <p:cNvSpPr/>
              <p:nvPr/>
            </p:nvSpPr>
            <p:spPr>
              <a:xfrm>
                <a:off x="6873279" y="2634036"/>
                <a:ext cx="596320" cy="595911"/>
              </a:xfrm>
              <a:custGeom>
                <a:avLst/>
                <a:gdLst>
                  <a:gd name="connsiteX0" fmla="*/ 596226 w 596320"/>
                  <a:gd name="connsiteY0" fmla="*/ 299283 h 595911"/>
                  <a:gd name="connsiteX1" fmla="*/ 300188 w 596320"/>
                  <a:gd name="connsiteY1" fmla="*/ 595891 h 595911"/>
                  <a:gd name="connsiteX2" fmla="*/ 56 w 596320"/>
                  <a:gd name="connsiteY2" fmla="*/ 298330 h 595911"/>
                  <a:gd name="connsiteX3" fmla="*/ 296283 w 596320"/>
                  <a:gd name="connsiteY3" fmla="*/ 7 h 595911"/>
                  <a:gd name="connsiteX4" fmla="*/ 596321 w 596320"/>
                  <a:gd name="connsiteY4" fmla="*/ 299378 h 595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320" h="595911">
                    <a:moveTo>
                      <a:pt x="596226" y="299283"/>
                    </a:moveTo>
                    <a:cubicBezTo>
                      <a:pt x="592130" y="447873"/>
                      <a:pt x="491546" y="593796"/>
                      <a:pt x="300188" y="595891"/>
                    </a:cubicBezTo>
                    <a:cubicBezTo>
                      <a:pt x="125595" y="597796"/>
                      <a:pt x="3389" y="467875"/>
                      <a:pt x="56" y="298330"/>
                    </a:cubicBezTo>
                    <a:cubicBezTo>
                      <a:pt x="-3183" y="137548"/>
                      <a:pt x="135501" y="1150"/>
                      <a:pt x="296283" y="7"/>
                    </a:cubicBezTo>
                    <a:cubicBezTo>
                      <a:pt x="459732" y="-1136"/>
                      <a:pt x="596035" y="134786"/>
                      <a:pt x="596321" y="299378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D43BF19A-E0E4-AE3D-4EA5-127938EBE6F0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82835" y="5352224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D7895B3F-6B85-6111-DE9F-8D5A3E7DF21B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54315" y="4955135"/>
              <a:ext cx="0" cy="1297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81D1154-8168-9D7D-421C-BDB7B6087B87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459467" y="4929690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9" name="Rectangle 48">
            <a:extLst>
              <a:ext uri="{FF2B5EF4-FFF2-40B4-BE49-F238E27FC236}">
                <a16:creationId xmlns:a16="http://schemas.microsoft.com/office/drawing/2014/main" id="{0983A465-5413-AA17-23C3-A1B0C032CBD3}"/>
              </a:ext>
            </a:extLst>
          </p:cNvPr>
          <p:cNvSpPr/>
          <p:nvPr/>
        </p:nvSpPr>
        <p:spPr>
          <a:xfrm>
            <a:off x="1332393" y="2049194"/>
            <a:ext cx="7756229" cy="49945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bg2"/>
                </a:solidFill>
              </a:rPr>
              <a:t>Southeast region </a:t>
            </a:r>
            <a:r>
              <a:rPr lang="en-US" sz="1400" dirty="0">
                <a:solidFill>
                  <a:schemeClr val="bg2"/>
                </a:solidFill>
              </a:rPr>
              <a:t>generated the highest overall sales contribution.</a:t>
            </a:r>
            <a:endParaRPr lang="en-GB" sz="1400" dirty="0">
              <a:solidFill>
                <a:schemeClr val="bg2"/>
              </a:solidFill>
            </a:endParaRP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7679A090-EF8A-20A3-AC8C-E4941FB158FB}"/>
              </a:ext>
            </a:extLst>
          </p:cNvPr>
          <p:cNvGrpSpPr/>
          <p:nvPr/>
        </p:nvGrpSpPr>
        <p:grpSpPr>
          <a:xfrm>
            <a:off x="674866" y="1963274"/>
            <a:ext cx="439887" cy="671294"/>
            <a:chOff x="10426431" y="4929690"/>
            <a:chExt cx="483876" cy="738423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6BEB8C28-F3EB-10B8-62F2-E670E3B9DC42}"/>
                </a:ext>
              </a:extLst>
            </p:cNvPr>
            <p:cNvGrpSpPr/>
            <p:nvPr/>
          </p:nvGrpSpPr>
          <p:grpSpPr>
            <a:xfrm rot="1800000">
              <a:off x="10426431" y="5068636"/>
              <a:ext cx="483876" cy="452436"/>
              <a:chOff x="3600440" y="1095389"/>
              <a:chExt cx="4990540" cy="4666282"/>
            </a:xfrm>
          </p:grpSpPr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603E88D6-80B3-5B68-EA18-E3934026F040}"/>
                  </a:ext>
                </a:extLst>
              </p:cNvPr>
              <p:cNvSpPr/>
              <p:nvPr/>
            </p:nvSpPr>
            <p:spPr>
              <a:xfrm>
                <a:off x="3600440" y="1095389"/>
                <a:ext cx="4990540" cy="4666282"/>
              </a:xfrm>
              <a:custGeom>
                <a:avLst/>
                <a:gdLst>
                  <a:gd name="connsiteX0" fmla="*/ 1649930 w 4990540"/>
                  <a:gd name="connsiteY0" fmla="*/ 4666283 h 4666282"/>
                  <a:gd name="connsiteX1" fmla="*/ 1674504 w 4990540"/>
                  <a:gd name="connsiteY1" fmla="*/ 4129359 h 4666282"/>
                  <a:gd name="connsiteX2" fmla="*/ 1698793 w 4990540"/>
                  <a:gd name="connsiteY2" fmla="*/ 3606532 h 4666282"/>
                  <a:gd name="connsiteX3" fmla="*/ 1655549 w 4990540"/>
                  <a:gd name="connsiteY3" fmla="*/ 3576623 h 4666282"/>
                  <a:gd name="connsiteX4" fmla="*/ 898312 w 4990540"/>
                  <a:gd name="connsiteY4" fmla="*/ 3576623 h 4666282"/>
                  <a:gd name="connsiteX5" fmla="*/ 564937 w 4990540"/>
                  <a:gd name="connsiteY5" fmla="*/ 3576433 h 4666282"/>
                  <a:gd name="connsiteX6" fmla="*/ 295 w 4990540"/>
                  <a:gd name="connsiteY6" fmla="*/ 3013029 h 4666282"/>
                  <a:gd name="connsiteX7" fmla="*/ 9 w 4990540"/>
                  <a:gd name="connsiteY7" fmla="*/ 565199 h 4666282"/>
                  <a:gd name="connsiteX8" fmla="*/ 557888 w 4990540"/>
                  <a:gd name="connsiteY8" fmla="*/ 747 h 4666282"/>
                  <a:gd name="connsiteX9" fmla="*/ 2691393 w 4990540"/>
                  <a:gd name="connsiteY9" fmla="*/ 271 h 4666282"/>
                  <a:gd name="connsiteX10" fmla="*/ 4419990 w 4990540"/>
                  <a:gd name="connsiteY10" fmla="*/ 462 h 4666282"/>
                  <a:gd name="connsiteX11" fmla="*/ 4967011 w 4990540"/>
                  <a:gd name="connsiteY11" fmla="*/ 398797 h 4666282"/>
                  <a:gd name="connsiteX12" fmla="*/ 4989014 w 4990540"/>
                  <a:gd name="connsiteY12" fmla="*/ 577010 h 4666282"/>
                  <a:gd name="connsiteX13" fmla="*/ 4990538 w 4990540"/>
                  <a:gd name="connsiteY13" fmla="*/ 2995979 h 4666282"/>
                  <a:gd name="connsiteX14" fmla="*/ 4554864 w 4990540"/>
                  <a:gd name="connsiteY14" fmla="*/ 3561669 h 4666282"/>
                  <a:gd name="connsiteX15" fmla="*/ 4418181 w 4990540"/>
                  <a:gd name="connsiteY15" fmla="*/ 3576814 h 4666282"/>
                  <a:gd name="connsiteX16" fmla="*/ 3023054 w 4990540"/>
                  <a:gd name="connsiteY16" fmla="*/ 3575671 h 4666282"/>
                  <a:gd name="connsiteX17" fmla="*/ 2924946 w 4990540"/>
                  <a:gd name="connsiteY17" fmla="*/ 3611866 h 4666282"/>
                  <a:gd name="connsiteX18" fmla="*/ 1684220 w 4990540"/>
                  <a:gd name="connsiteY18" fmla="*/ 4642756 h 4666282"/>
                  <a:gd name="connsiteX19" fmla="*/ 1649930 w 4990540"/>
                  <a:gd name="connsiteY19" fmla="*/ 4666283 h 4666282"/>
                  <a:gd name="connsiteX20" fmla="*/ 1858051 w 4990540"/>
                  <a:gd name="connsiteY20" fmla="*/ 4248612 h 4666282"/>
                  <a:gd name="connsiteX21" fmla="*/ 1898532 w 4990540"/>
                  <a:gd name="connsiteY21" fmla="*/ 4219465 h 4666282"/>
                  <a:gd name="connsiteX22" fmla="*/ 2864843 w 4990540"/>
                  <a:gd name="connsiteY22" fmla="*/ 3416984 h 4666282"/>
                  <a:gd name="connsiteX23" fmla="*/ 2950473 w 4990540"/>
                  <a:gd name="connsiteY23" fmla="*/ 3386218 h 4666282"/>
                  <a:gd name="connsiteX24" fmla="*/ 4412275 w 4990540"/>
                  <a:gd name="connsiteY24" fmla="*/ 3386885 h 4666282"/>
                  <a:gd name="connsiteX25" fmla="*/ 4802133 w 4990540"/>
                  <a:gd name="connsiteY25" fmla="*/ 2996551 h 4666282"/>
                  <a:gd name="connsiteX26" fmla="*/ 4802133 w 4990540"/>
                  <a:gd name="connsiteY26" fmla="*/ 577677 h 4666282"/>
                  <a:gd name="connsiteX27" fmla="*/ 4411037 w 4990540"/>
                  <a:gd name="connsiteY27" fmla="*/ 185914 h 4666282"/>
                  <a:gd name="connsiteX28" fmla="*/ 606656 w 4990540"/>
                  <a:gd name="connsiteY28" fmla="*/ 184770 h 4666282"/>
                  <a:gd name="connsiteX29" fmla="*/ 452351 w 4990540"/>
                  <a:gd name="connsiteY29" fmla="*/ 203916 h 4666282"/>
                  <a:gd name="connsiteX30" fmla="*/ 186794 w 4990540"/>
                  <a:gd name="connsiteY30" fmla="*/ 602442 h 4666282"/>
                  <a:gd name="connsiteX31" fmla="*/ 186509 w 4990540"/>
                  <a:gd name="connsiteY31" fmla="*/ 2992741 h 4666282"/>
                  <a:gd name="connsiteX32" fmla="*/ 584368 w 4990540"/>
                  <a:gd name="connsiteY32" fmla="*/ 3388790 h 4666282"/>
                  <a:gd name="connsiteX33" fmla="*/ 1836715 w 4990540"/>
                  <a:gd name="connsiteY33" fmla="*/ 3386980 h 4666282"/>
                  <a:gd name="connsiteX34" fmla="*/ 1870052 w 4990540"/>
                  <a:gd name="connsiteY34" fmla="*/ 3386885 h 4666282"/>
                  <a:gd name="connsiteX35" fmla="*/ 1896341 w 4990540"/>
                  <a:gd name="connsiteY35" fmla="*/ 3414793 h 4666282"/>
                  <a:gd name="connsiteX36" fmla="*/ 1872910 w 4990540"/>
                  <a:gd name="connsiteY36" fmla="*/ 3880376 h 4666282"/>
                  <a:gd name="connsiteX37" fmla="*/ 1858051 w 4990540"/>
                  <a:gd name="connsiteY37" fmla="*/ 4248517 h 46662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4990540" h="4666282">
                    <a:moveTo>
                      <a:pt x="1649930" y="4666283"/>
                    </a:moveTo>
                    <a:cubicBezTo>
                      <a:pt x="1658407" y="4480927"/>
                      <a:pt x="1666503" y="4305190"/>
                      <a:pt x="1674504" y="4129359"/>
                    </a:cubicBezTo>
                    <a:cubicBezTo>
                      <a:pt x="1682410" y="3955051"/>
                      <a:pt x="1689649" y="3780744"/>
                      <a:pt x="1698793" y="3606532"/>
                    </a:cubicBezTo>
                    <a:cubicBezTo>
                      <a:pt x="1700793" y="3568051"/>
                      <a:pt x="1675933" y="3576718"/>
                      <a:pt x="1655549" y="3576623"/>
                    </a:cubicBezTo>
                    <a:cubicBezTo>
                      <a:pt x="1403137" y="3576433"/>
                      <a:pt x="1150724" y="3576623"/>
                      <a:pt x="898312" y="3576623"/>
                    </a:cubicBezTo>
                    <a:cubicBezTo>
                      <a:pt x="787155" y="3576623"/>
                      <a:pt x="676094" y="3577195"/>
                      <a:pt x="564937" y="3576433"/>
                    </a:cubicBezTo>
                    <a:cubicBezTo>
                      <a:pt x="215846" y="3573956"/>
                      <a:pt x="-1039" y="3291349"/>
                      <a:pt x="295" y="3013029"/>
                    </a:cubicBezTo>
                    <a:cubicBezTo>
                      <a:pt x="4295" y="2197117"/>
                      <a:pt x="4772" y="1381111"/>
                      <a:pt x="9" y="565199"/>
                    </a:cubicBezTo>
                    <a:cubicBezTo>
                      <a:pt x="-1610" y="288307"/>
                      <a:pt x="214988" y="1319"/>
                      <a:pt x="557888" y="747"/>
                    </a:cubicBezTo>
                    <a:cubicBezTo>
                      <a:pt x="1269120" y="-586"/>
                      <a:pt x="1980257" y="271"/>
                      <a:pt x="2691393" y="271"/>
                    </a:cubicBezTo>
                    <a:cubicBezTo>
                      <a:pt x="3267560" y="271"/>
                      <a:pt x="3843823" y="-110"/>
                      <a:pt x="4419990" y="462"/>
                    </a:cubicBezTo>
                    <a:cubicBezTo>
                      <a:pt x="4682499" y="747"/>
                      <a:pt x="4890239" y="153433"/>
                      <a:pt x="4967011" y="398797"/>
                    </a:cubicBezTo>
                    <a:cubicBezTo>
                      <a:pt x="4985299" y="457090"/>
                      <a:pt x="4988919" y="517002"/>
                      <a:pt x="4989014" y="577010"/>
                    </a:cubicBezTo>
                    <a:cubicBezTo>
                      <a:pt x="4989680" y="1383301"/>
                      <a:pt x="4988347" y="2189688"/>
                      <a:pt x="4990538" y="2995979"/>
                    </a:cubicBezTo>
                    <a:cubicBezTo>
                      <a:pt x="4991395" y="3301732"/>
                      <a:pt x="4790322" y="3510710"/>
                      <a:pt x="4554864" y="3561669"/>
                    </a:cubicBezTo>
                    <a:cubicBezTo>
                      <a:pt x="4510097" y="3571384"/>
                      <a:pt x="4464472" y="3576909"/>
                      <a:pt x="4418181" y="3576814"/>
                    </a:cubicBezTo>
                    <a:cubicBezTo>
                      <a:pt x="3953170" y="3576433"/>
                      <a:pt x="3488064" y="3577004"/>
                      <a:pt x="3023054" y="3575671"/>
                    </a:cubicBezTo>
                    <a:cubicBezTo>
                      <a:pt x="2983620" y="3575576"/>
                      <a:pt x="2954569" y="3587196"/>
                      <a:pt x="2924946" y="3611866"/>
                    </a:cubicBezTo>
                    <a:cubicBezTo>
                      <a:pt x="2511847" y="3956099"/>
                      <a:pt x="2097986" y="4299380"/>
                      <a:pt x="1684220" y="4642756"/>
                    </a:cubicBezTo>
                    <a:cubicBezTo>
                      <a:pt x="1676123" y="4649519"/>
                      <a:pt x="1666694" y="4654853"/>
                      <a:pt x="1649930" y="4666283"/>
                    </a:cubicBezTo>
                    <a:close/>
                    <a:moveTo>
                      <a:pt x="1858051" y="4248612"/>
                    </a:moveTo>
                    <a:cubicBezTo>
                      <a:pt x="1876529" y="4235372"/>
                      <a:pt x="1888150" y="4228133"/>
                      <a:pt x="1898532" y="4219465"/>
                    </a:cubicBezTo>
                    <a:cubicBezTo>
                      <a:pt x="2220858" y="3952194"/>
                      <a:pt x="2543184" y="3685018"/>
                      <a:pt x="2864843" y="3416984"/>
                    </a:cubicBezTo>
                    <a:cubicBezTo>
                      <a:pt x="2890751" y="3395362"/>
                      <a:pt x="2916469" y="3386218"/>
                      <a:pt x="2950473" y="3386218"/>
                    </a:cubicBezTo>
                    <a:cubicBezTo>
                      <a:pt x="3437772" y="3387266"/>
                      <a:pt x="3924976" y="3386980"/>
                      <a:pt x="4412275" y="3386885"/>
                    </a:cubicBezTo>
                    <a:cubicBezTo>
                      <a:pt x="4646971" y="3386885"/>
                      <a:pt x="4802038" y="3232009"/>
                      <a:pt x="4802133" y="2996551"/>
                    </a:cubicBezTo>
                    <a:cubicBezTo>
                      <a:pt x="4802419" y="2190259"/>
                      <a:pt x="4802324" y="1383968"/>
                      <a:pt x="4802133" y="577677"/>
                    </a:cubicBezTo>
                    <a:cubicBezTo>
                      <a:pt x="4802133" y="346315"/>
                      <a:pt x="4641637" y="186009"/>
                      <a:pt x="4411037" y="185914"/>
                    </a:cubicBezTo>
                    <a:cubicBezTo>
                      <a:pt x="3142878" y="185532"/>
                      <a:pt x="1874815" y="185152"/>
                      <a:pt x="606656" y="184770"/>
                    </a:cubicBezTo>
                    <a:cubicBezTo>
                      <a:pt x="554364" y="184770"/>
                      <a:pt x="502548" y="188390"/>
                      <a:pt x="452351" y="203916"/>
                    </a:cubicBezTo>
                    <a:cubicBezTo>
                      <a:pt x="280044" y="257256"/>
                      <a:pt x="186699" y="396511"/>
                      <a:pt x="186794" y="602442"/>
                    </a:cubicBezTo>
                    <a:cubicBezTo>
                      <a:pt x="186890" y="1399208"/>
                      <a:pt x="189747" y="2195974"/>
                      <a:pt x="186509" y="2992741"/>
                    </a:cubicBezTo>
                    <a:cubicBezTo>
                      <a:pt x="185556" y="3219817"/>
                      <a:pt x="357673" y="3392219"/>
                      <a:pt x="584368" y="3388790"/>
                    </a:cubicBezTo>
                    <a:cubicBezTo>
                      <a:pt x="1001753" y="3382408"/>
                      <a:pt x="1419234" y="3386980"/>
                      <a:pt x="1836715" y="3386980"/>
                    </a:cubicBezTo>
                    <a:cubicBezTo>
                      <a:pt x="1847859" y="3386980"/>
                      <a:pt x="1859003" y="3387742"/>
                      <a:pt x="1870052" y="3386885"/>
                    </a:cubicBezTo>
                    <a:cubicBezTo>
                      <a:pt x="1890817" y="3385361"/>
                      <a:pt x="1897484" y="3394029"/>
                      <a:pt x="1896341" y="3414793"/>
                    </a:cubicBezTo>
                    <a:cubicBezTo>
                      <a:pt x="1887959" y="3569955"/>
                      <a:pt x="1880054" y="3725213"/>
                      <a:pt x="1872910" y="3880376"/>
                    </a:cubicBezTo>
                    <a:cubicBezTo>
                      <a:pt x="1867385" y="4000105"/>
                      <a:pt x="1863194" y="4119834"/>
                      <a:pt x="1858051" y="4248517"/>
                    </a:cubicBezTo>
                    <a:close/>
                  </a:path>
                </a:pathLst>
              </a:custGeom>
              <a:solidFill>
                <a:schemeClr val="tx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A6E155DF-36B4-9F07-826B-7E373BCB0247}"/>
                  </a:ext>
                </a:extLst>
              </p:cNvPr>
              <p:cNvSpPr/>
              <p:nvPr/>
            </p:nvSpPr>
            <p:spPr>
              <a:xfrm>
                <a:off x="4720958" y="2633915"/>
                <a:ext cx="596978" cy="596883"/>
              </a:xfrm>
              <a:custGeom>
                <a:avLst/>
                <a:gdLst>
                  <a:gd name="connsiteX0" fmla="*/ 596945 w 596978"/>
                  <a:gd name="connsiteY0" fmla="*/ 303690 h 596883"/>
                  <a:gd name="connsiteX1" fmla="*/ 296336 w 596978"/>
                  <a:gd name="connsiteY1" fmla="*/ 596870 h 596883"/>
                  <a:gd name="connsiteX2" fmla="*/ 13 w 596978"/>
                  <a:gd name="connsiteY2" fmla="*/ 298737 h 596883"/>
                  <a:gd name="connsiteX3" fmla="*/ 301384 w 596978"/>
                  <a:gd name="connsiteY3" fmla="*/ 33 h 596883"/>
                  <a:gd name="connsiteX4" fmla="*/ 596945 w 596978"/>
                  <a:gd name="connsiteY4" fmla="*/ 303785 h 5968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978" h="596883">
                    <a:moveTo>
                      <a:pt x="596945" y="303690"/>
                    </a:moveTo>
                    <a:cubicBezTo>
                      <a:pt x="591325" y="460186"/>
                      <a:pt x="477977" y="595060"/>
                      <a:pt x="296336" y="596870"/>
                    </a:cubicBezTo>
                    <a:cubicBezTo>
                      <a:pt x="132506" y="598489"/>
                      <a:pt x="-1511" y="458567"/>
                      <a:pt x="13" y="298737"/>
                    </a:cubicBezTo>
                    <a:cubicBezTo>
                      <a:pt x="1632" y="134526"/>
                      <a:pt x="139840" y="-2443"/>
                      <a:pt x="301384" y="33"/>
                    </a:cubicBezTo>
                    <a:cubicBezTo>
                      <a:pt x="465976" y="2510"/>
                      <a:pt x="599421" y="139574"/>
                      <a:pt x="596945" y="303785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042F76A9-1743-711E-20DA-E65308FF4FC4}"/>
                  </a:ext>
                </a:extLst>
              </p:cNvPr>
              <p:cNvSpPr/>
              <p:nvPr/>
            </p:nvSpPr>
            <p:spPr>
              <a:xfrm>
                <a:off x="5796675" y="2633930"/>
                <a:ext cx="596789" cy="595901"/>
              </a:xfrm>
              <a:custGeom>
                <a:avLst/>
                <a:gdLst>
                  <a:gd name="connsiteX0" fmla="*/ 596790 w 596789"/>
                  <a:gd name="connsiteY0" fmla="*/ 298912 h 595901"/>
                  <a:gd name="connsiteX1" fmla="*/ 301229 w 596789"/>
                  <a:gd name="connsiteY1" fmla="*/ 595902 h 595901"/>
                  <a:gd name="connsiteX2" fmla="*/ 49 w 596789"/>
                  <a:gd name="connsiteY2" fmla="*/ 294055 h 595901"/>
                  <a:gd name="connsiteX3" fmla="*/ 296562 w 596789"/>
                  <a:gd name="connsiteY3" fmla="*/ 18 h 595901"/>
                  <a:gd name="connsiteX4" fmla="*/ 596790 w 596789"/>
                  <a:gd name="connsiteY4" fmla="*/ 298912 h 5959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789" h="595901">
                    <a:moveTo>
                      <a:pt x="596790" y="298912"/>
                    </a:moveTo>
                    <a:cubicBezTo>
                      <a:pt x="592980" y="462647"/>
                      <a:pt x="476965" y="595997"/>
                      <a:pt x="301229" y="595902"/>
                    </a:cubicBezTo>
                    <a:cubicBezTo>
                      <a:pt x="118921" y="595807"/>
                      <a:pt x="3382" y="464362"/>
                      <a:pt x="49" y="294055"/>
                    </a:cubicBezTo>
                    <a:cubicBezTo>
                      <a:pt x="-2999" y="137845"/>
                      <a:pt x="137685" y="1828"/>
                      <a:pt x="296562" y="18"/>
                    </a:cubicBezTo>
                    <a:cubicBezTo>
                      <a:pt x="460011" y="-1792"/>
                      <a:pt x="596409" y="134035"/>
                      <a:pt x="596790" y="298912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C55BF332-D0F0-8C2B-1D96-9594E6A467B1}"/>
                  </a:ext>
                </a:extLst>
              </p:cNvPr>
              <p:cNvSpPr/>
              <p:nvPr/>
            </p:nvSpPr>
            <p:spPr>
              <a:xfrm>
                <a:off x="6873279" y="2634036"/>
                <a:ext cx="596320" cy="595911"/>
              </a:xfrm>
              <a:custGeom>
                <a:avLst/>
                <a:gdLst>
                  <a:gd name="connsiteX0" fmla="*/ 596226 w 596320"/>
                  <a:gd name="connsiteY0" fmla="*/ 299283 h 595911"/>
                  <a:gd name="connsiteX1" fmla="*/ 300188 w 596320"/>
                  <a:gd name="connsiteY1" fmla="*/ 595891 h 595911"/>
                  <a:gd name="connsiteX2" fmla="*/ 56 w 596320"/>
                  <a:gd name="connsiteY2" fmla="*/ 298330 h 595911"/>
                  <a:gd name="connsiteX3" fmla="*/ 296283 w 596320"/>
                  <a:gd name="connsiteY3" fmla="*/ 7 h 595911"/>
                  <a:gd name="connsiteX4" fmla="*/ 596321 w 596320"/>
                  <a:gd name="connsiteY4" fmla="*/ 299378 h 595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320" h="595911">
                    <a:moveTo>
                      <a:pt x="596226" y="299283"/>
                    </a:moveTo>
                    <a:cubicBezTo>
                      <a:pt x="592130" y="447873"/>
                      <a:pt x="491546" y="593796"/>
                      <a:pt x="300188" y="595891"/>
                    </a:cubicBezTo>
                    <a:cubicBezTo>
                      <a:pt x="125595" y="597796"/>
                      <a:pt x="3389" y="467875"/>
                      <a:pt x="56" y="298330"/>
                    </a:cubicBezTo>
                    <a:cubicBezTo>
                      <a:pt x="-3183" y="137548"/>
                      <a:pt x="135501" y="1150"/>
                      <a:pt x="296283" y="7"/>
                    </a:cubicBezTo>
                    <a:cubicBezTo>
                      <a:pt x="459732" y="-1136"/>
                      <a:pt x="596035" y="134786"/>
                      <a:pt x="596321" y="299378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62580B03-815B-75C8-72C1-E963A5369A71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82835" y="5352224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E9AA4C7C-4A05-CC43-3E60-B68DE1928AF3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54315" y="4955135"/>
              <a:ext cx="0" cy="1297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170C1C67-94B0-0765-DAE3-7EE68C1377D5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459467" y="4929690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A733AD98-DA54-1AB1-3F8B-0CABFE309CD7}"/>
              </a:ext>
            </a:extLst>
          </p:cNvPr>
          <p:cNvSpPr/>
          <p:nvPr/>
        </p:nvSpPr>
        <p:spPr>
          <a:xfrm>
            <a:off x="1351540" y="5184892"/>
            <a:ext cx="7756229" cy="49945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bg2"/>
                </a:solidFill>
              </a:rPr>
              <a:t>Sales forecasts indicated continued </a:t>
            </a:r>
            <a:r>
              <a:rPr lang="en-US" sz="1400" b="1" dirty="0">
                <a:solidFill>
                  <a:schemeClr val="bg2"/>
                </a:solidFill>
              </a:rPr>
              <a:t>business growth potential</a:t>
            </a:r>
            <a:r>
              <a:rPr lang="en-US" sz="1400" dirty="0">
                <a:solidFill>
                  <a:schemeClr val="bg2"/>
                </a:solidFill>
              </a:rPr>
              <a:t>.</a:t>
            </a:r>
            <a:endParaRPr lang="en-GB" sz="1400" dirty="0">
              <a:solidFill>
                <a:schemeClr val="bg2"/>
              </a:solidFill>
            </a:endParaRPr>
          </a:p>
        </p:txBody>
      </p:sp>
      <p:grpSp>
        <p:nvGrpSpPr>
          <p:cNvPr id="97" name="Group 96">
            <a:extLst>
              <a:ext uri="{FF2B5EF4-FFF2-40B4-BE49-F238E27FC236}">
                <a16:creationId xmlns:a16="http://schemas.microsoft.com/office/drawing/2014/main" id="{FF034491-E2F4-9B44-EB54-4D1D0852B152}"/>
              </a:ext>
            </a:extLst>
          </p:cNvPr>
          <p:cNvGrpSpPr/>
          <p:nvPr/>
        </p:nvGrpSpPr>
        <p:grpSpPr>
          <a:xfrm>
            <a:off x="694013" y="5098972"/>
            <a:ext cx="439887" cy="671294"/>
            <a:chOff x="10426431" y="4929690"/>
            <a:chExt cx="483876" cy="738423"/>
          </a:xfrm>
        </p:grpSpPr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5CBFB5CA-B38B-CF25-77AB-8C4DC9907D90}"/>
                </a:ext>
              </a:extLst>
            </p:cNvPr>
            <p:cNvGrpSpPr/>
            <p:nvPr/>
          </p:nvGrpSpPr>
          <p:grpSpPr>
            <a:xfrm rot="1800000">
              <a:off x="10426431" y="5068636"/>
              <a:ext cx="483876" cy="452436"/>
              <a:chOff x="3600440" y="1095389"/>
              <a:chExt cx="4990540" cy="4666282"/>
            </a:xfrm>
          </p:grpSpPr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F900A073-E8F0-ADD8-8C8A-0316FD7813F0}"/>
                  </a:ext>
                </a:extLst>
              </p:cNvPr>
              <p:cNvSpPr/>
              <p:nvPr/>
            </p:nvSpPr>
            <p:spPr>
              <a:xfrm>
                <a:off x="3600440" y="1095389"/>
                <a:ext cx="4990540" cy="4666282"/>
              </a:xfrm>
              <a:custGeom>
                <a:avLst/>
                <a:gdLst>
                  <a:gd name="connsiteX0" fmla="*/ 1649930 w 4990540"/>
                  <a:gd name="connsiteY0" fmla="*/ 4666283 h 4666282"/>
                  <a:gd name="connsiteX1" fmla="*/ 1674504 w 4990540"/>
                  <a:gd name="connsiteY1" fmla="*/ 4129359 h 4666282"/>
                  <a:gd name="connsiteX2" fmla="*/ 1698793 w 4990540"/>
                  <a:gd name="connsiteY2" fmla="*/ 3606532 h 4666282"/>
                  <a:gd name="connsiteX3" fmla="*/ 1655549 w 4990540"/>
                  <a:gd name="connsiteY3" fmla="*/ 3576623 h 4666282"/>
                  <a:gd name="connsiteX4" fmla="*/ 898312 w 4990540"/>
                  <a:gd name="connsiteY4" fmla="*/ 3576623 h 4666282"/>
                  <a:gd name="connsiteX5" fmla="*/ 564937 w 4990540"/>
                  <a:gd name="connsiteY5" fmla="*/ 3576433 h 4666282"/>
                  <a:gd name="connsiteX6" fmla="*/ 295 w 4990540"/>
                  <a:gd name="connsiteY6" fmla="*/ 3013029 h 4666282"/>
                  <a:gd name="connsiteX7" fmla="*/ 9 w 4990540"/>
                  <a:gd name="connsiteY7" fmla="*/ 565199 h 4666282"/>
                  <a:gd name="connsiteX8" fmla="*/ 557888 w 4990540"/>
                  <a:gd name="connsiteY8" fmla="*/ 747 h 4666282"/>
                  <a:gd name="connsiteX9" fmla="*/ 2691393 w 4990540"/>
                  <a:gd name="connsiteY9" fmla="*/ 271 h 4666282"/>
                  <a:gd name="connsiteX10" fmla="*/ 4419990 w 4990540"/>
                  <a:gd name="connsiteY10" fmla="*/ 462 h 4666282"/>
                  <a:gd name="connsiteX11" fmla="*/ 4967011 w 4990540"/>
                  <a:gd name="connsiteY11" fmla="*/ 398797 h 4666282"/>
                  <a:gd name="connsiteX12" fmla="*/ 4989014 w 4990540"/>
                  <a:gd name="connsiteY12" fmla="*/ 577010 h 4666282"/>
                  <a:gd name="connsiteX13" fmla="*/ 4990538 w 4990540"/>
                  <a:gd name="connsiteY13" fmla="*/ 2995979 h 4666282"/>
                  <a:gd name="connsiteX14" fmla="*/ 4554864 w 4990540"/>
                  <a:gd name="connsiteY14" fmla="*/ 3561669 h 4666282"/>
                  <a:gd name="connsiteX15" fmla="*/ 4418181 w 4990540"/>
                  <a:gd name="connsiteY15" fmla="*/ 3576814 h 4666282"/>
                  <a:gd name="connsiteX16" fmla="*/ 3023054 w 4990540"/>
                  <a:gd name="connsiteY16" fmla="*/ 3575671 h 4666282"/>
                  <a:gd name="connsiteX17" fmla="*/ 2924946 w 4990540"/>
                  <a:gd name="connsiteY17" fmla="*/ 3611866 h 4666282"/>
                  <a:gd name="connsiteX18" fmla="*/ 1684220 w 4990540"/>
                  <a:gd name="connsiteY18" fmla="*/ 4642756 h 4666282"/>
                  <a:gd name="connsiteX19" fmla="*/ 1649930 w 4990540"/>
                  <a:gd name="connsiteY19" fmla="*/ 4666283 h 4666282"/>
                  <a:gd name="connsiteX20" fmla="*/ 1858051 w 4990540"/>
                  <a:gd name="connsiteY20" fmla="*/ 4248612 h 4666282"/>
                  <a:gd name="connsiteX21" fmla="*/ 1898532 w 4990540"/>
                  <a:gd name="connsiteY21" fmla="*/ 4219465 h 4666282"/>
                  <a:gd name="connsiteX22" fmla="*/ 2864843 w 4990540"/>
                  <a:gd name="connsiteY22" fmla="*/ 3416984 h 4666282"/>
                  <a:gd name="connsiteX23" fmla="*/ 2950473 w 4990540"/>
                  <a:gd name="connsiteY23" fmla="*/ 3386218 h 4666282"/>
                  <a:gd name="connsiteX24" fmla="*/ 4412275 w 4990540"/>
                  <a:gd name="connsiteY24" fmla="*/ 3386885 h 4666282"/>
                  <a:gd name="connsiteX25" fmla="*/ 4802133 w 4990540"/>
                  <a:gd name="connsiteY25" fmla="*/ 2996551 h 4666282"/>
                  <a:gd name="connsiteX26" fmla="*/ 4802133 w 4990540"/>
                  <a:gd name="connsiteY26" fmla="*/ 577677 h 4666282"/>
                  <a:gd name="connsiteX27" fmla="*/ 4411037 w 4990540"/>
                  <a:gd name="connsiteY27" fmla="*/ 185914 h 4666282"/>
                  <a:gd name="connsiteX28" fmla="*/ 606656 w 4990540"/>
                  <a:gd name="connsiteY28" fmla="*/ 184770 h 4666282"/>
                  <a:gd name="connsiteX29" fmla="*/ 452351 w 4990540"/>
                  <a:gd name="connsiteY29" fmla="*/ 203916 h 4666282"/>
                  <a:gd name="connsiteX30" fmla="*/ 186794 w 4990540"/>
                  <a:gd name="connsiteY30" fmla="*/ 602442 h 4666282"/>
                  <a:gd name="connsiteX31" fmla="*/ 186509 w 4990540"/>
                  <a:gd name="connsiteY31" fmla="*/ 2992741 h 4666282"/>
                  <a:gd name="connsiteX32" fmla="*/ 584368 w 4990540"/>
                  <a:gd name="connsiteY32" fmla="*/ 3388790 h 4666282"/>
                  <a:gd name="connsiteX33" fmla="*/ 1836715 w 4990540"/>
                  <a:gd name="connsiteY33" fmla="*/ 3386980 h 4666282"/>
                  <a:gd name="connsiteX34" fmla="*/ 1870052 w 4990540"/>
                  <a:gd name="connsiteY34" fmla="*/ 3386885 h 4666282"/>
                  <a:gd name="connsiteX35" fmla="*/ 1896341 w 4990540"/>
                  <a:gd name="connsiteY35" fmla="*/ 3414793 h 4666282"/>
                  <a:gd name="connsiteX36" fmla="*/ 1872910 w 4990540"/>
                  <a:gd name="connsiteY36" fmla="*/ 3880376 h 4666282"/>
                  <a:gd name="connsiteX37" fmla="*/ 1858051 w 4990540"/>
                  <a:gd name="connsiteY37" fmla="*/ 4248517 h 46662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4990540" h="4666282">
                    <a:moveTo>
                      <a:pt x="1649930" y="4666283"/>
                    </a:moveTo>
                    <a:cubicBezTo>
                      <a:pt x="1658407" y="4480927"/>
                      <a:pt x="1666503" y="4305190"/>
                      <a:pt x="1674504" y="4129359"/>
                    </a:cubicBezTo>
                    <a:cubicBezTo>
                      <a:pt x="1682410" y="3955051"/>
                      <a:pt x="1689649" y="3780744"/>
                      <a:pt x="1698793" y="3606532"/>
                    </a:cubicBezTo>
                    <a:cubicBezTo>
                      <a:pt x="1700793" y="3568051"/>
                      <a:pt x="1675933" y="3576718"/>
                      <a:pt x="1655549" y="3576623"/>
                    </a:cubicBezTo>
                    <a:cubicBezTo>
                      <a:pt x="1403137" y="3576433"/>
                      <a:pt x="1150724" y="3576623"/>
                      <a:pt x="898312" y="3576623"/>
                    </a:cubicBezTo>
                    <a:cubicBezTo>
                      <a:pt x="787155" y="3576623"/>
                      <a:pt x="676094" y="3577195"/>
                      <a:pt x="564937" y="3576433"/>
                    </a:cubicBezTo>
                    <a:cubicBezTo>
                      <a:pt x="215846" y="3573956"/>
                      <a:pt x="-1039" y="3291349"/>
                      <a:pt x="295" y="3013029"/>
                    </a:cubicBezTo>
                    <a:cubicBezTo>
                      <a:pt x="4295" y="2197117"/>
                      <a:pt x="4772" y="1381111"/>
                      <a:pt x="9" y="565199"/>
                    </a:cubicBezTo>
                    <a:cubicBezTo>
                      <a:pt x="-1610" y="288307"/>
                      <a:pt x="214988" y="1319"/>
                      <a:pt x="557888" y="747"/>
                    </a:cubicBezTo>
                    <a:cubicBezTo>
                      <a:pt x="1269120" y="-586"/>
                      <a:pt x="1980257" y="271"/>
                      <a:pt x="2691393" y="271"/>
                    </a:cubicBezTo>
                    <a:cubicBezTo>
                      <a:pt x="3267560" y="271"/>
                      <a:pt x="3843823" y="-110"/>
                      <a:pt x="4419990" y="462"/>
                    </a:cubicBezTo>
                    <a:cubicBezTo>
                      <a:pt x="4682499" y="747"/>
                      <a:pt x="4890239" y="153433"/>
                      <a:pt x="4967011" y="398797"/>
                    </a:cubicBezTo>
                    <a:cubicBezTo>
                      <a:pt x="4985299" y="457090"/>
                      <a:pt x="4988919" y="517002"/>
                      <a:pt x="4989014" y="577010"/>
                    </a:cubicBezTo>
                    <a:cubicBezTo>
                      <a:pt x="4989680" y="1383301"/>
                      <a:pt x="4988347" y="2189688"/>
                      <a:pt x="4990538" y="2995979"/>
                    </a:cubicBezTo>
                    <a:cubicBezTo>
                      <a:pt x="4991395" y="3301732"/>
                      <a:pt x="4790322" y="3510710"/>
                      <a:pt x="4554864" y="3561669"/>
                    </a:cubicBezTo>
                    <a:cubicBezTo>
                      <a:pt x="4510097" y="3571384"/>
                      <a:pt x="4464472" y="3576909"/>
                      <a:pt x="4418181" y="3576814"/>
                    </a:cubicBezTo>
                    <a:cubicBezTo>
                      <a:pt x="3953170" y="3576433"/>
                      <a:pt x="3488064" y="3577004"/>
                      <a:pt x="3023054" y="3575671"/>
                    </a:cubicBezTo>
                    <a:cubicBezTo>
                      <a:pt x="2983620" y="3575576"/>
                      <a:pt x="2954569" y="3587196"/>
                      <a:pt x="2924946" y="3611866"/>
                    </a:cubicBezTo>
                    <a:cubicBezTo>
                      <a:pt x="2511847" y="3956099"/>
                      <a:pt x="2097986" y="4299380"/>
                      <a:pt x="1684220" y="4642756"/>
                    </a:cubicBezTo>
                    <a:cubicBezTo>
                      <a:pt x="1676123" y="4649519"/>
                      <a:pt x="1666694" y="4654853"/>
                      <a:pt x="1649930" y="4666283"/>
                    </a:cubicBezTo>
                    <a:close/>
                    <a:moveTo>
                      <a:pt x="1858051" y="4248612"/>
                    </a:moveTo>
                    <a:cubicBezTo>
                      <a:pt x="1876529" y="4235372"/>
                      <a:pt x="1888150" y="4228133"/>
                      <a:pt x="1898532" y="4219465"/>
                    </a:cubicBezTo>
                    <a:cubicBezTo>
                      <a:pt x="2220858" y="3952194"/>
                      <a:pt x="2543184" y="3685018"/>
                      <a:pt x="2864843" y="3416984"/>
                    </a:cubicBezTo>
                    <a:cubicBezTo>
                      <a:pt x="2890751" y="3395362"/>
                      <a:pt x="2916469" y="3386218"/>
                      <a:pt x="2950473" y="3386218"/>
                    </a:cubicBezTo>
                    <a:cubicBezTo>
                      <a:pt x="3437772" y="3387266"/>
                      <a:pt x="3924976" y="3386980"/>
                      <a:pt x="4412275" y="3386885"/>
                    </a:cubicBezTo>
                    <a:cubicBezTo>
                      <a:pt x="4646971" y="3386885"/>
                      <a:pt x="4802038" y="3232009"/>
                      <a:pt x="4802133" y="2996551"/>
                    </a:cubicBezTo>
                    <a:cubicBezTo>
                      <a:pt x="4802419" y="2190259"/>
                      <a:pt x="4802324" y="1383968"/>
                      <a:pt x="4802133" y="577677"/>
                    </a:cubicBezTo>
                    <a:cubicBezTo>
                      <a:pt x="4802133" y="346315"/>
                      <a:pt x="4641637" y="186009"/>
                      <a:pt x="4411037" y="185914"/>
                    </a:cubicBezTo>
                    <a:cubicBezTo>
                      <a:pt x="3142878" y="185532"/>
                      <a:pt x="1874815" y="185152"/>
                      <a:pt x="606656" y="184770"/>
                    </a:cubicBezTo>
                    <a:cubicBezTo>
                      <a:pt x="554364" y="184770"/>
                      <a:pt x="502548" y="188390"/>
                      <a:pt x="452351" y="203916"/>
                    </a:cubicBezTo>
                    <a:cubicBezTo>
                      <a:pt x="280044" y="257256"/>
                      <a:pt x="186699" y="396511"/>
                      <a:pt x="186794" y="602442"/>
                    </a:cubicBezTo>
                    <a:cubicBezTo>
                      <a:pt x="186890" y="1399208"/>
                      <a:pt x="189747" y="2195974"/>
                      <a:pt x="186509" y="2992741"/>
                    </a:cubicBezTo>
                    <a:cubicBezTo>
                      <a:pt x="185556" y="3219817"/>
                      <a:pt x="357673" y="3392219"/>
                      <a:pt x="584368" y="3388790"/>
                    </a:cubicBezTo>
                    <a:cubicBezTo>
                      <a:pt x="1001753" y="3382408"/>
                      <a:pt x="1419234" y="3386980"/>
                      <a:pt x="1836715" y="3386980"/>
                    </a:cubicBezTo>
                    <a:cubicBezTo>
                      <a:pt x="1847859" y="3386980"/>
                      <a:pt x="1859003" y="3387742"/>
                      <a:pt x="1870052" y="3386885"/>
                    </a:cubicBezTo>
                    <a:cubicBezTo>
                      <a:pt x="1890817" y="3385361"/>
                      <a:pt x="1897484" y="3394029"/>
                      <a:pt x="1896341" y="3414793"/>
                    </a:cubicBezTo>
                    <a:cubicBezTo>
                      <a:pt x="1887959" y="3569955"/>
                      <a:pt x="1880054" y="3725213"/>
                      <a:pt x="1872910" y="3880376"/>
                    </a:cubicBezTo>
                    <a:cubicBezTo>
                      <a:pt x="1867385" y="4000105"/>
                      <a:pt x="1863194" y="4119834"/>
                      <a:pt x="1858051" y="4248517"/>
                    </a:cubicBezTo>
                    <a:close/>
                  </a:path>
                </a:pathLst>
              </a:custGeom>
              <a:solidFill>
                <a:schemeClr val="tx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C36BF010-D72E-0D12-50E4-721563E21FA7}"/>
                  </a:ext>
                </a:extLst>
              </p:cNvPr>
              <p:cNvSpPr/>
              <p:nvPr/>
            </p:nvSpPr>
            <p:spPr>
              <a:xfrm>
                <a:off x="4720958" y="2633915"/>
                <a:ext cx="596978" cy="596883"/>
              </a:xfrm>
              <a:custGeom>
                <a:avLst/>
                <a:gdLst>
                  <a:gd name="connsiteX0" fmla="*/ 596945 w 596978"/>
                  <a:gd name="connsiteY0" fmla="*/ 303690 h 596883"/>
                  <a:gd name="connsiteX1" fmla="*/ 296336 w 596978"/>
                  <a:gd name="connsiteY1" fmla="*/ 596870 h 596883"/>
                  <a:gd name="connsiteX2" fmla="*/ 13 w 596978"/>
                  <a:gd name="connsiteY2" fmla="*/ 298737 h 596883"/>
                  <a:gd name="connsiteX3" fmla="*/ 301384 w 596978"/>
                  <a:gd name="connsiteY3" fmla="*/ 33 h 596883"/>
                  <a:gd name="connsiteX4" fmla="*/ 596945 w 596978"/>
                  <a:gd name="connsiteY4" fmla="*/ 303785 h 5968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978" h="596883">
                    <a:moveTo>
                      <a:pt x="596945" y="303690"/>
                    </a:moveTo>
                    <a:cubicBezTo>
                      <a:pt x="591325" y="460186"/>
                      <a:pt x="477977" y="595060"/>
                      <a:pt x="296336" y="596870"/>
                    </a:cubicBezTo>
                    <a:cubicBezTo>
                      <a:pt x="132506" y="598489"/>
                      <a:pt x="-1511" y="458567"/>
                      <a:pt x="13" y="298737"/>
                    </a:cubicBezTo>
                    <a:cubicBezTo>
                      <a:pt x="1632" y="134526"/>
                      <a:pt x="139840" y="-2443"/>
                      <a:pt x="301384" y="33"/>
                    </a:cubicBezTo>
                    <a:cubicBezTo>
                      <a:pt x="465976" y="2510"/>
                      <a:pt x="599421" y="139574"/>
                      <a:pt x="596945" y="303785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235C97BF-27E2-A253-2328-0487E5D6CB97}"/>
                  </a:ext>
                </a:extLst>
              </p:cNvPr>
              <p:cNvSpPr/>
              <p:nvPr/>
            </p:nvSpPr>
            <p:spPr>
              <a:xfrm>
                <a:off x="5796675" y="2633930"/>
                <a:ext cx="596789" cy="595901"/>
              </a:xfrm>
              <a:custGeom>
                <a:avLst/>
                <a:gdLst>
                  <a:gd name="connsiteX0" fmla="*/ 596790 w 596789"/>
                  <a:gd name="connsiteY0" fmla="*/ 298912 h 595901"/>
                  <a:gd name="connsiteX1" fmla="*/ 301229 w 596789"/>
                  <a:gd name="connsiteY1" fmla="*/ 595902 h 595901"/>
                  <a:gd name="connsiteX2" fmla="*/ 49 w 596789"/>
                  <a:gd name="connsiteY2" fmla="*/ 294055 h 595901"/>
                  <a:gd name="connsiteX3" fmla="*/ 296562 w 596789"/>
                  <a:gd name="connsiteY3" fmla="*/ 18 h 595901"/>
                  <a:gd name="connsiteX4" fmla="*/ 596790 w 596789"/>
                  <a:gd name="connsiteY4" fmla="*/ 298912 h 5959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789" h="595901">
                    <a:moveTo>
                      <a:pt x="596790" y="298912"/>
                    </a:moveTo>
                    <a:cubicBezTo>
                      <a:pt x="592980" y="462647"/>
                      <a:pt x="476965" y="595997"/>
                      <a:pt x="301229" y="595902"/>
                    </a:cubicBezTo>
                    <a:cubicBezTo>
                      <a:pt x="118921" y="595807"/>
                      <a:pt x="3382" y="464362"/>
                      <a:pt x="49" y="294055"/>
                    </a:cubicBezTo>
                    <a:cubicBezTo>
                      <a:pt x="-2999" y="137845"/>
                      <a:pt x="137685" y="1828"/>
                      <a:pt x="296562" y="18"/>
                    </a:cubicBezTo>
                    <a:cubicBezTo>
                      <a:pt x="460011" y="-1792"/>
                      <a:pt x="596409" y="134035"/>
                      <a:pt x="596790" y="298912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F68D7FD2-1BDD-71A5-40D4-79527ADC8C0F}"/>
                  </a:ext>
                </a:extLst>
              </p:cNvPr>
              <p:cNvSpPr/>
              <p:nvPr/>
            </p:nvSpPr>
            <p:spPr>
              <a:xfrm>
                <a:off x="6873279" y="2634036"/>
                <a:ext cx="596320" cy="595911"/>
              </a:xfrm>
              <a:custGeom>
                <a:avLst/>
                <a:gdLst>
                  <a:gd name="connsiteX0" fmla="*/ 596226 w 596320"/>
                  <a:gd name="connsiteY0" fmla="*/ 299283 h 595911"/>
                  <a:gd name="connsiteX1" fmla="*/ 300188 w 596320"/>
                  <a:gd name="connsiteY1" fmla="*/ 595891 h 595911"/>
                  <a:gd name="connsiteX2" fmla="*/ 56 w 596320"/>
                  <a:gd name="connsiteY2" fmla="*/ 298330 h 595911"/>
                  <a:gd name="connsiteX3" fmla="*/ 296283 w 596320"/>
                  <a:gd name="connsiteY3" fmla="*/ 7 h 595911"/>
                  <a:gd name="connsiteX4" fmla="*/ 596321 w 596320"/>
                  <a:gd name="connsiteY4" fmla="*/ 299378 h 595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320" h="595911">
                    <a:moveTo>
                      <a:pt x="596226" y="299283"/>
                    </a:moveTo>
                    <a:cubicBezTo>
                      <a:pt x="592130" y="447873"/>
                      <a:pt x="491546" y="593796"/>
                      <a:pt x="300188" y="595891"/>
                    </a:cubicBezTo>
                    <a:cubicBezTo>
                      <a:pt x="125595" y="597796"/>
                      <a:pt x="3389" y="467875"/>
                      <a:pt x="56" y="298330"/>
                    </a:cubicBezTo>
                    <a:cubicBezTo>
                      <a:pt x="-3183" y="137548"/>
                      <a:pt x="135501" y="1150"/>
                      <a:pt x="296283" y="7"/>
                    </a:cubicBezTo>
                    <a:cubicBezTo>
                      <a:pt x="459732" y="-1136"/>
                      <a:pt x="596035" y="134786"/>
                      <a:pt x="596321" y="299378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4F35AA39-3BE0-05BB-73FB-0F482F3CCF36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82835" y="5352224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5C506E3A-B65D-AB09-A21E-7A04B31BBBAB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54315" y="4955135"/>
              <a:ext cx="0" cy="1297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224EDB40-C72F-AF44-A1DA-9F3FAE9604B8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459467" y="4929690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678850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D7E26-A7D8-E9F9-F849-FD7EA4CEB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4C83A31-CFFF-7C45-994A-08865C419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6802" y="164156"/>
            <a:ext cx="11430000" cy="958265"/>
          </a:xfrm>
        </p:spPr>
        <p:txBody>
          <a:bodyPr/>
          <a:lstStyle/>
          <a:p>
            <a:pPr lvl="0"/>
            <a:r>
              <a:rPr lang="en-IN" sz="2000" dirty="0"/>
              <a:t>Recommendations &amp; Conclusion</a:t>
            </a:r>
            <a:endParaRPr lang="en-US" sz="20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03B097-2142-5B7D-6E97-01CB42C32B61}"/>
              </a:ext>
            </a:extLst>
          </p:cNvPr>
          <p:cNvSpPr/>
          <p:nvPr/>
        </p:nvSpPr>
        <p:spPr>
          <a:xfrm>
            <a:off x="1478289" y="2928035"/>
            <a:ext cx="8760287" cy="49945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1800"/>
              </a:spcAft>
            </a:pPr>
            <a:r>
              <a:rPr lang="en-US" sz="1400" dirty="0">
                <a:solidFill>
                  <a:schemeClr val="bg2"/>
                </a:solidFill>
                <a:cs typeface="Arial" panose="020B0604020202020204" pitchFamily="34" charset="0"/>
              </a:rPr>
              <a:t>Optimize </a:t>
            </a:r>
            <a:r>
              <a:rPr lang="en-US" sz="1400" b="1" dirty="0">
                <a:solidFill>
                  <a:schemeClr val="bg2"/>
                </a:solidFill>
                <a:cs typeface="Arial" panose="020B0604020202020204" pitchFamily="34" charset="0"/>
              </a:rPr>
              <a:t>discount strategies</a:t>
            </a:r>
            <a:r>
              <a:rPr lang="en-US" sz="1400" dirty="0">
                <a:solidFill>
                  <a:schemeClr val="bg2"/>
                </a:solidFill>
                <a:cs typeface="Arial" panose="020B0604020202020204" pitchFamily="34" charset="0"/>
              </a:rPr>
              <a:t> to improve profit margins.</a:t>
            </a:r>
            <a:endParaRPr lang="en-GB" sz="1400" dirty="0">
              <a:solidFill>
                <a:schemeClr val="bg2"/>
              </a:solidFill>
              <a:cs typeface="Arial" panose="020B0604020202020204" pitchFamily="34" charset="0"/>
            </a:endParaRP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3CB96D19-2C3E-B6BA-44C6-ACC6C83FE41E}"/>
              </a:ext>
            </a:extLst>
          </p:cNvPr>
          <p:cNvGrpSpPr/>
          <p:nvPr/>
        </p:nvGrpSpPr>
        <p:grpSpPr>
          <a:xfrm>
            <a:off x="820762" y="2842115"/>
            <a:ext cx="439887" cy="671294"/>
            <a:chOff x="10426431" y="4929690"/>
            <a:chExt cx="483876" cy="738423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F29D0F81-D41D-0579-AB4C-D3FE46E19770}"/>
                </a:ext>
              </a:extLst>
            </p:cNvPr>
            <p:cNvGrpSpPr/>
            <p:nvPr/>
          </p:nvGrpSpPr>
          <p:grpSpPr>
            <a:xfrm rot="1800000">
              <a:off x="10426431" y="5068636"/>
              <a:ext cx="483876" cy="452436"/>
              <a:chOff x="3600440" y="1095389"/>
              <a:chExt cx="4990540" cy="4666282"/>
            </a:xfrm>
          </p:grpSpPr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C7DF16C5-E7CF-44F8-88B6-E69246034C12}"/>
                  </a:ext>
                </a:extLst>
              </p:cNvPr>
              <p:cNvSpPr/>
              <p:nvPr/>
            </p:nvSpPr>
            <p:spPr>
              <a:xfrm>
                <a:off x="3600440" y="1095389"/>
                <a:ext cx="4990540" cy="4666282"/>
              </a:xfrm>
              <a:custGeom>
                <a:avLst/>
                <a:gdLst>
                  <a:gd name="connsiteX0" fmla="*/ 1649930 w 4990540"/>
                  <a:gd name="connsiteY0" fmla="*/ 4666283 h 4666282"/>
                  <a:gd name="connsiteX1" fmla="*/ 1674504 w 4990540"/>
                  <a:gd name="connsiteY1" fmla="*/ 4129359 h 4666282"/>
                  <a:gd name="connsiteX2" fmla="*/ 1698793 w 4990540"/>
                  <a:gd name="connsiteY2" fmla="*/ 3606532 h 4666282"/>
                  <a:gd name="connsiteX3" fmla="*/ 1655549 w 4990540"/>
                  <a:gd name="connsiteY3" fmla="*/ 3576623 h 4666282"/>
                  <a:gd name="connsiteX4" fmla="*/ 898312 w 4990540"/>
                  <a:gd name="connsiteY4" fmla="*/ 3576623 h 4666282"/>
                  <a:gd name="connsiteX5" fmla="*/ 564937 w 4990540"/>
                  <a:gd name="connsiteY5" fmla="*/ 3576433 h 4666282"/>
                  <a:gd name="connsiteX6" fmla="*/ 295 w 4990540"/>
                  <a:gd name="connsiteY6" fmla="*/ 3013029 h 4666282"/>
                  <a:gd name="connsiteX7" fmla="*/ 9 w 4990540"/>
                  <a:gd name="connsiteY7" fmla="*/ 565199 h 4666282"/>
                  <a:gd name="connsiteX8" fmla="*/ 557888 w 4990540"/>
                  <a:gd name="connsiteY8" fmla="*/ 747 h 4666282"/>
                  <a:gd name="connsiteX9" fmla="*/ 2691393 w 4990540"/>
                  <a:gd name="connsiteY9" fmla="*/ 271 h 4666282"/>
                  <a:gd name="connsiteX10" fmla="*/ 4419990 w 4990540"/>
                  <a:gd name="connsiteY10" fmla="*/ 462 h 4666282"/>
                  <a:gd name="connsiteX11" fmla="*/ 4967011 w 4990540"/>
                  <a:gd name="connsiteY11" fmla="*/ 398797 h 4666282"/>
                  <a:gd name="connsiteX12" fmla="*/ 4989014 w 4990540"/>
                  <a:gd name="connsiteY12" fmla="*/ 577010 h 4666282"/>
                  <a:gd name="connsiteX13" fmla="*/ 4990538 w 4990540"/>
                  <a:gd name="connsiteY13" fmla="*/ 2995979 h 4666282"/>
                  <a:gd name="connsiteX14" fmla="*/ 4554864 w 4990540"/>
                  <a:gd name="connsiteY14" fmla="*/ 3561669 h 4666282"/>
                  <a:gd name="connsiteX15" fmla="*/ 4418181 w 4990540"/>
                  <a:gd name="connsiteY15" fmla="*/ 3576814 h 4666282"/>
                  <a:gd name="connsiteX16" fmla="*/ 3023054 w 4990540"/>
                  <a:gd name="connsiteY16" fmla="*/ 3575671 h 4666282"/>
                  <a:gd name="connsiteX17" fmla="*/ 2924946 w 4990540"/>
                  <a:gd name="connsiteY17" fmla="*/ 3611866 h 4666282"/>
                  <a:gd name="connsiteX18" fmla="*/ 1684220 w 4990540"/>
                  <a:gd name="connsiteY18" fmla="*/ 4642756 h 4666282"/>
                  <a:gd name="connsiteX19" fmla="*/ 1649930 w 4990540"/>
                  <a:gd name="connsiteY19" fmla="*/ 4666283 h 4666282"/>
                  <a:gd name="connsiteX20" fmla="*/ 1858051 w 4990540"/>
                  <a:gd name="connsiteY20" fmla="*/ 4248612 h 4666282"/>
                  <a:gd name="connsiteX21" fmla="*/ 1898532 w 4990540"/>
                  <a:gd name="connsiteY21" fmla="*/ 4219465 h 4666282"/>
                  <a:gd name="connsiteX22" fmla="*/ 2864843 w 4990540"/>
                  <a:gd name="connsiteY22" fmla="*/ 3416984 h 4666282"/>
                  <a:gd name="connsiteX23" fmla="*/ 2950473 w 4990540"/>
                  <a:gd name="connsiteY23" fmla="*/ 3386218 h 4666282"/>
                  <a:gd name="connsiteX24" fmla="*/ 4412275 w 4990540"/>
                  <a:gd name="connsiteY24" fmla="*/ 3386885 h 4666282"/>
                  <a:gd name="connsiteX25" fmla="*/ 4802133 w 4990540"/>
                  <a:gd name="connsiteY25" fmla="*/ 2996551 h 4666282"/>
                  <a:gd name="connsiteX26" fmla="*/ 4802133 w 4990540"/>
                  <a:gd name="connsiteY26" fmla="*/ 577677 h 4666282"/>
                  <a:gd name="connsiteX27" fmla="*/ 4411037 w 4990540"/>
                  <a:gd name="connsiteY27" fmla="*/ 185914 h 4666282"/>
                  <a:gd name="connsiteX28" fmla="*/ 606656 w 4990540"/>
                  <a:gd name="connsiteY28" fmla="*/ 184770 h 4666282"/>
                  <a:gd name="connsiteX29" fmla="*/ 452351 w 4990540"/>
                  <a:gd name="connsiteY29" fmla="*/ 203916 h 4666282"/>
                  <a:gd name="connsiteX30" fmla="*/ 186794 w 4990540"/>
                  <a:gd name="connsiteY30" fmla="*/ 602442 h 4666282"/>
                  <a:gd name="connsiteX31" fmla="*/ 186509 w 4990540"/>
                  <a:gd name="connsiteY31" fmla="*/ 2992741 h 4666282"/>
                  <a:gd name="connsiteX32" fmla="*/ 584368 w 4990540"/>
                  <a:gd name="connsiteY32" fmla="*/ 3388790 h 4666282"/>
                  <a:gd name="connsiteX33" fmla="*/ 1836715 w 4990540"/>
                  <a:gd name="connsiteY33" fmla="*/ 3386980 h 4666282"/>
                  <a:gd name="connsiteX34" fmla="*/ 1870052 w 4990540"/>
                  <a:gd name="connsiteY34" fmla="*/ 3386885 h 4666282"/>
                  <a:gd name="connsiteX35" fmla="*/ 1896341 w 4990540"/>
                  <a:gd name="connsiteY35" fmla="*/ 3414793 h 4666282"/>
                  <a:gd name="connsiteX36" fmla="*/ 1872910 w 4990540"/>
                  <a:gd name="connsiteY36" fmla="*/ 3880376 h 4666282"/>
                  <a:gd name="connsiteX37" fmla="*/ 1858051 w 4990540"/>
                  <a:gd name="connsiteY37" fmla="*/ 4248517 h 46662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4990540" h="4666282">
                    <a:moveTo>
                      <a:pt x="1649930" y="4666283"/>
                    </a:moveTo>
                    <a:cubicBezTo>
                      <a:pt x="1658407" y="4480927"/>
                      <a:pt x="1666503" y="4305190"/>
                      <a:pt x="1674504" y="4129359"/>
                    </a:cubicBezTo>
                    <a:cubicBezTo>
                      <a:pt x="1682410" y="3955051"/>
                      <a:pt x="1689649" y="3780744"/>
                      <a:pt x="1698793" y="3606532"/>
                    </a:cubicBezTo>
                    <a:cubicBezTo>
                      <a:pt x="1700793" y="3568051"/>
                      <a:pt x="1675933" y="3576718"/>
                      <a:pt x="1655549" y="3576623"/>
                    </a:cubicBezTo>
                    <a:cubicBezTo>
                      <a:pt x="1403137" y="3576433"/>
                      <a:pt x="1150724" y="3576623"/>
                      <a:pt x="898312" y="3576623"/>
                    </a:cubicBezTo>
                    <a:cubicBezTo>
                      <a:pt x="787155" y="3576623"/>
                      <a:pt x="676094" y="3577195"/>
                      <a:pt x="564937" y="3576433"/>
                    </a:cubicBezTo>
                    <a:cubicBezTo>
                      <a:pt x="215846" y="3573956"/>
                      <a:pt x="-1039" y="3291349"/>
                      <a:pt x="295" y="3013029"/>
                    </a:cubicBezTo>
                    <a:cubicBezTo>
                      <a:pt x="4295" y="2197117"/>
                      <a:pt x="4772" y="1381111"/>
                      <a:pt x="9" y="565199"/>
                    </a:cubicBezTo>
                    <a:cubicBezTo>
                      <a:pt x="-1610" y="288307"/>
                      <a:pt x="214988" y="1319"/>
                      <a:pt x="557888" y="747"/>
                    </a:cubicBezTo>
                    <a:cubicBezTo>
                      <a:pt x="1269120" y="-586"/>
                      <a:pt x="1980257" y="271"/>
                      <a:pt x="2691393" y="271"/>
                    </a:cubicBezTo>
                    <a:cubicBezTo>
                      <a:pt x="3267560" y="271"/>
                      <a:pt x="3843823" y="-110"/>
                      <a:pt x="4419990" y="462"/>
                    </a:cubicBezTo>
                    <a:cubicBezTo>
                      <a:pt x="4682499" y="747"/>
                      <a:pt x="4890239" y="153433"/>
                      <a:pt x="4967011" y="398797"/>
                    </a:cubicBezTo>
                    <a:cubicBezTo>
                      <a:pt x="4985299" y="457090"/>
                      <a:pt x="4988919" y="517002"/>
                      <a:pt x="4989014" y="577010"/>
                    </a:cubicBezTo>
                    <a:cubicBezTo>
                      <a:pt x="4989680" y="1383301"/>
                      <a:pt x="4988347" y="2189688"/>
                      <a:pt x="4990538" y="2995979"/>
                    </a:cubicBezTo>
                    <a:cubicBezTo>
                      <a:pt x="4991395" y="3301732"/>
                      <a:pt x="4790322" y="3510710"/>
                      <a:pt x="4554864" y="3561669"/>
                    </a:cubicBezTo>
                    <a:cubicBezTo>
                      <a:pt x="4510097" y="3571384"/>
                      <a:pt x="4464472" y="3576909"/>
                      <a:pt x="4418181" y="3576814"/>
                    </a:cubicBezTo>
                    <a:cubicBezTo>
                      <a:pt x="3953170" y="3576433"/>
                      <a:pt x="3488064" y="3577004"/>
                      <a:pt x="3023054" y="3575671"/>
                    </a:cubicBezTo>
                    <a:cubicBezTo>
                      <a:pt x="2983620" y="3575576"/>
                      <a:pt x="2954569" y="3587196"/>
                      <a:pt x="2924946" y="3611866"/>
                    </a:cubicBezTo>
                    <a:cubicBezTo>
                      <a:pt x="2511847" y="3956099"/>
                      <a:pt x="2097986" y="4299380"/>
                      <a:pt x="1684220" y="4642756"/>
                    </a:cubicBezTo>
                    <a:cubicBezTo>
                      <a:pt x="1676123" y="4649519"/>
                      <a:pt x="1666694" y="4654853"/>
                      <a:pt x="1649930" y="4666283"/>
                    </a:cubicBezTo>
                    <a:close/>
                    <a:moveTo>
                      <a:pt x="1858051" y="4248612"/>
                    </a:moveTo>
                    <a:cubicBezTo>
                      <a:pt x="1876529" y="4235372"/>
                      <a:pt x="1888150" y="4228133"/>
                      <a:pt x="1898532" y="4219465"/>
                    </a:cubicBezTo>
                    <a:cubicBezTo>
                      <a:pt x="2220858" y="3952194"/>
                      <a:pt x="2543184" y="3685018"/>
                      <a:pt x="2864843" y="3416984"/>
                    </a:cubicBezTo>
                    <a:cubicBezTo>
                      <a:pt x="2890751" y="3395362"/>
                      <a:pt x="2916469" y="3386218"/>
                      <a:pt x="2950473" y="3386218"/>
                    </a:cubicBezTo>
                    <a:cubicBezTo>
                      <a:pt x="3437772" y="3387266"/>
                      <a:pt x="3924976" y="3386980"/>
                      <a:pt x="4412275" y="3386885"/>
                    </a:cubicBezTo>
                    <a:cubicBezTo>
                      <a:pt x="4646971" y="3386885"/>
                      <a:pt x="4802038" y="3232009"/>
                      <a:pt x="4802133" y="2996551"/>
                    </a:cubicBezTo>
                    <a:cubicBezTo>
                      <a:pt x="4802419" y="2190259"/>
                      <a:pt x="4802324" y="1383968"/>
                      <a:pt x="4802133" y="577677"/>
                    </a:cubicBezTo>
                    <a:cubicBezTo>
                      <a:pt x="4802133" y="346315"/>
                      <a:pt x="4641637" y="186009"/>
                      <a:pt x="4411037" y="185914"/>
                    </a:cubicBezTo>
                    <a:cubicBezTo>
                      <a:pt x="3142878" y="185532"/>
                      <a:pt x="1874815" y="185152"/>
                      <a:pt x="606656" y="184770"/>
                    </a:cubicBezTo>
                    <a:cubicBezTo>
                      <a:pt x="554364" y="184770"/>
                      <a:pt x="502548" y="188390"/>
                      <a:pt x="452351" y="203916"/>
                    </a:cubicBezTo>
                    <a:cubicBezTo>
                      <a:pt x="280044" y="257256"/>
                      <a:pt x="186699" y="396511"/>
                      <a:pt x="186794" y="602442"/>
                    </a:cubicBezTo>
                    <a:cubicBezTo>
                      <a:pt x="186890" y="1399208"/>
                      <a:pt x="189747" y="2195974"/>
                      <a:pt x="186509" y="2992741"/>
                    </a:cubicBezTo>
                    <a:cubicBezTo>
                      <a:pt x="185556" y="3219817"/>
                      <a:pt x="357673" y="3392219"/>
                      <a:pt x="584368" y="3388790"/>
                    </a:cubicBezTo>
                    <a:cubicBezTo>
                      <a:pt x="1001753" y="3382408"/>
                      <a:pt x="1419234" y="3386980"/>
                      <a:pt x="1836715" y="3386980"/>
                    </a:cubicBezTo>
                    <a:cubicBezTo>
                      <a:pt x="1847859" y="3386980"/>
                      <a:pt x="1859003" y="3387742"/>
                      <a:pt x="1870052" y="3386885"/>
                    </a:cubicBezTo>
                    <a:cubicBezTo>
                      <a:pt x="1890817" y="3385361"/>
                      <a:pt x="1897484" y="3394029"/>
                      <a:pt x="1896341" y="3414793"/>
                    </a:cubicBezTo>
                    <a:cubicBezTo>
                      <a:pt x="1887959" y="3569955"/>
                      <a:pt x="1880054" y="3725213"/>
                      <a:pt x="1872910" y="3880376"/>
                    </a:cubicBezTo>
                    <a:cubicBezTo>
                      <a:pt x="1867385" y="4000105"/>
                      <a:pt x="1863194" y="4119834"/>
                      <a:pt x="1858051" y="4248517"/>
                    </a:cubicBezTo>
                    <a:close/>
                  </a:path>
                </a:pathLst>
              </a:custGeom>
              <a:solidFill>
                <a:schemeClr val="tx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F6CF25E4-27C0-DD1E-4AC0-DE43A1B4E7A9}"/>
                  </a:ext>
                </a:extLst>
              </p:cNvPr>
              <p:cNvSpPr/>
              <p:nvPr/>
            </p:nvSpPr>
            <p:spPr>
              <a:xfrm>
                <a:off x="4720958" y="2633915"/>
                <a:ext cx="596978" cy="596883"/>
              </a:xfrm>
              <a:custGeom>
                <a:avLst/>
                <a:gdLst>
                  <a:gd name="connsiteX0" fmla="*/ 596945 w 596978"/>
                  <a:gd name="connsiteY0" fmla="*/ 303690 h 596883"/>
                  <a:gd name="connsiteX1" fmla="*/ 296336 w 596978"/>
                  <a:gd name="connsiteY1" fmla="*/ 596870 h 596883"/>
                  <a:gd name="connsiteX2" fmla="*/ 13 w 596978"/>
                  <a:gd name="connsiteY2" fmla="*/ 298737 h 596883"/>
                  <a:gd name="connsiteX3" fmla="*/ 301384 w 596978"/>
                  <a:gd name="connsiteY3" fmla="*/ 33 h 596883"/>
                  <a:gd name="connsiteX4" fmla="*/ 596945 w 596978"/>
                  <a:gd name="connsiteY4" fmla="*/ 303785 h 5968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978" h="596883">
                    <a:moveTo>
                      <a:pt x="596945" y="303690"/>
                    </a:moveTo>
                    <a:cubicBezTo>
                      <a:pt x="591325" y="460186"/>
                      <a:pt x="477977" y="595060"/>
                      <a:pt x="296336" y="596870"/>
                    </a:cubicBezTo>
                    <a:cubicBezTo>
                      <a:pt x="132506" y="598489"/>
                      <a:pt x="-1511" y="458567"/>
                      <a:pt x="13" y="298737"/>
                    </a:cubicBezTo>
                    <a:cubicBezTo>
                      <a:pt x="1632" y="134526"/>
                      <a:pt x="139840" y="-2443"/>
                      <a:pt x="301384" y="33"/>
                    </a:cubicBezTo>
                    <a:cubicBezTo>
                      <a:pt x="465976" y="2510"/>
                      <a:pt x="599421" y="139574"/>
                      <a:pt x="596945" y="303785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FABB81E1-C799-9D4C-B3D1-4A70FD2251AB}"/>
                  </a:ext>
                </a:extLst>
              </p:cNvPr>
              <p:cNvSpPr/>
              <p:nvPr/>
            </p:nvSpPr>
            <p:spPr>
              <a:xfrm>
                <a:off x="5796675" y="2633930"/>
                <a:ext cx="596789" cy="595901"/>
              </a:xfrm>
              <a:custGeom>
                <a:avLst/>
                <a:gdLst>
                  <a:gd name="connsiteX0" fmla="*/ 596790 w 596789"/>
                  <a:gd name="connsiteY0" fmla="*/ 298912 h 595901"/>
                  <a:gd name="connsiteX1" fmla="*/ 301229 w 596789"/>
                  <a:gd name="connsiteY1" fmla="*/ 595902 h 595901"/>
                  <a:gd name="connsiteX2" fmla="*/ 49 w 596789"/>
                  <a:gd name="connsiteY2" fmla="*/ 294055 h 595901"/>
                  <a:gd name="connsiteX3" fmla="*/ 296562 w 596789"/>
                  <a:gd name="connsiteY3" fmla="*/ 18 h 595901"/>
                  <a:gd name="connsiteX4" fmla="*/ 596790 w 596789"/>
                  <a:gd name="connsiteY4" fmla="*/ 298912 h 5959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789" h="595901">
                    <a:moveTo>
                      <a:pt x="596790" y="298912"/>
                    </a:moveTo>
                    <a:cubicBezTo>
                      <a:pt x="592980" y="462647"/>
                      <a:pt x="476965" y="595997"/>
                      <a:pt x="301229" y="595902"/>
                    </a:cubicBezTo>
                    <a:cubicBezTo>
                      <a:pt x="118921" y="595807"/>
                      <a:pt x="3382" y="464362"/>
                      <a:pt x="49" y="294055"/>
                    </a:cubicBezTo>
                    <a:cubicBezTo>
                      <a:pt x="-2999" y="137845"/>
                      <a:pt x="137685" y="1828"/>
                      <a:pt x="296562" y="18"/>
                    </a:cubicBezTo>
                    <a:cubicBezTo>
                      <a:pt x="460011" y="-1792"/>
                      <a:pt x="596409" y="134035"/>
                      <a:pt x="596790" y="298912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64A7A755-A543-F2A3-A2F5-B95B2B80F1A4}"/>
                  </a:ext>
                </a:extLst>
              </p:cNvPr>
              <p:cNvSpPr/>
              <p:nvPr/>
            </p:nvSpPr>
            <p:spPr>
              <a:xfrm>
                <a:off x="6873279" y="2634036"/>
                <a:ext cx="596320" cy="595911"/>
              </a:xfrm>
              <a:custGeom>
                <a:avLst/>
                <a:gdLst>
                  <a:gd name="connsiteX0" fmla="*/ 596226 w 596320"/>
                  <a:gd name="connsiteY0" fmla="*/ 299283 h 595911"/>
                  <a:gd name="connsiteX1" fmla="*/ 300188 w 596320"/>
                  <a:gd name="connsiteY1" fmla="*/ 595891 h 595911"/>
                  <a:gd name="connsiteX2" fmla="*/ 56 w 596320"/>
                  <a:gd name="connsiteY2" fmla="*/ 298330 h 595911"/>
                  <a:gd name="connsiteX3" fmla="*/ 296283 w 596320"/>
                  <a:gd name="connsiteY3" fmla="*/ 7 h 595911"/>
                  <a:gd name="connsiteX4" fmla="*/ 596321 w 596320"/>
                  <a:gd name="connsiteY4" fmla="*/ 299378 h 595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320" h="595911">
                    <a:moveTo>
                      <a:pt x="596226" y="299283"/>
                    </a:moveTo>
                    <a:cubicBezTo>
                      <a:pt x="592130" y="447873"/>
                      <a:pt x="491546" y="593796"/>
                      <a:pt x="300188" y="595891"/>
                    </a:cubicBezTo>
                    <a:cubicBezTo>
                      <a:pt x="125595" y="597796"/>
                      <a:pt x="3389" y="467875"/>
                      <a:pt x="56" y="298330"/>
                    </a:cubicBezTo>
                    <a:cubicBezTo>
                      <a:pt x="-3183" y="137548"/>
                      <a:pt x="135501" y="1150"/>
                      <a:pt x="296283" y="7"/>
                    </a:cubicBezTo>
                    <a:cubicBezTo>
                      <a:pt x="459732" y="-1136"/>
                      <a:pt x="596035" y="134786"/>
                      <a:pt x="596321" y="299378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E9FE7575-9E73-BB7C-7DB8-77FF65A192EC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82835" y="5352224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FD68B1A8-A57E-7E52-4F89-D5CB5AB18114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54315" y="4955135"/>
              <a:ext cx="0" cy="1297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7F92125B-2CC7-1ABE-E689-5FC46AF2758E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459467" y="4929690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A864D552-E6C1-AE45-4038-B303DAE8FB23}"/>
              </a:ext>
            </a:extLst>
          </p:cNvPr>
          <p:cNvSpPr/>
          <p:nvPr/>
        </p:nvSpPr>
        <p:spPr>
          <a:xfrm>
            <a:off x="1478289" y="3708654"/>
            <a:ext cx="7756229" cy="49945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1800"/>
              </a:spcAft>
            </a:pPr>
            <a:r>
              <a:rPr lang="en-US" sz="1400" dirty="0">
                <a:solidFill>
                  <a:schemeClr val="bg2"/>
                </a:solidFill>
                <a:cs typeface="Arial" panose="020B0604020202020204" pitchFamily="34" charset="0"/>
              </a:rPr>
              <a:t>Strengthen </a:t>
            </a:r>
            <a:r>
              <a:rPr lang="en-US" sz="1400" b="1" dirty="0">
                <a:solidFill>
                  <a:schemeClr val="bg2"/>
                </a:solidFill>
                <a:cs typeface="Arial" panose="020B0604020202020204" pitchFamily="34" charset="0"/>
              </a:rPr>
              <a:t>loyalty programs</a:t>
            </a:r>
            <a:r>
              <a:rPr lang="en-US" sz="1400" dirty="0">
                <a:solidFill>
                  <a:schemeClr val="bg2"/>
                </a:solidFill>
                <a:cs typeface="Arial" panose="020B0604020202020204" pitchFamily="34" charset="0"/>
              </a:rPr>
              <a:t> to increase repeat purchases.</a:t>
            </a:r>
            <a:endParaRPr lang="en-GB" sz="1400" dirty="0">
              <a:solidFill>
                <a:schemeClr val="bg2"/>
              </a:solidFill>
              <a:cs typeface="Arial" panose="020B0604020202020204" pitchFamily="34" charset="0"/>
            </a:endParaRPr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2D67120B-969A-7084-B3D2-C369092F4060}"/>
              </a:ext>
            </a:extLst>
          </p:cNvPr>
          <p:cNvGrpSpPr/>
          <p:nvPr/>
        </p:nvGrpSpPr>
        <p:grpSpPr>
          <a:xfrm>
            <a:off x="820762" y="3622734"/>
            <a:ext cx="439887" cy="671294"/>
            <a:chOff x="10426431" y="4929690"/>
            <a:chExt cx="483876" cy="738423"/>
          </a:xfrm>
        </p:grpSpPr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FC4F3C64-B52D-52DC-0808-D73F86E6A1B0}"/>
                </a:ext>
              </a:extLst>
            </p:cNvPr>
            <p:cNvGrpSpPr/>
            <p:nvPr/>
          </p:nvGrpSpPr>
          <p:grpSpPr>
            <a:xfrm rot="1800000">
              <a:off x="10426431" y="5068636"/>
              <a:ext cx="483876" cy="452436"/>
              <a:chOff x="3600440" y="1095389"/>
              <a:chExt cx="4990540" cy="4666282"/>
            </a:xfrm>
          </p:grpSpPr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6F61FA43-B878-9D6B-53AC-6105AE83618D}"/>
                  </a:ext>
                </a:extLst>
              </p:cNvPr>
              <p:cNvSpPr/>
              <p:nvPr/>
            </p:nvSpPr>
            <p:spPr>
              <a:xfrm>
                <a:off x="3600440" y="1095389"/>
                <a:ext cx="4990540" cy="4666282"/>
              </a:xfrm>
              <a:custGeom>
                <a:avLst/>
                <a:gdLst>
                  <a:gd name="connsiteX0" fmla="*/ 1649930 w 4990540"/>
                  <a:gd name="connsiteY0" fmla="*/ 4666283 h 4666282"/>
                  <a:gd name="connsiteX1" fmla="*/ 1674504 w 4990540"/>
                  <a:gd name="connsiteY1" fmla="*/ 4129359 h 4666282"/>
                  <a:gd name="connsiteX2" fmla="*/ 1698793 w 4990540"/>
                  <a:gd name="connsiteY2" fmla="*/ 3606532 h 4666282"/>
                  <a:gd name="connsiteX3" fmla="*/ 1655549 w 4990540"/>
                  <a:gd name="connsiteY3" fmla="*/ 3576623 h 4666282"/>
                  <a:gd name="connsiteX4" fmla="*/ 898312 w 4990540"/>
                  <a:gd name="connsiteY4" fmla="*/ 3576623 h 4666282"/>
                  <a:gd name="connsiteX5" fmla="*/ 564937 w 4990540"/>
                  <a:gd name="connsiteY5" fmla="*/ 3576433 h 4666282"/>
                  <a:gd name="connsiteX6" fmla="*/ 295 w 4990540"/>
                  <a:gd name="connsiteY6" fmla="*/ 3013029 h 4666282"/>
                  <a:gd name="connsiteX7" fmla="*/ 9 w 4990540"/>
                  <a:gd name="connsiteY7" fmla="*/ 565199 h 4666282"/>
                  <a:gd name="connsiteX8" fmla="*/ 557888 w 4990540"/>
                  <a:gd name="connsiteY8" fmla="*/ 747 h 4666282"/>
                  <a:gd name="connsiteX9" fmla="*/ 2691393 w 4990540"/>
                  <a:gd name="connsiteY9" fmla="*/ 271 h 4666282"/>
                  <a:gd name="connsiteX10" fmla="*/ 4419990 w 4990540"/>
                  <a:gd name="connsiteY10" fmla="*/ 462 h 4666282"/>
                  <a:gd name="connsiteX11" fmla="*/ 4967011 w 4990540"/>
                  <a:gd name="connsiteY11" fmla="*/ 398797 h 4666282"/>
                  <a:gd name="connsiteX12" fmla="*/ 4989014 w 4990540"/>
                  <a:gd name="connsiteY12" fmla="*/ 577010 h 4666282"/>
                  <a:gd name="connsiteX13" fmla="*/ 4990538 w 4990540"/>
                  <a:gd name="connsiteY13" fmla="*/ 2995979 h 4666282"/>
                  <a:gd name="connsiteX14" fmla="*/ 4554864 w 4990540"/>
                  <a:gd name="connsiteY14" fmla="*/ 3561669 h 4666282"/>
                  <a:gd name="connsiteX15" fmla="*/ 4418181 w 4990540"/>
                  <a:gd name="connsiteY15" fmla="*/ 3576814 h 4666282"/>
                  <a:gd name="connsiteX16" fmla="*/ 3023054 w 4990540"/>
                  <a:gd name="connsiteY16" fmla="*/ 3575671 h 4666282"/>
                  <a:gd name="connsiteX17" fmla="*/ 2924946 w 4990540"/>
                  <a:gd name="connsiteY17" fmla="*/ 3611866 h 4666282"/>
                  <a:gd name="connsiteX18" fmla="*/ 1684220 w 4990540"/>
                  <a:gd name="connsiteY18" fmla="*/ 4642756 h 4666282"/>
                  <a:gd name="connsiteX19" fmla="*/ 1649930 w 4990540"/>
                  <a:gd name="connsiteY19" fmla="*/ 4666283 h 4666282"/>
                  <a:gd name="connsiteX20" fmla="*/ 1858051 w 4990540"/>
                  <a:gd name="connsiteY20" fmla="*/ 4248612 h 4666282"/>
                  <a:gd name="connsiteX21" fmla="*/ 1898532 w 4990540"/>
                  <a:gd name="connsiteY21" fmla="*/ 4219465 h 4666282"/>
                  <a:gd name="connsiteX22" fmla="*/ 2864843 w 4990540"/>
                  <a:gd name="connsiteY22" fmla="*/ 3416984 h 4666282"/>
                  <a:gd name="connsiteX23" fmla="*/ 2950473 w 4990540"/>
                  <a:gd name="connsiteY23" fmla="*/ 3386218 h 4666282"/>
                  <a:gd name="connsiteX24" fmla="*/ 4412275 w 4990540"/>
                  <a:gd name="connsiteY24" fmla="*/ 3386885 h 4666282"/>
                  <a:gd name="connsiteX25" fmla="*/ 4802133 w 4990540"/>
                  <a:gd name="connsiteY25" fmla="*/ 2996551 h 4666282"/>
                  <a:gd name="connsiteX26" fmla="*/ 4802133 w 4990540"/>
                  <a:gd name="connsiteY26" fmla="*/ 577677 h 4666282"/>
                  <a:gd name="connsiteX27" fmla="*/ 4411037 w 4990540"/>
                  <a:gd name="connsiteY27" fmla="*/ 185914 h 4666282"/>
                  <a:gd name="connsiteX28" fmla="*/ 606656 w 4990540"/>
                  <a:gd name="connsiteY28" fmla="*/ 184770 h 4666282"/>
                  <a:gd name="connsiteX29" fmla="*/ 452351 w 4990540"/>
                  <a:gd name="connsiteY29" fmla="*/ 203916 h 4666282"/>
                  <a:gd name="connsiteX30" fmla="*/ 186794 w 4990540"/>
                  <a:gd name="connsiteY30" fmla="*/ 602442 h 4666282"/>
                  <a:gd name="connsiteX31" fmla="*/ 186509 w 4990540"/>
                  <a:gd name="connsiteY31" fmla="*/ 2992741 h 4666282"/>
                  <a:gd name="connsiteX32" fmla="*/ 584368 w 4990540"/>
                  <a:gd name="connsiteY32" fmla="*/ 3388790 h 4666282"/>
                  <a:gd name="connsiteX33" fmla="*/ 1836715 w 4990540"/>
                  <a:gd name="connsiteY33" fmla="*/ 3386980 h 4666282"/>
                  <a:gd name="connsiteX34" fmla="*/ 1870052 w 4990540"/>
                  <a:gd name="connsiteY34" fmla="*/ 3386885 h 4666282"/>
                  <a:gd name="connsiteX35" fmla="*/ 1896341 w 4990540"/>
                  <a:gd name="connsiteY35" fmla="*/ 3414793 h 4666282"/>
                  <a:gd name="connsiteX36" fmla="*/ 1872910 w 4990540"/>
                  <a:gd name="connsiteY36" fmla="*/ 3880376 h 4666282"/>
                  <a:gd name="connsiteX37" fmla="*/ 1858051 w 4990540"/>
                  <a:gd name="connsiteY37" fmla="*/ 4248517 h 46662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4990540" h="4666282">
                    <a:moveTo>
                      <a:pt x="1649930" y="4666283"/>
                    </a:moveTo>
                    <a:cubicBezTo>
                      <a:pt x="1658407" y="4480927"/>
                      <a:pt x="1666503" y="4305190"/>
                      <a:pt x="1674504" y="4129359"/>
                    </a:cubicBezTo>
                    <a:cubicBezTo>
                      <a:pt x="1682410" y="3955051"/>
                      <a:pt x="1689649" y="3780744"/>
                      <a:pt x="1698793" y="3606532"/>
                    </a:cubicBezTo>
                    <a:cubicBezTo>
                      <a:pt x="1700793" y="3568051"/>
                      <a:pt x="1675933" y="3576718"/>
                      <a:pt x="1655549" y="3576623"/>
                    </a:cubicBezTo>
                    <a:cubicBezTo>
                      <a:pt x="1403137" y="3576433"/>
                      <a:pt x="1150724" y="3576623"/>
                      <a:pt x="898312" y="3576623"/>
                    </a:cubicBezTo>
                    <a:cubicBezTo>
                      <a:pt x="787155" y="3576623"/>
                      <a:pt x="676094" y="3577195"/>
                      <a:pt x="564937" y="3576433"/>
                    </a:cubicBezTo>
                    <a:cubicBezTo>
                      <a:pt x="215846" y="3573956"/>
                      <a:pt x="-1039" y="3291349"/>
                      <a:pt x="295" y="3013029"/>
                    </a:cubicBezTo>
                    <a:cubicBezTo>
                      <a:pt x="4295" y="2197117"/>
                      <a:pt x="4772" y="1381111"/>
                      <a:pt x="9" y="565199"/>
                    </a:cubicBezTo>
                    <a:cubicBezTo>
                      <a:pt x="-1610" y="288307"/>
                      <a:pt x="214988" y="1319"/>
                      <a:pt x="557888" y="747"/>
                    </a:cubicBezTo>
                    <a:cubicBezTo>
                      <a:pt x="1269120" y="-586"/>
                      <a:pt x="1980257" y="271"/>
                      <a:pt x="2691393" y="271"/>
                    </a:cubicBezTo>
                    <a:cubicBezTo>
                      <a:pt x="3267560" y="271"/>
                      <a:pt x="3843823" y="-110"/>
                      <a:pt x="4419990" y="462"/>
                    </a:cubicBezTo>
                    <a:cubicBezTo>
                      <a:pt x="4682499" y="747"/>
                      <a:pt x="4890239" y="153433"/>
                      <a:pt x="4967011" y="398797"/>
                    </a:cubicBezTo>
                    <a:cubicBezTo>
                      <a:pt x="4985299" y="457090"/>
                      <a:pt x="4988919" y="517002"/>
                      <a:pt x="4989014" y="577010"/>
                    </a:cubicBezTo>
                    <a:cubicBezTo>
                      <a:pt x="4989680" y="1383301"/>
                      <a:pt x="4988347" y="2189688"/>
                      <a:pt x="4990538" y="2995979"/>
                    </a:cubicBezTo>
                    <a:cubicBezTo>
                      <a:pt x="4991395" y="3301732"/>
                      <a:pt x="4790322" y="3510710"/>
                      <a:pt x="4554864" y="3561669"/>
                    </a:cubicBezTo>
                    <a:cubicBezTo>
                      <a:pt x="4510097" y="3571384"/>
                      <a:pt x="4464472" y="3576909"/>
                      <a:pt x="4418181" y="3576814"/>
                    </a:cubicBezTo>
                    <a:cubicBezTo>
                      <a:pt x="3953170" y="3576433"/>
                      <a:pt x="3488064" y="3577004"/>
                      <a:pt x="3023054" y="3575671"/>
                    </a:cubicBezTo>
                    <a:cubicBezTo>
                      <a:pt x="2983620" y="3575576"/>
                      <a:pt x="2954569" y="3587196"/>
                      <a:pt x="2924946" y="3611866"/>
                    </a:cubicBezTo>
                    <a:cubicBezTo>
                      <a:pt x="2511847" y="3956099"/>
                      <a:pt x="2097986" y="4299380"/>
                      <a:pt x="1684220" y="4642756"/>
                    </a:cubicBezTo>
                    <a:cubicBezTo>
                      <a:pt x="1676123" y="4649519"/>
                      <a:pt x="1666694" y="4654853"/>
                      <a:pt x="1649930" y="4666283"/>
                    </a:cubicBezTo>
                    <a:close/>
                    <a:moveTo>
                      <a:pt x="1858051" y="4248612"/>
                    </a:moveTo>
                    <a:cubicBezTo>
                      <a:pt x="1876529" y="4235372"/>
                      <a:pt x="1888150" y="4228133"/>
                      <a:pt x="1898532" y="4219465"/>
                    </a:cubicBezTo>
                    <a:cubicBezTo>
                      <a:pt x="2220858" y="3952194"/>
                      <a:pt x="2543184" y="3685018"/>
                      <a:pt x="2864843" y="3416984"/>
                    </a:cubicBezTo>
                    <a:cubicBezTo>
                      <a:pt x="2890751" y="3395362"/>
                      <a:pt x="2916469" y="3386218"/>
                      <a:pt x="2950473" y="3386218"/>
                    </a:cubicBezTo>
                    <a:cubicBezTo>
                      <a:pt x="3437772" y="3387266"/>
                      <a:pt x="3924976" y="3386980"/>
                      <a:pt x="4412275" y="3386885"/>
                    </a:cubicBezTo>
                    <a:cubicBezTo>
                      <a:pt x="4646971" y="3386885"/>
                      <a:pt x="4802038" y="3232009"/>
                      <a:pt x="4802133" y="2996551"/>
                    </a:cubicBezTo>
                    <a:cubicBezTo>
                      <a:pt x="4802419" y="2190259"/>
                      <a:pt x="4802324" y="1383968"/>
                      <a:pt x="4802133" y="577677"/>
                    </a:cubicBezTo>
                    <a:cubicBezTo>
                      <a:pt x="4802133" y="346315"/>
                      <a:pt x="4641637" y="186009"/>
                      <a:pt x="4411037" y="185914"/>
                    </a:cubicBezTo>
                    <a:cubicBezTo>
                      <a:pt x="3142878" y="185532"/>
                      <a:pt x="1874815" y="185152"/>
                      <a:pt x="606656" y="184770"/>
                    </a:cubicBezTo>
                    <a:cubicBezTo>
                      <a:pt x="554364" y="184770"/>
                      <a:pt x="502548" y="188390"/>
                      <a:pt x="452351" y="203916"/>
                    </a:cubicBezTo>
                    <a:cubicBezTo>
                      <a:pt x="280044" y="257256"/>
                      <a:pt x="186699" y="396511"/>
                      <a:pt x="186794" y="602442"/>
                    </a:cubicBezTo>
                    <a:cubicBezTo>
                      <a:pt x="186890" y="1399208"/>
                      <a:pt x="189747" y="2195974"/>
                      <a:pt x="186509" y="2992741"/>
                    </a:cubicBezTo>
                    <a:cubicBezTo>
                      <a:pt x="185556" y="3219817"/>
                      <a:pt x="357673" y="3392219"/>
                      <a:pt x="584368" y="3388790"/>
                    </a:cubicBezTo>
                    <a:cubicBezTo>
                      <a:pt x="1001753" y="3382408"/>
                      <a:pt x="1419234" y="3386980"/>
                      <a:pt x="1836715" y="3386980"/>
                    </a:cubicBezTo>
                    <a:cubicBezTo>
                      <a:pt x="1847859" y="3386980"/>
                      <a:pt x="1859003" y="3387742"/>
                      <a:pt x="1870052" y="3386885"/>
                    </a:cubicBezTo>
                    <a:cubicBezTo>
                      <a:pt x="1890817" y="3385361"/>
                      <a:pt x="1897484" y="3394029"/>
                      <a:pt x="1896341" y="3414793"/>
                    </a:cubicBezTo>
                    <a:cubicBezTo>
                      <a:pt x="1887959" y="3569955"/>
                      <a:pt x="1880054" y="3725213"/>
                      <a:pt x="1872910" y="3880376"/>
                    </a:cubicBezTo>
                    <a:cubicBezTo>
                      <a:pt x="1867385" y="4000105"/>
                      <a:pt x="1863194" y="4119834"/>
                      <a:pt x="1858051" y="4248517"/>
                    </a:cubicBezTo>
                    <a:close/>
                  </a:path>
                </a:pathLst>
              </a:custGeom>
              <a:solidFill>
                <a:schemeClr val="tx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A146BE8B-D688-0EF7-1E15-8480CD30B315}"/>
                  </a:ext>
                </a:extLst>
              </p:cNvPr>
              <p:cNvSpPr/>
              <p:nvPr/>
            </p:nvSpPr>
            <p:spPr>
              <a:xfrm>
                <a:off x="4720958" y="2633915"/>
                <a:ext cx="596978" cy="596883"/>
              </a:xfrm>
              <a:custGeom>
                <a:avLst/>
                <a:gdLst>
                  <a:gd name="connsiteX0" fmla="*/ 596945 w 596978"/>
                  <a:gd name="connsiteY0" fmla="*/ 303690 h 596883"/>
                  <a:gd name="connsiteX1" fmla="*/ 296336 w 596978"/>
                  <a:gd name="connsiteY1" fmla="*/ 596870 h 596883"/>
                  <a:gd name="connsiteX2" fmla="*/ 13 w 596978"/>
                  <a:gd name="connsiteY2" fmla="*/ 298737 h 596883"/>
                  <a:gd name="connsiteX3" fmla="*/ 301384 w 596978"/>
                  <a:gd name="connsiteY3" fmla="*/ 33 h 596883"/>
                  <a:gd name="connsiteX4" fmla="*/ 596945 w 596978"/>
                  <a:gd name="connsiteY4" fmla="*/ 303785 h 5968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978" h="596883">
                    <a:moveTo>
                      <a:pt x="596945" y="303690"/>
                    </a:moveTo>
                    <a:cubicBezTo>
                      <a:pt x="591325" y="460186"/>
                      <a:pt x="477977" y="595060"/>
                      <a:pt x="296336" y="596870"/>
                    </a:cubicBezTo>
                    <a:cubicBezTo>
                      <a:pt x="132506" y="598489"/>
                      <a:pt x="-1511" y="458567"/>
                      <a:pt x="13" y="298737"/>
                    </a:cubicBezTo>
                    <a:cubicBezTo>
                      <a:pt x="1632" y="134526"/>
                      <a:pt x="139840" y="-2443"/>
                      <a:pt x="301384" y="33"/>
                    </a:cubicBezTo>
                    <a:cubicBezTo>
                      <a:pt x="465976" y="2510"/>
                      <a:pt x="599421" y="139574"/>
                      <a:pt x="596945" y="303785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3CFC9F2D-E2FC-A576-C3F5-6A5C1EFA7B87}"/>
                  </a:ext>
                </a:extLst>
              </p:cNvPr>
              <p:cNvSpPr/>
              <p:nvPr/>
            </p:nvSpPr>
            <p:spPr>
              <a:xfrm>
                <a:off x="5796675" y="2633930"/>
                <a:ext cx="596789" cy="595901"/>
              </a:xfrm>
              <a:custGeom>
                <a:avLst/>
                <a:gdLst>
                  <a:gd name="connsiteX0" fmla="*/ 596790 w 596789"/>
                  <a:gd name="connsiteY0" fmla="*/ 298912 h 595901"/>
                  <a:gd name="connsiteX1" fmla="*/ 301229 w 596789"/>
                  <a:gd name="connsiteY1" fmla="*/ 595902 h 595901"/>
                  <a:gd name="connsiteX2" fmla="*/ 49 w 596789"/>
                  <a:gd name="connsiteY2" fmla="*/ 294055 h 595901"/>
                  <a:gd name="connsiteX3" fmla="*/ 296562 w 596789"/>
                  <a:gd name="connsiteY3" fmla="*/ 18 h 595901"/>
                  <a:gd name="connsiteX4" fmla="*/ 596790 w 596789"/>
                  <a:gd name="connsiteY4" fmla="*/ 298912 h 5959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789" h="595901">
                    <a:moveTo>
                      <a:pt x="596790" y="298912"/>
                    </a:moveTo>
                    <a:cubicBezTo>
                      <a:pt x="592980" y="462647"/>
                      <a:pt x="476965" y="595997"/>
                      <a:pt x="301229" y="595902"/>
                    </a:cubicBezTo>
                    <a:cubicBezTo>
                      <a:pt x="118921" y="595807"/>
                      <a:pt x="3382" y="464362"/>
                      <a:pt x="49" y="294055"/>
                    </a:cubicBezTo>
                    <a:cubicBezTo>
                      <a:pt x="-2999" y="137845"/>
                      <a:pt x="137685" y="1828"/>
                      <a:pt x="296562" y="18"/>
                    </a:cubicBezTo>
                    <a:cubicBezTo>
                      <a:pt x="460011" y="-1792"/>
                      <a:pt x="596409" y="134035"/>
                      <a:pt x="596790" y="298912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4760EFFC-25D9-638F-4EDA-DE833993E8D4}"/>
                  </a:ext>
                </a:extLst>
              </p:cNvPr>
              <p:cNvSpPr/>
              <p:nvPr/>
            </p:nvSpPr>
            <p:spPr>
              <a:xfrm>
                <a:off x="6873279" y="2634036"/>
                <a:ext cx="596320" cy="595911"/>
              </a:xfrm>
              <a:custGeom>
                <a:avLst/>
                <a:gdLst>
                  <a:gd name="connsiteX0" fmla="*/ 596226 w 596320"/>
                  <a:gd name="connsiteY0" fmla="*/ 299283 h 595911"/>
                  <a:gd name="connsiteX1" fmla="*/ 300188 w 596320"/>
                  <a:gd name="connsiteY1" fmla="*/ 595891 h 595911"/>
                  <a:gd name="connsiteX2" fmla="*/ 56 w 596320"/>
                  <a:gd name="connsiteY2" fmla="*/ 298330 h 595911"/>
                  <a:gd name="connsiteX3" fmla="*/ 296283 w 596320"/>
                  <a:gd name="connsiteY3" fmla="*/ 7 h 595911"/>
                  <a:gd name="connsiteX4" fmla="*/ 596321 w 596320"/>
                  <a:gd name="connsiteY4" fmla="*/ 299378 h 595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320" h="595911">
                    <a:moveTo>
                      <a:pt x="596226" y="299283"/>
                    </a:moveTo>
                    <a:cubicBezTo>
                      <a:pt x="592130" y="447873"/>
                      <a:pt x="491546" y="593796"/>
                      <a:pt x="300188" y="595891"/>
                    </a:cubicBezTo>
                    <a:cubicBezTo>
                      <a:pt x="125595" y="597796"/>
                      <a:pt x="3389" y="467875"/>
                      <a:pt x="56" y="298330"/>
                    </a:cubicBezTo>
                    <a:cubicBezTo>
                      <a:pt x="-3183" y="137548"/>
                      <a:pt x="135501" y="1150"/>
                      <a:pt x="296283" y="7"/>
                    </a:cubicBezTo>
                    <a:cubicBezTo>
                      <a:pt x="459732" y="-1136"/>
                      <a:pt x="596035" y="134786"/>
                      <a:pt x="596321" y="299378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7C9F176B-457B-CA1A-803F-2803931C4589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82835" y="5352224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9FD09E68-9468-4F76-FDCC-CED5DD22A838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54315" y="4955135"/>
              <a:ext cx="0" cy="1297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6E75E946-9F90-A375-7DB1-556FB56B04C1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459467" y="4929690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83F9033B-7FE8-9E7B-F6E8-50D6B9DD48AF}"/>
              </a:ext>
            </a:extLst>
          </p:cNvPr>
          <p:cNvSpPr/>
          <p:nvPr/>
        </p:nvSpPr>
        <p:spPr>
          <a:xfrm>
            <a:off x="1478289" y="4489273"/>
            <a:ext cx="7756229" cy="49945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bg2"/>
                </a:solidFill>
              </a:rPr>
              <a:t>Leverage </a:t>
            </a:r>
            <a:r>
              <a:rPr lang="en-US" sz="1400" b="1" dirty="0">
                <a:solidFill>
                  <a:schemeClr val="bg2"/>
                </a:solidFill>
              </a:rPr>
              <a:t>forecasting insights</a:t>
            </a:r>
            <a:r>
              <a:rPr lang="en-US" sz="1400" dirty="0">
                <a:solidFill>
                  <a:schemeClr val="bg2"/>
                </a:solidFill>
              </a:rPr>
              <a:t> for demand and inventory planning.</a:t>
            </a:r>
            <a:endParaRPr lang="en-GB" sz="1400" dirty="0">
              <a:solidFill>
                <a:schemeClr val="bg2"/>
              </a:solidFill>
            </a:endParaRPr>
          </a:p>
        </p:txBody>
      </p:sp>
      <p:grpSp>
        <p:nvGrpSpPr>
          <p:cNvPr id="85" name="Group 84">
            <a:extLst>
              <a:ext uri="{FF2B5EF4-FFF2-40B4-BE49-F238E27FC236}">
                <a16:creationId xmlns:a16="http://schemas.microsoft.com/office/drawing/2014/main" id="{83D84B8D-C103-15E1-AFF7-9EBC1C8CB6C5}"/>
              </a:ext>
            </a:extLst>
          </p:cNvPr>
          <p:cNvGrpSpPr/>
          <p:nvPr/>
        </p:nvGrpSpPr>
        <p:grpSpPr>
          <a:xfrm>
            <a:off x="820762" y="4403353"/>
            <a:ext cx="439887" cy="671294"/>
            <a:chOff x="10426431" y="4929690"/>
            <a:chExt cx="483876" cy="738423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7A86359-476B-B5D5-E260-29E7E9618405}"/>
                </a:ext>
              </a:extLst>
            </p:cNvPr>
            <p:cNvGrpSpPr/>
            <p:nvPr/>
          </p:nvGrpSpPr>
          <p:grpSpPr>
            <a:xfrm rot="1800000">
              <a:off x="10426431" y="5068636"/>
              <a:ext cx="483876" cy="452436"/>
              <a:chOff x="3600440" y="1095389"/>
              <a:chExt cx="4990540" cy="4666282"/>
            </a:xfrm>
          </p:grpSpPr>
          <p:sp>
            <p:nvSpPr>
              <p:cNvPr id="90" name="Freeform: Shape 89">
                <a:extLst>
                  <a:ext uri="{FF2B5EF4-FFF2-40B4-BE49-F238E27FC236}">
                    <a16:creationId xmlns:a16="http://schemas.microsoft.com/office/drawing/2014/main" id="{26918558-F699-F388-F334-E89227FB6F50}"/>
                  </a:ext>
                </a:extLst>
              </p:cNvPr>
              <p:cNvSpPr/>
              <p:nvPr/>
            </p:nvSpPr>
            <p:spPr>
              <a:xfrm>
                <a:off x="3600440" y="1095389"/>
                <a:ext cx="4990540" cy="4666282"/>
              </a:xfrm>
              <a:custGeom>
                <a:avLst/>
                <a:gdLst>
                  <a:gd name="connsiteX0" fmla="*/ 1649930 w 4990540"/>
                  <a:gd name="connsiteY0" fmla="*/ 4666283 h 4666282"/>
                  <a:gd name="connsiteX1" fmla="*/ 1674504 w 4990540"/>
                  <a:gd name="connsiteY1" fmla="*/ 4129359 h 4666282"/>
                  <a:gd name="connsiteX2" fmla="*/ 1698793 w 4990540"/>
                  <a:gd name="connsiteY2" fmla="*/ 3606532 h 4666282"/>
                  <a:gd name="connsiteX3" fmla="*/ 1655549 w 4990540"/>
                  <a:gd name="connsiteY3" fmla="*/ 3576623 h 4666282"/>
                  <a:gd name="connsiteX4" fmla="*/ 898312 w 4990540"/>
                  <a:gd name="connsiteY4" fmla="*/ 3576623 h 4666282"/>
                  <a:gd name="connsiteX5" fmla="*/ 564937 w 4990540"/>
                  <a:gd name="connsiteY5" fmla="*/ 3576433 h 4666282"/>
                  <a:gd name="connsiteX6" fmla="*/ 295 w 4990540"/>
                  <a:gd name="connsiteY6" fmla="*/ 3013029 h 4666282"/>
                  <a:gd name="connsiteX7" fmla="*/ 9 w 4990540"/>
                  <a:gd name="connsiteY7" fmla="*/ 565199 h 4666282"/>
                  <a:gd name="connsiteX8" fmla="*/ 557888 w 4990540"/>
                  <a:gd name="connsiteY8" fmla="*/ 747 h 4666282"/>
                  <a:gd name="connsiteX9" fmla="*/ 2691393 w 4990540"/>
                  <a:gd name="connsiteY9" fmla="*/ 271 h 4666282"/>
                  <a:gd name="connsiteX10" fmla="*/ 4419990 w 4990540"/>
                  <a:gd name="connsiteY10" fmla="*/ 462 h 4666282"/>
                  <a:gd name="connsiteX11" fmla="*/ 4967011 w 4990540"/>
                  <a:gd name="connsiteY11" fmla="*/ 398797 h 4666282"/>
                  <a:gd name="connsiteX12" fmla="*/ 4989014 w 4990540"/>
                  <a:gd name="connsiteY12" fmla="*/ 577010 h 4666282"/>
                  <a:gd name="connsiteX13" fmla="*/ 4990538 w 4990540"/>
                  <a:gd name="connsiteY13" fmla="*/ 2995979 h 4666282"/>
                  <a:gd name="connsiteX14" fmla="*/ 4554864 w 4990540"/>
                  <a:gd name="connsiteY14" fmla="*/ 3561669 h 4666282"/>
                  <a:gd name="connsiteX15" fmla="*/ 4418181 w 4990540"/>
                  <a:gd name="connsiteY15" fmla="*/ 3576814 h 4666282"/>
                  <a:gd name="connsiteX16" fmla="*/ 3023054 w 4990540"/>
                  <a:gd name="connsiteY16" fmla="*/ 3575671 h 4666282"/>
                  <a:gd name="connsiteX17" fmla="*/ 2924946 w 4990540"/>
                  <a:gd name="connsiteY17" fmla="*/ 3611866 h 4666282"/>
                  <a:gd name="connsiteX18" fmla="*/ 1684220 w 4990540"/>
                  <a:gd name="connsiteY18" fmla="*/ 4642756 h 4666282"/>
                  <a:gd name="connsiteX19" fmla="*/ 1649930 w 4990540"/>
                  <a:gd name="connsiteY19" fmla="*/ 4666283 h 4666282"/>
                  <a:gd name="connsiteX20" fmla="*/ 1858051 w 4990540"/>
                  <a:gd name="connsiteY20" fmla="*/ 4248612 h 4666282"/>
                  <a:gd name="connsiteX21" fmla="*/ 1898532 w 4990540"/>
                  <a:gd name="connsiteY21" fmla="*/ 4219465 h 4666282"/>
                  <a:gd name="connsiteX22" fmla="*/ 2864843 w 4990540"/>
                  <a:gd name="connsiteY22" fmla="*/ 3416984 h 4666282"/>
                  <a:gd name="connsiteX23" fmla="*/ 2950473 w 4990540"/>
                  <a:gd name="connsiteY23" fmla="*/ 3386218 h 4666282"/>
                  <a:gd name="connsiteX24" fmla="*/ 4412275 w 4990540"/>
                  <a:gd name="connsiteY24" fmla="*/ 3386885 h 4666282"/>
                  <a:gd name="connsiteX25" fmla="*/ 4802133 w 4990540"/>
                  <a:gd name="connsiteY25" fmla="*/ 2996551 h 4666282"/>
                  <a:gd name="connsiteX26" fmla="*/ 4802133 w 4990540"/>
                  <a:gd name="connsiteY26" fmla="*/ 577677 h 4666282"/>
                  <a:gd name="connsiteX27" fmla="*/ 4411037 w 4990540"/>
                  <a:gd name="connsiteY27" fmla="*/ 185914 h 4666282"/>
                  <a:gd name="connsiteX28" fmla="*/ 606656 w 4990540"/>
                  <a:gd name="connsiteY28" fmla="*/ 184770 h 4666282"/>
                  <a:gd name="connsiteX29" fmla="*/ 452351 w 4990540"/>
                  <a:gd name="connsiteY29" fmla="*/ 203916 h 4666282"/>
                  <a:gd name="connsiteX30" fmla="*/ 186794 w 4990540"/>
                  <a:gd name="connsiteY30" fmla="*/ 602442 h 4666282"/>
                  <a:gd name="connsiteX31" fmla="*/ 186509 w 4990540"/>
                  <a:gd name="connsiteY31" fmla="*/ 2992741 h 4666282"/>
                  <a:gd name="connsiteX32" fmla="*/ 584368 w 4990540"/>
                  <a:gd name="connsiteY32" fmla="*/ 3388790 h 4666282"/>
                  <a:gd name="connsiteX33" fmla="*/ 1836715 w 4990540"/>
                  <a:gd name="connsiteY33" fmla="*/ 3386980 h 4666282"/>
                  <a:gd name="connsiteX34" fmla="*/ 1870052 w 4990540"/>
                  <a:gd name="connsiteY34" fmla="*/ 3386885 h 4666282"/>
                  <a:gd name="connsiteX35" fmla="*/ 1896341 w 4990540"/>
                  <a:gd name="connsiteY35" fmla="*/ 3414793 h 4666282"/>
                  <a:gd name="connsiteX36" fmla="*/ 1872910 w 4990540"/>
                  <a:gd name="connsiteY36" fmla="*/ 3880376 h 4666282"/>
                  <a:gd name="connsiteX37" fmla="*/ 1858051 w 4990540"/>
                  <a:gd name="connsiteY37" fmla="*/ 4248517 h 46662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4990540" h="4666282">
                    <a:moveTo>
                      <a:pt x="1649930" y="4666283"/>
                    </a:moveTo>
                    <a:cubicBezTo>
                      <a:pt x="1658407" y="4480927"/>
                      <a:pt x="1666503" y="4305190"/>
                      <a:pt x="1674504" y="4129359"/>
                    </a:cubicBezTo>
                    <a:cubicBezTo>
                      <a:pt x="1682410" y="3955051"/>
                      <a:pt x="1689649" y="3780744"/>
                      <a:pt x="1698793" y="3606532"/>
                    </a:cubicBezTo>
                    <a:cubicBezTo>
                      <a:pt x="1700793" y="3568051"/>
                      <a:pt x="1675933" y="3576718"/>
                      <a:pt x="1655549" y="3576623"/>
                    </a:cubicBezTo>
                    <a:cubicBezTo>
                      <a:pt x="1403137" y="3576433"/>
                      <a:pt x="1150724" y="3576623"/>
                      <a:pt x="898312" y="3576623"/>
                    </a:cubicBezTo>
                    <a:cubicBezTo>
                      <a:pt x="787155" y="3576623"/>
                      <a:pt x="676094" y="3577195"/>
                      <a:pt x="564937" y="3576433"/>
                    </a:cubicBezTo>
                    <a:cubicBezTo>
                      <a:pt x="215846" y="3573956"/>
                      <a:pt x="-1039" y="3291349"/>
                      <a:pt x="295" y="3013029"/>
                    </a:cubicBezTo>
                    <a:cubicBezTo>
                      <a:pt x="4295" y="2197117"/>
                      <a:pt x="4772" y="1381111"/>
                      <a:pt x="9" y="565199"/>
                    </a:cubicBezTo>
                    <a:cubicBezTo>
                      <a:pt x="-1610" y="288307"/>
                      <a:pt x="214988" y="1319"/>
                      <a:pt x="557888" y="747"/>
                    </a:cubicBezTo>
                    <a:cubicBezTo>
                      <a:pt x="1269120" y="-586"/>
                      <a:pt x="1980257" y="271"/>
                      <a:pt x="2691393" y="271"/>
                    </a:cubicBezTo>
                    <a:cubicBezTo>
                      <a:pt x="3267560" y="271"/>
                      <a:pt x="3843823" y="-110"/>
                      <a:pt x="4419990" y="462"/>
                    </a:cubicBezTo>
                    <a:cubicBezTo>
                      <a:pt x="4682499" y="747"/>
                      <a:pt x="4890239" y="153433"/>
                      <a:pt x="4967011" y="398797"/>
                    </a:cubicBezTo>
                    <a:cubicBezTo>
                      <a:pt x="4985299" y="457090"/>
                      <a:pt x="4988919" y="517002"/>
                      <a:pt x="4989014" y="577010"/>
                    </a:cubicBezTo>
                    <a:cubicBezTo>
                      <a:pt x="4989680" y="1383301"/>
                      <a:pt x="4988347" y="2189688"/>
                      <a:pt x="4990538" y="2995979"/>
                    </a:cubicBezTo>
                    <a:cubicBezTo>
                      <a:pt x="4991395" y="3301732"/>
                      <a:pt x="4790322" y="3510710"/>
                      <a:pt x="4554864" y="3561669"/>
                    </a:cubicBezTo>
                    <a:cubicBezTo>
                      <a:pt x="4510097" y="3571384"/>
                      <a:pt x="4464472" y="3576909"/>
                      <a:pt x="4418181" y="3576814"/>
                    </a:cubicBezTo>
                    <a:cubicBezTo>
                      <a:pt x="3953170" y="3576433"/>
                      <a:pt x="3488064" y="3577004"/>
                      <a:pt x="3023054" y="3575671"/>
                    </a:cubicBezTo>
                    <a:cubicBezTo>
                      <a:pt x="2983620" y="3575576"/>
                      <a:pt x="2954569" y="3587196"/>
                      <a:pt x="2924946" y="3611866"/>
                    </a:cubicBezTo>
                    <a:cubicBezTo>
                      <a:pt x="2511847" y="3956099"/>
                      <a:pt x="2097986" y="4299380"/>
                      <a:pt x="1684220" y="4642756"/>
                    </a:cubicBezTo>
                    <a:cubicBezTo>
                      <a:pt x="1676123" y="4649519"/>
                      <a:pt x="1666694" y="4654853"/>
                      <a:pt x="1649930" y="4666283"/>
                    </a:cubicBezTo>
                    <a:close/>
                    <a:moveTo>
                      <a:pt x="1858051" y="4248612"/>
                    </a:moveTo>
                    <a:cubicBezTo>
                      <a:pt x="1876529" y="4235372"/>
                      <a:pt x="1888150" y="4228133"/>
                      <a:pt x="1898532" y="4219465"/>
                    </a:cubicBezTo>
                    <a:cubicBezTo>
                      <a:pt x="2220858" y="3952194"/>
                      <a:pt x="2543184" y="3685018"/>
                      <a:pt x="2864843" y="3416984"/>
                    </a:cubicBezTo>
                    <a:cubicBezTo>
                      <a:pt x="2890751" y="3395362"/>
                      <a:pt x="2916469" y="3386218"/>
                      <a:pt x="2950473" y="3386218"/>
                    </a:cubicBezTo>
                    <a:cubicBezTo>
                      <a:pt x="3437772" y="3387266"/>
                      <a:pt x="3924976" y="3386980"/>
                      <a:pt x="4412275" y="3386885"/>
                    </a:cubicBezTo>
                    <a:cubicBezTo>
                      <a:pt x="4646971" y="3386885"/>
                      <a:pt x="4802038" y="3232009"/>
                      <a:pt x="4802133" y="2996551"/>
                    </a:cubicBezTo>
                    <a:cubicBezTo>
                      <a:pt x="4802419" y="2190259"/>
                      <a:pt x="4802324" y="1383968"/>
                      <a:pt x="4802133" y="577677"/>
                    </a:cubicBezTo>
                    <a:cubicBezTo>
                      <a:pt x="4802133" y="346315"/>
                      <a:pt x="4641637" y="186009"/>
                      <a:pt x="4411037" y="185914"/>
                    </a:cubicBezTo>
                    <a:cubicBezTo>
                      <a:pt x="3142878" y="185532"/>
                      <a:pt x="1874815" y="185152"/>
                      <a:pt x="606656" y="184770"/>
                    </a:cubicBezTo>
                    <a:cubicBezTo>
                      <a:pt x="554364" y="184770"/>
                      <a:pt x="502548" y="188390"/>
                      <a:pt x="452351" y="203916"/>
                    </a:cubicBezTo>
                    <a:cubicBezTo>
                      <a:pt x="280044" y="257256"/>
                      <a:pt x="186699" y="396511"/>
                      <a:pt x="186794" y="602442"/>
                    </a:cubicBezTo>
                    <a:cubicBezTo>
                      <a:pt x="186890" y="1399208"/>
                      <a:pt x="189747" y="2195974"/>
                      <a:pt x="186509" y="2992741"/>
                    </a:cubicBezTo>
                    <a:cubicBezTo>
                      <a:pt x="185556" y="3219817"/>
                      <a:pt x="357673" y="3392219"/>
                      <a:pt x="584368" y="3388790"/>
                    </a:cubicBezTo>
                    <a:cubicBezTo>
                      <a:pt x="1001753" y="3382408"/>
                      <a:pt x="1419234" y="3386980"/>
                      <a:pt x="1836715" y="3386980"/>
                    </a:cubicBezTo>
                    <a:cubicBezTo>
                      <a:pt x="1847859" y="3386980"/>
                      <a:pt x="1859003" y="3387742"/>
                      <a:pt x="1870052" y="3386885"/>
                    </a:cubicBezTo>
                    <a:cubicBezTo>
                      <a:pt x="1890817" y="3385361"/>
                      <a:pt x="1897484" y="3394029"/>
                      <a:pt x="1896341" y="3414793"/>
                    </a:cubicBezTo>
                    <a:cubicBezTo>
                      <a:pt x="1887959" y="3569955"/>
                      <a:pt x="1880054" y="3725213"/>
                      <a:pt x="1872910" y="3880376"/>
                    </a:cubicBezTo>
                    <a:cubicBezTo>
                      <a:pt x="1867385" y="4000105"/>
                      <a:pt x="1863194" y="4119834"/>
                      <a:pt x="1858051" y="4248517"/>
                    </a:cubicBezTo>
                    <a:close/>
                  </a:path>
                </a:pathLst>
              </a:custGeom>
              <a:solidFill>
                <a:schemeClr val="tx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9F0BD3CE-B1D7-1D84-686E-9AAEF4C2434E}"/>
                  </a:ext>
                </a:extLst>
              </p:cNvPr>
              <p:cNvSpPr/>
              <p:nvPr/>
            </p:nvSpPr>
            <p:spPr>
              <a:xfrm>
                <a:off x="4720958" y="2633915"/>
                <a:ext cx="596978" cy="596883"/>
              </a:xfrm>
              <a:custGeom>
                <a:avLst/>
                <a:gdLst>
                  <a:gd name="connsiteX0" fmla="*/ 596945 w 596978"/>
                  <a:gd name="connsiteY0" fmla="*/ 303690 h 596883"/>
                  <a:gd name="connsiteX1" fmla="*/ 296336 w 596978"/>
                  <a:gd name="connsiteY1" fmla="*/ 596870 h 596883"/>
                  <a:gd name="connsiteX2" fmla="*/ 13 w 596978"/>
                  <a:gd name="connsiteY2" fmla="*/ 298737 h 596883"/>
                  <a:gd name="connsiteX3" fmla="*/ 301384 w 596978"/>
                  <a:gd name="connsiteY3" fmla="*/ 33 h 596883"/>
                  <a:gd name="connsiteX4" fmla="*/ 596945 w 596978"/>
                  <a:gd name="connsiteY4" fmla="*/ 303785 h 5968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978" h="596883">
                    <a:moveTo>
                      <a:pt x="596945" y="303690"/>
                    </a:moveTo>
                    <a:cubicBezTo>
                      <a:pt x="591325" y="460186"/>
                      <a:pt x="477977" y="595060"/>
                      <a:pt x="296336" y="596870"/>
                    </a:cubicBezTo>
                    <a:cubicBezTo>
                      <a:pt x="132506" y="598489"/>
                      <a:pt x="-1511" y="458567"/>
                      <a:pt x="13" y="298737"/>
                    </a:cubicBezTo>
                    <a:cubicBezTo>
                      <a:pt x="1632" y="134526"/>
                      <a:pt x="139840" y="-2443"/>
                      <a:pt x="301384" y="33"/>
                    </a:cubicBezTo>
                    <a:cubicBezTo>
                      <a:pt x="465976" y="2510"/>
                      <a:pt x="599421" y="139574"/>
                      <a:pt x="596945" y="303785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81CE5D02-C56C-AFAA-A346-988B7F3275B0}"/>
                  </a:ext>
                </a:extLst>
              </p:cNvPr>
              <p:cNvSpPr/>
              <p:nvPr/>
            </p:nvSpPr>
            <p:spPr>
              <a:xfrm>
                <a:off x="5796675" y="2633930"/>
                <a:ext cx="596789" cy="595901"/>
              </a:xfrm>
              <a:custGeom>
                <a:avLst/>
                <a:gdLst>
                  <a:gd name="connsiteX0" fmla="*/ 596790 w 596789"/>
                  <a:gd name="connsiteY0" fmla="*/ 298912 h 595901"/>
                  <a:gd name="connsiteX1" fmla="*/ 301229 w 596789"/>
                  <a:gd name="connsiteY1" fmla="*/ 595902 h 595901"/>
                  <a:gd name="connsiteX2" fmla="*/ 49 w 596789"/>
                  <a:gd name="connsiteY2" fmla="*/ 294055 h 595901"/>
                  <a:gd name="connsiteX3" fmla="*/ 296562 w 596789"/>
                  <a:gd name="connsiteY3" fmla="*/ 18 h 595901"/>
                  <a:gd name="connsiteX4" fmla="*/ 596790 w 596789"/>
                  <a:gd name="connsiteY4" fmla="*/ 298912 h 5959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789" h="595901">
                    <a:moveTo>
                      <a:pt x="596790" y="298912"/>
                    </a:moveTo>
                    <a:cubicBezTo>
                      <a:pt x="592980" y="462647"/>
                      <a:pt x="476965" y="595997"/>
                      <a:pt x="301229" y="595902"/>
                    </a:cubicBezTo>
                    <a:cubicBezTo>
                      <a:pt x="118921" y="595807"/>
                      <a:pt x="3382" y="464362"/>
                      <a:pt x="49" y="294055"/>
                    </a:cubicBezTo>
                    <a:cubicBezTo>
                      <a:pt x="-2999" y="137845"/>
                      <a:pt x="137685" y="1828"/>
                      <a:pt x="296562" y="18"/>
                    </a:cubicBezTo>
                    <a:cubicBezTo>
                      <a:pt x="460011" y="-1792"/>
                      <a:pt x="596409" y="134035"/>
                      <a:pt x="596790" y="298912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93" name="Freeform: Shape 92">
                <a:extLst>
                  <a:ext uri="{FF2B5EF4-FFF2-40B4-BE49-F238E27FC236}">
                    <a16:creationId xmlns:a16="http://schemas.microsoft.com/office/drawing/2014/main" id="{D542656A-CC52-C0C0-CA43-CC732ECA9397}"/>
                  </a:ext>
                </a:extLst>
              </p:cNvPr>
              <p:cNvSpPr/>
              <p:nvPr/>
            </p:nvSpPr>
            <p:spPr>
              <a:xfrm>
                <a:off x="6873279" y="2634036"/>
                <a:ext cx="596320" cy="595911"/>
              </a:xfrm>
              <a:custGeom>
                <a:avLst/>
                <a:gdLst>
                  <a:gd name="connsiteX0" fmla="*/ 596226 w 596320"/>
                  <a:gd name="connsiteY0" fmla="*/ 299283 h 595911"/>
                  <a:gd name="connsiteX1" fmla="*/ 300188 w 596320"/>
                  <a:gd name="connsiteY1" fmla="*/ 595891 h 595911"/>
                  <a:gd name="connsiteX2" fmla="*/ 56 w 596320"/>
                  <a:gd name="connsiteY2" fmla="*/ 298330 h 595911"/>
                  <a:gd name="connsiteX3" fmla="*/ 296283 w 596320"/>
                  <a:gd name="connsiteY3" fmla="*/ 7 h 595911"/>
                  <a:gd name="connsiteX4" fmla="*/ 596321 w 596320"/>
                  <a:gd name="connsiteY4" fmla="*/ 299378 h 595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320" h="595911">
                    <a:moveTo>
                      <a:pt x="596226" y="299283"/>
                    </a:moveTo>
                    <a:cubicBezTo>
                      <a:pt x="592130" y="447873"/>
                      <a:pt x="491546" y="593796"/>
                      <a:pt x="300188" y="595891"/>
                    </a:cubicBezTo>
                    <a:cubicBezTo>
                      <a:pt x="125595" y="597796"/>
                      <a:pt x="3389" y="467875"/>
                      <a:pt x="56" y="298330"/>
                    </a:cubicBezTo>
                    <a:cubicBezTo>
                      <a:pt x="-3183" y="137548"/>
                      <a:pt x="135501" y="1150"/>
                      <a:pt x="296283" y="7"/>
                    </a:cubicBezTo>
                    <a:cubicBezTo>
                      <a:pt x="459732" y="-1136"/>
                      <a:pt x="596035" y="134786"/>
                      <a:pt x="596321" y="299378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64ACA6FA-27A4-CD23-2659-CF2BAB5A61BB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82835" y="5352224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84CA774F-2E9C-9A88-9AAE-67EE23EA9C81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54315" y="4955135"/>
              <a:ext cx="0" cy="1297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F54988B5-BDBE-D27B-F28D-050CCF3DB2C5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459467" y="4929690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2E590650-3948-3DFF-2125-22A3F5EA0C7B}"/>
              </a:ext>
            </a:extLst>
          </p:cNvPr>
          <p:cNvSpPr/>
          <p:nvPr/>
        </p:nvSpPr>
        <p:spPr>
          <a:xfrm>
            <a:off x="1459142" y="1377216"/>
            <a:ext cx="7756229" cy="49945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1800"/>
              </a:spcAft>
            </a:pPr>
            <a:r>
              <a:rPr lang="en-US" sz="1400" dirty="0">
                <a:solidFill>
                  <a:schemeClr val="bg2"/>
                </a:solidFill>
                <a:cs typeface="Arial" panose="020B0604020202020204" pitchFamily="34" charset="0"/>
              </a:rPr>
              <a:t>Improve inventory planning for </a:t>
            </a:r>
            <a:r>
              <a:rPr lang="en-US" sz="1400" b="1" dirty="0">
                <a:solidFill>
                  <a:schemeClr val="bg2"/>
                </a:solidFill>
                <a:cs typeface="Arial" panose="020B0604020202020204" pitchFamily="34" charset="0"/>
              </a:rPr>
              <a:t>high stockout-risk products.</a:t>
            </a:r>
            <a:endParaRPr lang="en-GB" sz="1400" b="1" dirty="0">
              <a:solidFill>
                <a:schemeClr val="bg2"/>
              </a:solidFill>
              <a:cs typeface="Arial" panose="020B0604020202020204" pitchFamily="34" charset="0"/>
            </a:endParaRP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78EA28E7-6989-E785-2D16-0A2C851B1FBB}"/>
              </a:ext>
            </a:extLst>
          </p:cNvPr>
          <p:cNvGrpSpPr/>
          <p:nvPr/>
        </p:nvGrpSpPr>
        <p:grpSpPr>
          <a:xfrm>
            <a:off x="801615" y="1291296"/>
            <a:ext cx="439887" cy="671294"/>
            <a:chOff x="10426431" y="4929690"/>
            <a:chExt cx="483876" cy="738423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DE1DD47C-353D-5A32-5DFD-72EC5B2E9789}"/>
                </a:ext>
              </a:extLst>
            </p:cNvPr>
            <p:cNvGrpSpPr/>
            <p:nvPr/>
          </p:nvGrpSpPr>
          <p:grpSpPr>
            <a:xfrm rot="1800000">
              <a:off x="10426431" y="5068636"/>
              <a:ext cx="483876" cy="452436"/>
              <a:chOff x="3600440" y="1095389"/>
              <a:chExt cx="4990540" cy="4666282"/>
            </a:xfrm>
          </p:grpSpPr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6692F94A-2414-BBEA-935C-2C0419327096}"/>
                  </a:ext>
                </a:extLst>
              </p:cNvPr>
              <p:cNvSpPr/>
              <p:nvPr/>
            </p:nvSpPr>
            <p:spPr>
              <a:xfrm>
                <a:off x="3600440" y="1095389"/>
                <a:ext cx="4990540" cy="4666282"/>
              </a:xfrm>
              <a:custGeom>
                <a:avLst/>
                <a:gdLst>
                  <a:gd name="connsiteX0" fmla="*/ 1649930 w 4990540"/>
                  <a:gd name="connsiteY0" fmla="*/ 4666283 h 4666282"/>
                  <a:gd name="connsiteX1" fmla="*/ 1674504 w 4990540"/>
                  <a:gd name="connsiteY1" fmla="*/ 4129359 h 4666282"/>
                  <a:gd name="connsiteX2" fmla="*/ 1698793 w 4990540"/>
                  <a:gd name="connsiteY2" fmla="*/ 3606532 h 4666282"/>
                  <a:gd name="connsiteX3" fmla="*/ 1655549 w 4990540"/>
                  <a:gd name="connsiteY3" fmla="*/ 3576623 h 4666282"/>
                  <a:gd name="connsiteX4" fmla="*/ 898312 w 4990540"/>
                  <a:gd name="connsiteY4" fmla="*/ 3576623 h 4666282"/>
                  <a:gd name="connsiteX5" fmla="*/ 564937 w 4990540"/>
                  <a:gd name="connsiteY5" fmla="*/ 3576433 h 4666282"/>
                  <a:gd name="connsiteX6" fmla="*/ 295 w 4990540"/>
                  <a:gd name="connsiteY6" fmla="*/ 3013029 h 4666282"/>
                  <a:gd name="connsiteX7" fmla="*/ 9 w 4990540"/>
                  <a:gd name="connsiteY7" fmla="*/ 565199 h 4666282"/>
                  <a:gd name="connsiteX8" fmla="*/ 557888 w 4990540"/>
                  <a:gd name="connsiteY8" fmla="*/ 747 h 4666282"/>
                  <a:gd name="connsiteX9" fmla="*/ 2691393 w 4990540"/>
                  <a:gd name="connsiteY9" fmla="*/ 271 h 4666282"/>
                  <a:gd name="connsiteX10" fmla="*/ 4419990 w 4990540"/>
                  <a:gd name="connsiteY10" fmla="*/ 462 h 4666282"/>
                  <a:gd name="connsiteX11" fmla="*/ 4967011 w 4990540"/>
                  <a:gd name="connsiteY11" fmla="*/ 398797 h 4666282"/>
                  <a:gd name="connsiteX12" fmla="*/ 4989014 w 4990540"/>
                  <a:gd name="connsiteY12" fmla="*/ 577010 h 4666282"/>
                  <a:gd name="connsiteX13" fmla="*/ 4990538 w 4990540"/>
                  <a:gd name="connsiteY13" fmla="*/ 2995979 h 4666282"/>
                  <a:gd name="connsiteX14" fmla="*/ 4554864 w 4990540"/>
                  <a:gd name="connsiteY14" fmla="*/ 3561669 h 4666282"/>
                  <a:gd name="connsiteX15" fmla="*/ 4418181 w 4990540"/>
                  <a:gd name="connsiteY15" fmla="*/ 3576814 h 4666282"/>
                  <a:gd name="connsiteX16" fmla="*/ 3023054 w 4990540"/>
                  <a:gd name="connsiteY16" fmla="*/ 3575671 h 4666282"/>
                  <a:gd name="connsiteX17" fmla="*/ 2924946 w 4990540"/>
                  <a:gd name="connsiteY17" fmla="*/ 3611866 h 4666282"/>
                  <a:gd name="connsiteX18" fmla="*/ 1684220 w 4990540"/>
                  <a:gd name="connsiteY18" fmla="*/ 4642756 h 4666282"/>
                  <a:gd name="connsiteX19" fmla="*/ 1649930 w 4990540"/>
                  <a:gd name="connsiteY19" fmla="*/ 4666283 h 4666282"/>
                  <a:gd name="connsiteX20" fmla="*/ 1858051 w 4990540"/>
                  <a:gd name="connsiteY20" fmla="*/ 4248612 h 4666282"/>
                  <a:gd name="connsiteX21" fmla="*/ 1898532 w 4990540"/>
                  <a:gd name="connsiteY21" fmla="*/ 4219465 h 4666282"/>
                  <a:gd name="connsiteX22" fmla="*/ 2864843 w 4990540"/>
                  <a:gd name="connsiteY22" fmla="*/ 3416984 h 4666282"/>
                  <a:gd name="connsiteX23" fmla="*/ 2950473 w 4990540"/>
                  <a:gd name="connsiteY23" fmla="*/ 3386218 h 4666282"/>
                  <a:gd name="connsiteX24" fmla="*/ 4412275 w 4990540"/>
                  <a:gd name="connsiteY24" fmla="*/ 3386885 h 4666282"/>
                  <a:gd name="connsiteX25" fmla="*/ 4802133 w 4990540"/>
                  <a:gd name="connsiteY25" fmla="*/ 2996551 h 4666282"/>
                  <a:gd name="connsiteX26" fmla="*/ 4802133 w 4990540"/>
                  <a:gd name="connsiteY26" fmla="*/ 577677 h 4666282"/>
                  <a:gd name="connsiteX27" fmla="*/ 4411037 w 4990540"/>
                  <a:gd name="connsiteY27" fmla="*/ 185914 h 4666282"/>
                  <a:gd name="connsiteX28" fmla="*/ 606656 w 4990540"/>
                  <a:gd name="connsiteY28" fmla="*/ 184770 h 4666282"/>
                  <a:gd name="connsiteX29" fmla="*/ 452351 w 4990540"/>
                  <a:gd name="connsiteY29" fmla="*/ 203916 h 4666282"/>
                  <a:gd name="connsiteX30" fmla="*/ 186794 w 4990540"/>
                  <a:gd name="connsiteY30" fmla="*/ 602442 h 4666282"/>
                  <a:gd name="connsiteX31" fmla="*/ 186509 w 4990540"/>
                  <a:gd name="connsiteY31" fmla="*/ 2992741 h 4666282"/>
                  <a:gd name="connsiteX32" fmla="*/ 584368 w 4990540"/>
                  <a:gd name="connsiteY32" fmla="*/ 3388790 h 4666282"/>
                  <a:gd name="connsiteX33" fmla="*/ 1836715 w 4990540"/>
                  <a:gd name="connsiteY33" fmla="*/ 3386980 h 4666282"/>
                  <a:gd name="connsiteX34" fmla="*/ 1870052 w 4990540"/>
                  <a:gd name="connsiteY34" fmla="*/ 3386885 h 4666282"/>
                  <a:gd name="connsiteX35" fmla="*/ 1896341 w 4990540"/>
                  <a:gd name="connsiteY35" fmla="*/ 3414793 h 4666282"/>
                  <a:gd name="connsiteX36" fmla="*/ 1872910 w 4990540"/>
                  <a:gd name="connsiteY36" fmla="*/ 3880376 h 4666282"/>
                  <a:gd name="connsiteX37" fmla="*/ 1858051 w 4990540"/>
                  <a:gd name="connsiteY37" fmla="*/ 4248517 h 46662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4990540" h="4666282">
                    <a:moveTo>
                      <a:pt x="1649930" y="4666283"/>
                    </a:moveTo>
                    <a:cubicBezTo>
                      <a:pt x="1658407" y="4480927"/>
                      <a:pt x="1666503" y="4305190"/>
                      <a:pt x="1674504" y="4129359"/>
                    </a:cubicBezTo>
                    <a:cubicBezTo>
                      <a:pt x="1682410" y="3955051"/>
                      <a:pt x="1689649" y="3780744"/>
                      <a:pt x="1698793" y="3606532"/>
                    </a:cubicBezTo>
                    <a:cubicBezTo>
                      <a:pt x="1700793" y="3568051"/>
                      <a:pt x="1675933" y="3576718"/>
                      <a:pt x="1655549" y="3576623"/>
                    </a:cubicBezTo>
                    <a:cubicBezTo>
                      <a:pt x="1403137" y="3576433"/>
                      <a:pt x="1150724" y="3576623"/>
                      <a:pt x="898312" y="3576623"/>
                    </a:cubicBezTo>
                    <a:cubicBezTo>
                      <a:pt x="787155" y="3576623"/>
                      <a:pt x="676094" y="3577195"/>
                      <a:pt x="564937" y="3576433"/>
                    </a:cubicBezTo>
                    <a:cubicBezTo>
                      <a:pt x="215846" y="3573956"/>
                      <a:pt x="-1039" y="3291349"/>
                      <a:pt x="295" y="3013029"/>
                    </a:cubicBezTo>
                    <a:cubicBezTo>
                      <a:pt x="4295" y="2197117"/>
                      <a:pt x="4772" y="1381111"/>
                      <a:pt x="9" y="565199"/>
                    </a:cubicBezTo>
                    <a:cubicBezTo>
                      <a:pt x="-1610" y="288307"/>
                      <a:pt x="214988" y="1319"/>
                      <a:pt x="557888" y="747"/>
                    </a:cubicBezTo>
                    <a:cubicBezTo>
                      <a:pt x="1269120" y="-586"/>
                      <a:pt x="1980257" y="271"/>
                      <a:pt x="2691393" y="271"/>
                    </a:cubicBezTo>
                    <a:cubicBezTo>
                      <a:pt x="3267560" y="271"/>
                      <a:pt x="3843823" y="-110"/>
                      <a:pt x="4419990" y="462"/>
                    </a:cubicBezTo>
                    <a:cubicBezTo>
                      <a:pt x="4682499" y="747"/>
                      <a:pt x="4890239" y="153433"/>
                      <a:pt x="4967011" y="398797"/>
                    </a:cubicBezTo>
                    <a:cubicBezTo>
                      <a:pt x="4985299" y="457090"/>
                      <a:pt x="4988919" y="517002"/>
                      <a:pt x="4989014" y="577010"/>
                    </a:cubicBezTo>
                    <a:cubicBezTo>
                      <a:pt x="4989680" y="1383301"/>
                      <a:pt x="4988347" y="2189688"/>
                      <a:pt x="4990538" y="2995979"/>
                    </a:cubicBezTo>
                    <a:cubicBezTo>
                      <a:pt x="4991395" y="3301732"/>
                      <a:pt x="4790322" y="3510710"/>
                      <a:pt x="4554864" y="3561669"/>
                    </a:cubicBezTo>
                    <a:cubicBezTo>
                      <a:pt x="4510097" y="3571384"/>
                      <a:pt x="4464472" y="3576909"/>
                      <a:pt x="4418181" y="3576814"/>
                    </a:cubicBezTo>
                    <a:cubicBezTo>
                      <a:pt x="3953170" y="3576433"/>
                      <a:pt x="3488064" y="3577004"/>
                      <a:pt x="3023054" y="3575671"/>
                    </a:cubicBezTo>
                    <a:cubicBezTo>
                      <a:pt x="2983620" y="3575576"/>
                      <a:pt x="2954569" y="3587196"/>
                      <a:pt x="2924946" y="3611866"/>
                    </a:cubicBezTo>
                    <a:cubicBezTo>
                      <a:pt x="2511847" y="3956099"/>
                      <a:pt x="2097986" y="4299380"/>
                      <a:pt x="1684220" y="4642756"/>
                    </a:cubicBezTo>
                    <a:cubicBezTo>
                      <a:pt x="1676123" y="4649519"/>
                      <a:pt x="1666694" y="4654853"/>
                      <a:pt x="1649930" y="4666283"/>
                    </a:cubicBezTo>
                    <a:close/>
                    <a:moveTo>
                      <a:pt x="1858051" y="4248612"/>
                    </a:moveTo>
                    <a:cubicBezTo>
                      <a:pt x="1876529" y="4235372"/>
                      <a:pt x="1888150" y="4228133"/>
                      <a:pt x="1898532" y="4219465"/>
                    </a:cubicBezTo>
                    <a:cubicBezTo>
                      <a:pt x="2220858" y="3952194"/>
                      <a:pt x="2543184" y="3685018"/>
                      <a:pt x="2864843" y="3416984"/>
                    </a:cubicBezTo>
                    <a:cubicBezTo>
                      <a:pt x="2890751" y="3395362"/>
                      <a:pt x="2916469" y="3386218"/>
                      <a:pt x="2950473" y="3386218"/>
                    </a:cubicBezTo>
                    <a:cubicBezTo>
                      <a:pt x="3437772" y="3387266"/>
                      <a:pt x="3924976" y="3386980"/>
                      <a:pt x="4412275" y="3386885"/>
                    </a:cubicBezTo>
                    <a:cubicBezTo>
                      <a:pt x="4646971" y="3386885"/>
                      <a:pt x="4802038" y="3232009"/>
                      <a:pt x="4802133" y="2996551"/>
                    </a:cubicBezTo>
                    <a:cubicBezTo>
                      <a:pt x="4802419" y="2190259"/>
                      <a:pt x="4802324" y="1383968"/>
                      <a:pt x="4802133" y="577677"/>
                    </a:cubicBezTo>
                    <a:cubicBezTo>
                      <a:pt x="4802133" y="346315"/>
                      <a:pt x="4641637" y="186009"/>
                      <a:pt x="4411037" y="185914"/>
                    </a:cubicBezTo>
                    <a:cubicBezTo>
                      <a:pt x="3142878" y="185532"/>
                      <a:pt x="1874815" y="185152"/>
                      <a:pt x="606656" y="184770"/>
                    </a:cubicBezTo>
                    <a:cubicBezTo>
                      <a:pt x="554364" y="184770"/>
                      <a:pt x="502548" y="188390"/>
                      <a:pt x="452351" y="203916"/>
                    </a:cubicBezTo>
                    <a:cubicBezTo>
                      <a:pt x="280044" y="257256"/>
                      <a:pt x="186699" y="396511"/>
                      <a:pt x="186794" y="602442"/>
                    </a:cubicBezTo>
                    <a:cubicBezTo>
                      <a:pt x="186890" y="1399208"/>
                      <a:pt x="189747" y="2195974"/>
                      <a:pt x="186509" y="2992741"/>
                    </a:cubicBezTo>
                    <a:cubicBezTo>
                      <a:pt x="185556" y="3219817"/>
                      <a:pt x="357673" y="3392219"/>
                      <a:pt x="584368" y="3388790"/>
                    </a:cubicBezTo>
                    <a:cubicBezTo>
                      <a:pt x="1001753" y="3382408"/>
                      <a:pt x="1419234" y="3386980"/>
                      <a:pt x="1836715" y="3386980"/>
                    </a:cubicBezTo>
                    <a:cubicBezTo>
                      <a:pt x="1847859" y="3386980"/>
                      <a:pt x="1859003" y="3387742"/>
                      <a:pt x="1870052" y="3386885"/>
                    </a:cubicBezTo>
                    <a:cubicBezTo>
                      <a:pt x="1890817" y="3385361"/>
                      <a:pt x="1897484" y="3394029"/>
                      <a:pt x="1896341" y="3414793"/>
                    </a:cubicBezTo>
                    <a:cubicBezTo>
                      <a:pt x="1887959" y="3569955"/>
                      <a:pt x="1880054" y="3725213"/>
                      <a:pt x="1872910" y="3880376"/>
                    </a:cubicBezTo>
                    <a:cubicBezTo>
                      <a:pt x="1867385" y="4000105"/>
                      <a:pt x="1863194" y="4119834"/>
                      <a:pt x="1858051" y="4248517"/>
                    </a:cubicBezTo>
                    <a:close/>
                  </a:path>
                </a:pathLst>
              </a:custGeom>
              <a:solidFill>
                <a:schemeClr val="tx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85B827C3-338C-D70A-09EC-C7C691A849A4}"/>
                  </a:ext>
                </a:extLst>
              </p:cNvPr>
              <p:cNvSpPr/>
              <p:nvPr/>
            </p:nvSpPr>
            <p:spPr>
              <a:xfrm>
                <a:off x="4720958" y="2633915"/>
                <a:ext cx="596978" cy="596883"/>
              </a:xfrm>
              <a:custGeom>
                <a:avLst/>
                <a:gdLst>
                  <a:gd name="connsiteX0" fmla="*/ 596945 w 596978"/>
                  <a:gd name="connsiteY0" fmla="*/ 303690 h 596883"/>
                  <a:gd name="connsiteX1" fmla="*/ 296336 w 596978"/>
                  <a:gd name="connsiteY1" fmla="*/ 596870 h 596883"/>
                  <a:gd name="connsiteX2" fmla="*/ 13 w 596978"/>
                  <a:gd name="connsiteY2" fmla="*/ 298737 h 596883"/>
                  <a:gd name="connsiteX3" fmla="*/ 301384 w 596978"/>
                  <a:gd name="connsiteY3" fmla="*/ 33 h 596883"/>
                  <a:gd name="connsiteX4" fmla="*/ 596945 w 596978"/>
                  <a:gd name="connsiteY4" fmla="*/ 303785 h 5968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978" h="596883">
                    <a:moveTo>
                      <a:pt x="596945" y="303690"/>
                    </a:moveTo>
                    <a:cubicBezTo>
                      <a:pt x="591325" y="460186"/>
                      <a:pt x="477977" y="595060"/>
                      <a:pt x="296336" y="596870"/>
                    </a:cubicBezTo>
                    <a:cubicBezTo>
                      <a:pt x="132506" y="598489"/>
                      <a:pt x="-1511" y="458567"/>
                      <a:pt x="13" y="298737"/>
                    </a:cubicBezTo>
                    <a:cubicBezTo>
                      <a:pt x="1632" y="134526"/>
                      <a:pt x="139840" y="-2443"/>
                      <a:pt x="301384" y="33"/>
                    </a:cubicBezTo>
                    <a:cubicBezTo>
                      <a:pt x="465976" y="2510"/>
                      <a:pt x="599421" y="139574"/>
                      <a:pt x="596945" y="303785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88D179E1-28D1-7831-EDF8-111A6911231D}"/>
                  </a:ext>
                </a:extLst>
              </p:cNvPr>
              <p:cNvSpPr/>
              <p:nvPr/>
            </p:nvSpPr>
            <p:spPr>
              <a:xfrm>
                <a:off x="5796675" y="2633930"/>
                <a:ext cx="596789" cy="595901"/>
              </a:xfrm>
              <a:custGeom>
                <a:avLst/>
                <a:gdLst>
                  <a:gd name="connsiteX0" fmla="*/ 596790 w 596789"/>
                  <a:gd name="connsiteY0" fmla="*/ 298912 h 595901"/>
                  <a:gd name="connsiteX1" fmla="*/ 301229 w 596789"/>
                  <a:gd name="connsiteY1" fmla="*/ 595902 h 595901"/>
                  <a:gd name="connsiteX2" fmla="*/ 49 w 596789"/>
                  <a:gd name="connsiteY2" fmla="*/ 294055 h 595901"/>
                  <a:gd name="connsiteX3" fmla="*/ 296562 w 596789"/>
                  <a:gd name="connsiteY3" fmla="*/ 18 h 595901"/>
                  <a:gd name="connsiteX4" fmla="*/ 596790 w 596789"/>
                  <a:gd name="connsiteY4" fmla="*/ 298912 h 5959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789" h="595901">
                    <a:moveTo>
                      <a:pt x="596790" y="298912"/>
                    </a:moveTo>
                    <a:cubicBezTo>
                      <a:pt x="592980" y="462647"/>
                      <a:pt x="476965" y="595997"/>
                      <a:pt x="301229" y="595902"/>
                    </a:cubicBezTo>
                    <a:cubicBezTo>
                      <a:pt x="118921" y="595807"/>
                      <a:pt x="3382" y="464362"/>
                      <a:pt x="49" y="294055"/>
                    </a:cubicBezTo>
                    <a:cubicBezTo>
                      <a:pt x="-2999" y="137845"/>
                      <a:pt x="137685" y="1828"/>
                      <a:pt x="296562" y="18"/>
                    </a:cubicBezTo>
                    <a:cubicBezTo>
                      <a:pt x="460011" y="-1792"/>
                      <a:pt x="596409" y="134035"/>
                      <a:pt x="596790" y="298912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748CDF1A-1DEB-341D-0BCA-1716CB7D6E30}"/>
                  </a:ext>
                </a:extLst>
              </p:cNvPr>
              <p:cNvSpPr/>
              <p:nvPr/>
            </p:nvSpPr>
            <p:spPr>
              <a:xfrm>
                <a:off x="6873279" y="2634036"/>
                <a:ext cx="596320" cy="595911"/>
              </a:xfrm>
              <a:custGeom>
                <a:avLst/>
                <a:gdLst>
                  <a:gd name="connsiteX0" fmla="*/ 596226 w 596320"/>
                  <a:gd name="connsiteY0" fmla="*/ 299283 h 595911"/>
                  <a:gd name="connsiteX1" fmla="*/ 300188 w 596320"/>
                  <a:gd name="connsiteY1" fmla="*/ 595891 h 595911"/>
                  <a:gd name="connsiteX2" fmla="*/ 56 w 596320"/>
                  <a:gd name="connsiteY2" fmla="*/ 298330 h 595911"/>
                  <a:gd name="connsiteX3" fmla="*/ 296283 w 596320"/>
                  <a:gd name="connsiteY3" fmla="*/ 7 h 595911"/>
                  <a:gd name="connsiteX4" fmla="*/ 596321 w 596320"/>
                  <a:gd name="connsiteY4" fmla="*/ 299378 h 595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320" h="595911">
                    <a:moveTo>
                      <a:pt x="596226" y="299283"/>
                    </a:moveTo>
                    <a:cubicBezTo>
                      <a:pt x="592130" y="447873"/>
                      <a:pt x="491546" y="593796"/>
                      <a:pt x="300188" y="595891"/>
                    </a:cubicBezTo>
                    <a:cubicBezTo>
                      <a:pt x="125595" y="597796"/>
                      <a:pt x="3389" y="467875"/>
                      <a:pt x="56" y="298330"/>
                    </a:cubicBezTo>
                    <a:cubicBezTo>
                      <a:pt x="-3183" y="137548"/>
                      <a:pt x="135501" y="1150"/>
                      <a:pt x="296283" y="7"/>
                    </a:cubicBezTo>
                    <a:cubicBezTo>
                      <a:pt x="459732" y="-1136"/>
                      <a:pt x="596035" y="134786"/>
                      <a:pt x="596321" y="299378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22CFEF03-A3D8-C906-19B6-C0984DBEAA25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82835" y="5352224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C49590AB-975B-EDC9-4980-D9911D7C1E55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54315" y="4955135"/>
              <a:ext cx="0" cy="1297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7E5A80D-FADE-D9A4-F8FD-7ECFFB1FF949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459467" y="4929690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9" name="Rectangle 48">
            <a:extLst>
              <a:ext uri="{FF2B5EF4-FFF2-40B4-BE49-F238E27FC236}">
                <a16:creationId xmlns:a16="http://schemas.microsoft.com/office/drawing/2014/main" id="{73E470EA-05E9-B088-4202-E6F1F8839807}"/>
              </a:ext>
            </a:extLst>
          </p:cNvPr>
          <p:cNvSpPr/>
          <p:nvPr/>
        </p:nvSpPr>
        <p:spPr>
          <a:xfrm>
            <a:off x="1459142" y="2157835"/>
            <a:ext cx="7756229" cy="49945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bg2"/>
                </a:solidFill>
              </a:rPr>
              <a:t>Focus </a:t>
            </a:r>
            <a:r>
              <a:rPr lang="en-US" sz="1400" b="1" dirty="0">
                <a:solidFill>
                  <a:schemeClr val="bg2"/>
                </a:solidFill>
              </a:rPr>
              <a:t>marketing and expansion strategies </a:t>
            </a:r>
            <a:r>
              <a:rPr lang="en-US" sz="1400" dirty="0">
                <a:solidFill>
                  <a:schemeClr val="bg2"/>
                </a:solidFill>
              </a:rPr>
              <a:t>on high-performing regions.</a:t>
            </a:r>
            <a:endParaRPr lang="en-GB" sz="1400" dirty="0">
              <a:solidFill>
                <a:schemeClr val="bg2"/>
              </a:solidFill>
            </a:endParaRP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B9468F0C-39B5-7070-1AAD-816D83086925}"/>
              </a:ext>
            </a:extLst>
          </p:cNvPr>
          <p:cNvGrpSpPr/>
          <p:nvPr/>
        </p:nvGrpSpPr>
        <p:grpSpPr>
          <a:xfrm>
            <a:off x="801615" y="2071915"/>
            <a:ext cx="439887" cy="671294"/>
            <a:chOff x="10426431" y="4929690"/>
            <a:chExt cx="483876" cy="738423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AECAF25A-0C97-7864-5682-F3EDDD644127}"/>
                </a:ext>
              </a:extLst>
            </p:cNvPr>
            <p:cNvGrpSpPr/>
            <p:nvPr/>
          </p:nvGrpSpPr>
          <p:grpSpPr>
            <a:xfrm rot="1800000">
              <a:off x="10426431" y="5068636"/>
              <a:ext cx="483876" cy="452436"/>
              <a:chOff x="3600440" y="1095389"/>
              <a:chExt cx="4990540" cy="4666282"/>
            </a:xfrm>
          </p:grpSpPr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93F06385-2C1B-8C2B-24F0-4EE5C361D291}"/>
                  </a:ext>
                </a:extLst>
              </p:cNvPr>
              <p:cNvSpPr/>
              <p:nvPr/>
            </p:nvSpPr>
            <p:spPr>
              <a:xfrm>
                <a:off x="3600440" y="1095389"/>
                <a:ext cx="4990540" cy="4666282"/>
              </a:xfrm>
              <a:custGeom>
                <a:avLst/>
                <a:gdLst>
                  <a:gd name="connsiteX0" fmla="*/ 1649930 w 4990540"/>
                  <a:gd name="connsiteY0" fmla="*/ 4666283 h 4666282"/>
                  <a:gd name="connsiteX1" fmla="*/ 1674504 w 4990540"/>
                  <a:gd name="connsiteY1" fmla="*/ 4129359 h 4666282"/>
                  <a:gd name="connsiteX2" fmla="*/ 1698793 w 4990540"/>
                  <a:gd name="connsiteY2" fmla="*/ 3606532 h 4666282"/>
                  <a:gd name="connsiteX3" fmla="*/ 1655549 w 4990540"/>
                  <a:gd name="connsiteY3" fmla="*/ 3576623 h 4666282"/>
                  <a:gd name="connsiteX4" fmla="*/ 898312 w 4990540"/>
                  <a:gd name="connsiteY4" fmla="*/ 3576623 h 4666282"/>
                  <a:gd name="connsiteX5" fmla="*/ 564937 w 4990540"/>
                  <a:gd name="connsiteY5" fmla="*/ 3576433 h 4666282"/>
                  <a:gd name="connsiteX6" fmla="*/ 295 w 4990540"/>
                  <a:gd name="connsiteY6" fmla="*/ 3013029 h 4666282"/>
                  <a:gd name="connsiteX7" fmla="*/ 9 w 4990540"/>
                  <a:gd name="connsiteY7" fmla="*/ 565199 h 4666282"/>
                  <a:gd name="connsiteX8" fmla="*/ 557888 w 4990540"/>
                  <a:gd name="connsiteY8" fmla="*/ 747 h 4666282"/>
                  <a:gd name="connsiteX9" fmla="*/ 2691393 w 4990540"/>
                  <a:gd name="connsiteY9" fmla="*/ 271 h 4666282"/>
                  <a:gd name="connsiteX10" fmla="*/ 4419990 w 4990540"/>
                  <a:gd name="connsiteY10" fmla="*/ 462 h 4666282"/>
                  <a:gd name="connsiteX11" fmla="*/ 4967011 w 4990540"/>
                  <a:gd name="connsiteY11" fmla="*/ 398797 h 4666282"/>
                  <a:gd name="connsiteX12" fmla="*/ 4989014 w 4990540"/>
                  <a:gd name="connsiteY12" fmla="*/ 577010 h 4666282"/>
                  <a:gd name="connsiteX13" fmla="*/ 4990538 w 4990540"/>
                  <a:gd name="connsiteY13" fmla="*/ 2995979 h 4666282"/>
                  <a:gd name="connsiteX14" fmla="*/ 4554864 w 4990540"/>
                  <a:gd name="connsiteY14" fmla="*/ 3561669 h 4666282"/>
                  <a:gd name="connsiteX15" fmla="*/ 4418181 w 4990540"/>
                  <a:gd name="connsiteY15" fmla="*/ 3576814 h 4666282"/>
                  <a:gd name="connsiteX16" fmla="*/ 3023054 w 4990540"/>
                  <a:gd name="connsiteY16" fmla="*/ 3575671 h 4666282"/>
                  <a:gd name="connsiteX17" fmla="*/ 2924946 w 4990540"/>
                  <a:gd name="connsiteY17" fmla="*/ 3611866 h 4666282"/>
                  <a:gd name="connsiteX18" fmla="*/ 1684220 w 4990540"/>
                  <a:gd name="connsiteY18" fmla="*/ 4642756 h 4666282"/>
                  <a:gd name="connsiteX19" fmla="*/ 1649930 w 4990540"/>
                  <a:gd name="connsiteY19" fmla="*/ 4666283 h 4666282"/>
                  <a:gd name="connsiteX20" fmla="*/ 1858051 w 4990540"/>
                  <a:gd name="connsiteY20" fmla="*/ 4248612 h 4666282"/>
                  <a:gd name="connsiteX21" fmla="*/ 1898532 w 4990540"/>
                  <a:gd name="connsiteY21" fmla="*/ 4219465 h 4666282"/>
                  <a:gd name="connsiteX22" fmla="*/ 2864843 w 4990540"/>
                  <a:gd name="connsiteY22" fmla="*/ 3416984 h 4666282"/>
                  <a:gd name="connsiteX23" fmla="*/ 2950473 w 4990540"/>
                  <a:gd name="connsiteY23" fmla="*/ 3386218 h 4666282"/>
                  <a:gd name="connsiteX24" fmla="*/ 4412275 w 4990540"/>
                  <a:gd name="connsiteY24" fmla="*/ 3386885 h 4666282"/>
                  <a:gd name="connsiteX25" fmla="*/ 4802133 w 4990540"/>
                  <a:gd name="connsiteY25" fmla="*/ 2996551 h 4666282"/>
                  <a:gd name="connsiteX26" fmla="*/ 4802133 w 4990540"/>
                  <a:gd name="connsiteY26" fmla="*/ 577677 h 4666282"/>
                  <a:gd name="connsiteX27" fmla="*/ 4411037 w 4990540"/>
                  <a:gd name="connsiteY27" fmla="*/ 185914 h 4666282"/>
                  <a:gd name="connsiteX28" fmla="*/ 606656 w 4990540"/>
                  <a:gd name="connsiteY28" fmla="*/ 184770 h 4666282"/>
                  <a:gd name="connsiteX29" fmla="*/ 452351 w 4990540"/>
                  <a:gd name="connsiteY29" fmla="*/ 203916 h 4666282"/>
                  <a:gd name="connsiteX30" fmla="*/ 186794 w 4990540"/>
                  <a:gd name="connsiteY30" fmla="*/ 602442 h 4666282"/>
                  <a:gd name="connsiteX31" fmla="*/ 186509 w 4990540"/>
                  <a:gd name="connsiteY31" fmla="*/ 2992741 h 4666282"/>
                  <a:gd name="connsiteX32" fmla="*/ 584368 w 4990540"/>
                  <a:gd name="connsiteY32" fmla="*/ 3388790 h 4666282"/>
                  <a:gd name="connsiteX33" fmla="*/ 1836715 w 4990540"/>
                  <a:gd name="connsiteY33" fmla="*/ 3386980 h 4666282"/>
                  <a:gd name="connsiteX34" fmla="*/ 1870052 w 4990540"/>
                  <a:gd name="connsiteY34" fmla="*/ 3386885 h 4666282"/>
                  <a:gd name="connsiteX35" fmla="*/ 1896341 w 4990540"/>
                  <a:gd name="connsiteY35" fmla="*/ 3414793 h 4666282"/>
                  <a:gd name="connsiteX36" fmla="*/ 1872910 w 4990540"/>
                  <a:gd name="connsiteY36" fmla="*/ 3880376 h 4666282"/>
                  <a:gd name="connsiteX37" fmla="*/ 1858051 w 4990540"/>
                  <a:gd name="connsiteY37" fmla="*/ 4248517 h 46662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4990540" h="4666282">
                    <a:moveTo>
                      <a:pt x="1649930" y="4666283"/>
                    </a:moveTo>
                    <a:cubicBezTo>
                      <a:pt x="1658407" y="4480927"/>
                      <a:pt x="1666503" y="4305190"/>
                      <a:pt x="1674504" y="4129359"/>
                    </a:cubicBezTo>
                    <a:cubicBezTo>
                      <a:pt x="1682410" y="3955051"/>
                      <a:pt x="1689649" y="3780744"/>
                      <a:pt x="1698793" y="3606532"/>
                    </a:cubicBezTo>
                    <a:cubicBezTo>
                      <a:pt x="1700793" y="3568051"/>
                      <a:pt x="1675933" y="3576718"/>
                      <a:pt x="1655549" y="3576623"/>
                    </a:cubicBezTo>
                    <a:cubicBezTo>
                      <a:pt x="1403137" y="3576433"/>
                      <a:pt x="1150724" y="3576623"/>
                      <a:pt x="898312" y="3576623"/>
                    </a:cubicBezTo>
                    <a:cubicBezTo>
                      <a:pt x="787155" y="3576623"/>
                      <a:pt x="676094" y="3577195"/>
                      <a:pt x="564937" y="3576433"/>
                    </a:cubicBezTo>
                    <a:cubicBezTo>
                      <a:pt x="215846" y="3573956"/>
                      <a:pt x="-1039" y="3291349"/>
                      <a:pt x="295" y="3013029"/>
                    </a:cubicBezTo>
                    <a:cubicBezTo>
                      <a:pt x="4295" y="2197117"/>
                      <a:pt x="4772" y="1381111"/>
                      <a:pt x="9" y="565199"/>
                    </a:cubicBezTo>
                    <a:cubicBezTo>
                      <a:pt x="-1610" y="288307"/>
                      <a:pt x="214988" y="1319"/>
                      <a:pt x="557888" y="747"/>
                    </a:cubicBezTo>
                    <a:cubicBezTo>
                      <a:pt x="1269120" y="-586"/>
                      <a:pt x="1980257" y="271"/>
                      <a:pt x="2691393" y="271"/>
                    </a:cubicBezTo>
                    <a:cubicBezTo>
                      <a:pt x="3267560" y="271"/>
                      <a:pt x="3843823" y="-110"/>
                      <a:pt x="4419990" y="462"/>
                    </a:cubicBezTo>
                    <a:cubicBezTo>
                      <a:pt x="4682499" y="747"/>
                      <a:pt x="4890239" y="153433"/>
                      <a:pt x="4967011" y="398797"/>
                    </a:cubicBezTo>
                    <a:cubicBezTo>
                      <a:pt x="4985299" y="457090"/>
                      <a:pt x="4988919" y="517002"/>
                      <a:pt x="4989014" y="577010"/>
                    </a:cubicBezTo>
                    <a:cubicBezTo>
                      <a:pt x="4989680" y="1383301"/>
                      <a:pt x="4988347" y="2189688"/>
                      <a:pt x="4990538" y="2995979"/>
                    </a:cubicBezTo>
                    <a:cubicBezTo>
                      <a:pt x="4991395" y="3301732"/>
                      <a:pt x="4790322" y="3510710"/>
                      <a:pt x="4554864" y="3561669"/>
                    </a:cubicBezTo>
                    <a:cubicBezTo>
                      <a:pt x="4510097" y="3571384"/>
                      <a:pt x="4464472" y="3576909"/>
                      <a:pt x="4418181" y="3576814"/>
                    </a:cubicBezTo>
                    <a:cubicBezTo>
                      <a:pt x="3953170" y="3576433"/>
                      <a:pt x="3488064" y="3577004"/>
                      <a:pt x="3023054" y="3575671"/>
                    </a:cubicBezTo>
                    <a:cubicBezTo>
                      <a:pt x="2983620" y="3575576"/>
                      <a:pt x="2954569" y="3587196"/>
                      <a:pt x="2924946" y="3611866"/>
                    </a:cubicBezTo>
                    <a:cubicBezTo>
                      <a:pt x="2511847" y="3956099"/>
                      <a:pt x="2097986" y="4299380"/>
                      <a:pt x="1684220" y="4642756"/>
                    </a:cubicBezTo>
                    <a:cubicBezTo>
                      <a:pt x="1676123" y="4649519"/>
                      <a:pt x="1666694" y="4654853"/>
                      <a:pt x="1649930" y="4666283"/>
                    </a:cubicBezTo>
                    <a:close/>
                    <a:moveTo>
                      <a:pt x="1858051" y="4248612"/>
                    </a:moveTo>
                    <a:cubicBezTo>
                      <a:pt x="1876529" y="4235372"/>
                      <a:pt x="1888150" y="4228133"/>
                      <a:pt x="1898532" y="4219465"/>
                    </a:cubicBezTo>
                    <a:cubicBezTo>
                      <a:pt x="2220858" y="3952194"/>
                      <a:pt x="2543184" y="3685018"/>
                      <a:pt x="2864843" y="3416984"/>
                    </a:cubicBezTo>
                    <a:cubicBezTo>
                      <a:pt x="2890751" y="3395362"/>
                      <a:pt x="2916469" y="3386218"/>
                      <a:pt x="2950473" y="3386218"/>
                    </a:cubicBezTo>
                    <a:cubicBezTo>
                      <a:pt x="3437772" y="3387266"/>
                      <a:pt x="3924976" y="3386980"/>
                      <a:pt x="4412275" y="3386885"/>
                    </a:cubicBezTo>
                    <a:cubicBezTo>
                      <a:pt x="4646971" y="3386885"/>
                      <a:pt x="4802038" y="3232009"/>
                      <a:pt x="4802133" y="2996551"/>
                    </a:cubicBezTo>
                    <a:cubicBezTo>
                      <a:pt x="4802419" y="2190259"/>
                      <a:pt x="4802324" y="1383968"/>
                      <a:pt x="4802133" y="577677"/>
                    </a:cubicBezTo>
                    <a:cubicBezTo>
                      <a:pt x="4802133" y="346315"/>
                      <a:pt x="4641637" y="186009"/>
                      <a:pt x="4411037" y="185914"/>
                    </a:cubicBezTo>
                    <a:cubicBezTo>
                      <a:pt x="3142878" y="185532"/>
                      <a:pt x="1874815" y="185152"/>
                      <a:pt x="606656" y="184770"/>
                    </a:cubicBezTo>
                    <a:cubicBezTo>
                      <a:pt x="554364" y="184770"/>
                      <a:pt x="502548" y="188390"/>
                      <a:pt x="452351" y="203916"/>
                    </a:cubicBezTo>
                    <a:cubicBezTo>
                      <a:pt x="280044" y="257256"/>
                      <a:pt x="186699" y="396511"/>
                      <a:pt x="186794" y="602442"/>
                    </a:cubicBezTo>
                    <a:cubicBezTo>
                      <a:pt x="186890" y="1399208"/>
                      <a:pt x="189747" y="2195974"/>
                      <a:pt x="186509" y="2992741"/>
                    </a:cubicBezTo>
                    <a:cubicBezTo>
                      <a:pt x="185556" y="3219817"/>
                      <a:pt x="357673" y="3392219"/>
                      <a:pt x="584368" y="3388790"/>
                    </a:cubicBezTo>
                    <a:cubicBezTo>
                      <a:pt x="1001753" y="3382408"/>
                      <a:pt x="1419234" y="3386980"/>
                      <a:pt x="1836715" y="3386980"/>
                    </a:cubicBezTo>
                    <a:cubicBezTo>
                      <a:pt x="1847859" y="3386980"/>
                      <a:pt x="1859003" y="3387742"/>
                      <a:pt x="1870052" y="3386885"/>
                    </a:cubicBezTo>
                    <a:cubicBezTo>
                      <a:pt x="1890817" y="3385361"/>
                      <a:pt x="1897484" y="3394029"/>
                      <a:pt x="1896341" y="3414793"/>
                    </a:cubicBezTo>
                    <a:cubicBezTo>
                      <a:pt x="1887959" y="3569955"/>
                      <a:pt x="1880054" y="3725213"/>
                      <a:pt x="1872910" y="3880376"/>
                    </a:cubicBezTo>
                    <a:cubicBezTo>
                      <a:pt x="1867385" y="4000105"/>
                      <a:pt x="1863194" y="4119834"/>
                      <a:pt x="1858051" y="4248517"/>
                    </a:cubicBezTo>
                    <a:close/>
                  </a:path>
                </a:pathLst>
              </a:custGeom>
              <a:solidFill>
                <a:schemeClr val="tx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7A4ADD15-3B6E-A0DC-9435-834668F2A69B}"/>
                  </a:ext>
                </a:extLst>
              </p:cNvPr>
              <p:cNvSpPr/>
              <p:nvPr/>
            </p:nvSpPr>
            <p:spPr>
              <a:xfrm>
                <a:off x="4720958" y="2633915"/>
                <a:ext cx="596978" cy="596883"/>
              </a:xfrm>
              <a:custGeom>
                <a:avLst/>
                <a:gdLst>
                  <a:gd name="connsiteX0" fmla="*/ 596945 w 596978"/>
                  <a:gd name="connsiteY0" fmla="*/ 303690 h 596883"/>
                  <a:gd name="connsiteX1" fmla="*/ 296336 w 596978"/>
                  <a:gd name="connsiteY1" fmla="*/ 596870 h 596883"/>
                  <a:gd name="connsiteX2" fmla="*/ 13 w 596978"/>
                  <a:gd name="connsiteY2" fmla="*/ 298737 h 596883"/>
                  <a:gd name="connsiteX3" fmla="*/ 301384 w 596978"/>
                  <a:gd name="connsiteY3" fmla="*/ 33 h 596883"/>
                  <a:gd name="connsiteX4" fmla="*/ 596945 w 596978"/>
                  <a:gd name="connsiteY4" fmla="*/ 303785 h 5968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978" h="596883">
                    <a:moveTo>
                      <a:pt x="596945" y="303690"/>
                    </a:moveTo>
                    <a:cubicBezTo>
                      <a:pt x="591325" y="460186"/>
                      <a:pt x="477977" y="595060"/>
                      <a:pt x="296336" y="596870"/>
                    </a:cubicBezTo>
                    <a:cubicBezTo>
                      <a:pt x="132506" y="598489"/>
                      <a:pt x="-1511" y="458567"/>
                      <a:pt x="13" y="298737"/>
                    </a:cubicBezTo>
                    <a:cubicBezTo>
                      <a:pt x="1632" y="134526"/>
                      <a:pt x="139840" y="-2443"/>
                      <a:pt x="301384" y="33"/>
                    </a:cubicBezTo>
                    <a:cubicBezTo>
                      <a:pt x="465976" y="2510"/>
                      <a:pt x="599421" y="139574"/>
                      <a:pt x="596945" y="303785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F73FAD41-5E8B-B132-D7B3-918E7039DD01}"/>
                  </a:ext>
                </a:extLst>
              </p:cNvPr>
              <p:cNvSpPr/>
              <p:nvPr/>
            </p:nvSpPr>
            <p:spPr>
              <a:xfrm>
                <a:off x="5796675" y="2633930"/>
                <a:ext cx="596789" cy="595901"/>
              </a:xfrm>
              <a:custGeom>
                <a:avLst/>
                <a:gdLst>
                  <a:gd name="connsiteX0" fmla="*/ 596790 w 596789"/>
                  <a:gd name="connsiteY0" fmla="*/ 298912 h 595901"/>
                  <a:gd name="connsiteX1" fmla="*/ 301229 w 596789"/>
                  <a:gd name="connsiteY1" fmla="*/ 595902 h 595901"/>
                  <a:gd name="connsiteX2" fmla="*/ 49 w 596789"/>
                  <a:gd name="connsiteY2" fmla="*/ 294055 h 595901"/>
                  <a:gd name="connsiteX3" fmla="*/ 296562 w 596789"/>
                  <a:gd name="connsiteY3" fmla="*/ 18 h 595901"/>
                  <a:gd name="connsiteX4" fmla="*/ 596790 w 596789"/>
                  <a:gd name="connsiteY4" fmla="*/ 298912 h 5959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789" h="595901">
                    <a:moveTo>
                      <a:pt x="596790" y="298912"/>
                    </a:moveTo>
                    <a:cubicBezTo>
                      <a:pt x="592980" y="462647"/>
                      <a:pt x="476965" y="595997"/>
                      <a:pt x="301229" y="595902"/>
                    </a:cubicBezTo>
                    <a:cubicBezTo>
                      <a:pt x="118921" y="595807"/>
                      <a:pt x="3382" y="464362"/>
                      <a:pt x="49" y="294055"/>
                    </a:cubicBezTo>
                    <a:cubicBezTo>
                      <a:pt x="-2999" y="137845"/>
                      <a:pt x="137685" y="1828"/>
                      <a:pt x="296562" y="18"/>
                    </a:cubicBezTo>
                    <a:cubicBezTo>
                      <a:pt x="460011" y="-1792"/>
                      <a:pt x="596409" y="134035"/>
                      <a:pt x="596790" y="298912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D056312B-4298-D5D2-06B3-6996BDD6DDF7}"/>
                  </a:ext>
                </a:extLst>
              </p:cNvPr>
              <p:cNvSpPr/>
              <p:nvPr/>
            </p:nvSpPr>
            <p:spPr>
              <a:xfrm>
                <a:off x="6873279" y="2634036"/>
                <a:ext cx="596320" cy="595911"/>
              </a:xfrm>
              <a:custGeom>
                <a:avLst/>
                <a:gdLst>
                  <a:gd name="connsiteX0" fmla="*/ 596226 w 596320"/>
                  <a:gd name="connsiteY0" fmla="*/ 299283 h 595911"/>
                  <a:gd name="connsiteX1" fmla="*/ 300188 w 596320"/>
                  <a:gd name="connsiteY1" fmla="*/ 595891 h 595911"/>
                  <a:gd name="connsiteX2" fmla="*/ 56 w 596320"/>
                  <a:gd name="connsiteY2" fmla="*/ 298330 h 595911"/>
                  <a:gd name="connsiteX3" fmla="*/ 296283 w 596320"/>
                  <a:gd name="connsiteY3" fmla="*/ 7 h 595911"/>
                  <a:gd name="connsiteX4" fmla="*/ 596321 w 596320"/>
                  <a:gd name="connsiteY4" fmla="*/ 299378 h 595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6320" h="595911">
                    <a:moveTo>
                      <a:pt x="596226" y="299283"/>
                    </a:moveTo>
                    <a:cubicBezTo>
                      <a:pt x="592130" y="447873"/>
                      <a:pt x="491546" y="593796"/>
                      <a:pt x="300188" y="595891"/>
                    </a:cubicBezTo>
                    <a:cubicBezTo>
                      <a:pt x="125595" y="597796"/>
                      <a:pt x="3389" y="467875"/>
                      <a:pt x="56" y="298330"/>
                    </a:cubicBezTo>
                    <a:cubicBezTo>
                      <a:pt x="-3183" y="137548"/>
                      <a:pt x="135501" y="1150"/>
                      <a:pt x="296283" y="7"/>
                    </a:cubicBezTo>
                    <a:cubicBezTo>
                      <a:pt x="459732" y="-1136"/>
                      <a:pt x="596035" y="134786"/>
                      <a:pt x="596321" y="299378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508F652C-7816-36E6-A13E-AF419FE13780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82835" y="5352224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C15169C5-BA55-7918-96EC-2C94B74746DF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854315" y="4955135"/>
              <a:ext cx="0" cy="1297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D4BBDD41-857A-88E3-8154-9B6479651BAA}"/>
                </a:ext>
              </a:extLst>
            </p:cNvPr>
            <p:cNvCxnSpPr>
              <a:cxnSpLocks/>
            </p:cNvCxnSpPr>
            <p:nvPr/>
          </p:nvCxnSpPr>
          <p:spPr>
            <a:xfrm rot="1800000">
              <a:off x="10459467" y="4929690"/>
              <a:ext cx="0" cy="31588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71922888"/>
      </p:ext>
    </p:extLst>
  </p:cSld>
  <p:clrMapOvr>
    <a:masterClrMapping/>
  </p:clrMapOvr>
</p:sld>
</file>

<file path=ppt/theme/theme1.xml><?xml version="1.0" encoding="utf-8"?>
<a:theme xmlns:a="http://schemas.openxmlformats.org/drawingml/2006/main" name="1_Title Pages">
  <a:themeElements>
    <a:clrScheme name="JMAN_1">
      <a:dk1>
        <a:srgbClr val="1D1C1C"/>
      </a:dk1>
      <a:lt1>
        <a:srgbClr val="FFFFFF"/>
      </a:lt1>
      <a:dk2>
        <a:srgbClr val="3411A3"/>
      </a:dk2>
      <a:lt2>
        <a:srgbClr val="19105B"/>
      </a:lt2>
      <a:accent1>
        <a:srgbClr val="FF6196"/>
      </a:accent1>
      <a:accent2>
        <a:srgbClr val="71EAE1"/>
      </a:accent2>
      <a:accent3>
        <a:srgbClr val="26D4F0"/>
      </a:accent3>
      <a:accent4>
        <a:srgbClr val="A16BDB"/>
      </a:accent4>
      <a:accent5>
        <a:srgbClr val="A6265E"/>
      </a:accent5>
      <a:accent6>
        <a:srgbClr val="16978E"/>
      </a:accent6>
      <a:hlink>
        <a:srgbClr val="FFC0D5"/>
      </a:hlink>
      <a:folHlink>
        <a:srgbClr val="C6F7F3"/>
      </a:folHlink>
    </a:clrScheme>
    <a:fontScheme name="JMA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Dividers">
  <a:themeElements>
    <a:clrScheme name="JMAN_1">
      <a:dk1>
        <a:srgbClr val="1D1C1C"/>
      </a:dk1>
      <a:lt1>
        <a:srgbClr val="FFFFFF"/>
      </a:lt1>
      <a:dk2>
        <a:srgbClr val="3411A3"/>
      </a:dk2>
      <a:lt2>
        <a:srgbClr val="19105B"/>
      </a:lt2>
      <a:accent1>
        <a:srgbClr val="FF6196"/>
      </a:accent1>
      <a:accent2>
        <a:srgbClr val="71EAE1"/>
      </a:accent2>
      <a:accent3>
        <a:srgbClr val="26D4F0"/>
      </a:accent3>
      <a:accent4>
        <a:srgbClr val="A16BDB"/>
      </a:accent4>
      <a:accent5>
        <a:srgbClr val="A6265E"/>
      </a:accent5>
      <a:accent6>
        <a:srgbClr val="16978E"/>
      </a:accent6>
      <a:hlink>
        <a:srgbClr val="FFC0D5"/>
      </a:hlink>
      <a:folHlink>
        <a:srgbClr val="C6F7F3"/>
      </a:folHlink>
    </a:clrScheme>
    <a:fontScheme name="JMA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3_Main Content Pages">
  <a:themeElements>
    <a:clrScheme name="JMAN_1">
      <a:dk1>
        <a:srgbClr val="1D1C1C"/>
      </a:dk1>
      <a:lt1>
        <a:srgbClr val="FFFFFF"/>
      </a:lt1>
      <a:dk2>
        <a:srgbClr val="3411A3"/>
      </a:dk2>
      <a:lt2>
        <a:srgbClr val="19105B"/>
      </a:lt2>
      <a:accent1>
        <a:srgbClr val="FF6196"/>
      </a:accent1>
      <a:accent2>
        <a:srgbClr val="71EAE1"/>
      </a:accent2>
      <a:accent3>
        <a:srgbClr val="26D4F0"/>
      </a:accent3>
      <a:accent4>
        <a:srgbClr val="A16BDB"/>
      </a:accent4>
      <a:accent5>
        <a:srgbClr val="A6265E"/>
      </a:accent5>
      <a:accent6>
        <a:srgbClr val="16978E"/>
      </a:accent6>
      <a:hlink>
        <a:srgbClr val="FFC0D5"/>
      </a:hlink>
      <a:folHlink>
        <a:srgbClr val="C6F7F3"/>
      </a:folHlink>
    </a:clrScheme>
    <a:fontScheme name="JMA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solidFill>
            <a:schemeClr val="bg2"/>
          </a:solidFill>
        </a:ln>
      </a:spPr>
      <a:bodyPr rtlCol="0" anchor="ctr"/>
      <a:lstStyle>
        <a:defPPr algn="ctr">
          <a:defRPr sz="1200" dirty="0" err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bg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200" dirty="0" err="1" smtClean="0">
            <a:solidFill>
              <a:schemeClr val="bg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4_Main Content - Dark">
  <a:themeElements>
    <a:clrScheme name="JMAN_1">
      <a:dk1>
        <a:srgbClr val="1D1C1C"/>
      </a:dk1>
      <a:lt1>
        <a:srgbClr val="FFFFFF"/>
      </a:lt1>
      <a:dk2>
        <a:srgbClr val="3411A3"/>
      </a:dk2>
      <a:lt2>
        <a:srgbClr val="19105B"/>
      </a:lt2>
      <a:accent1>
        <a:srgbClr val="FF6196"/>
      </a:accent1>
      <a:accent2>
        <a:srgbClr val="71EAE1"/>
      </a:accent2>
      <a:accent3>
        <a:srgbClr val="26D4F0"/>
      </a:accent3>
      <a:accent4>
        <a:srgbClr val="A16BDB"/>
      </a:accent4>
      <a:accent5>
        <a:srgbClr val="A6265E"/>
      </a:accent5>
      <a:accent6>
        <a:srgbClr val="16978E"/>
      </a:accent6>
      <a:hlink>
        <a:srgbClr val="FFC0D5"/>
      </a:hlink>
      <a:folHlink>
        <a:srgbClr val="C6F7F3"/>
      </a:folHlink>
    </a:clrScheme>
    <a:fontScheme name="JMA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db400f04-41d7-45ff-b037-2eaacd3460e2" xsi:nil="true"/>
    <lcf76f155ced4ddcb4097134ff3c332f xmlns="9610cbdb-f32e-47c5-9878-733256204b37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149C9DEB4166E4D9A547140426BBCA2" ma:contentTypeVersion="17" ma:contentTypeDescription="Create a new document." ma:contentTypeScope="" ma:versionID="e15860082d48fac03a52d84a64e3dd83">
  <xsd:schema xmlns:xsd="http://www.w3.org/2001/XMLSchema" xmlns:xs="http://www.w3.org/2001/XMLSchema" xmlns:p="http://schemas.microsoft.com/office/2006/metadata/properties" xmlns:ns2="9610cbdb-f32e-47c5-9878-733256204b37" xmlns:ns3="db400f04-41d7-45ff-b037-2eaacd3460e2" targetNamespace="http://schemas.microsoft.com/office/2006/metadata/properties" ma:root="true" ma:fieldsID="ba463713bb8b7775fb5415b3a975943f" ns2:_="" ns3:_="">
    <xsd:import namespace="9610cbdb-f32e-47c5-9878-733256204b37"/>
    <xsd:import namespace="db400f04-41d7-45ff-b037-2eaacd3460e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ObjectDetectorVersions" minOccurs="0"/>
                <xsd:element ref="ns2:MediaServiceDateTaken" minOccurs="0"/>
                <xsd:element ref="ns2:MediaServiceLocation" minOccurs="0"/>
                <xsd:element ref="ns2:MediaServiceSearchPropertie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610cbdb-f32e-47c5-9878-733256204b3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190ee516-008d-467c-846c-f354b89760b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2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LengthInSeconds" ma:index="24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b400f04-41d7-45ff-b037-2eaacd3460e2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79720a75-2294-45c5-b2ed-9af632ad8e3a}" ma:internalName="TaxCatchAll" ma:showField="CatchAllData" ma:web="db400f04-41d7-45ff-b037-2eaacd3460e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7F3EB76-8CD1-42DC-A5B4-0C9E7E64B257}">
  <ds:schemaRefs>
    <ds:schemaRef ds:uri="http://purl.org/dc/dcmitype/"/>
    <ds:schemaRef ds:uri="http://schemas.openxmlformats.org/package/2006/metadata/core-properties"/>
    <ds:schemaRef ds:uri="http://schemas.microsoft.com/office/2006/metadata/properties"/>
    <ds:schemaRef ds:uri="http://purl.org/dc/terms/"/>
    <ds:schemaRef ds:uri="http://schemas.microsoft.com/office/infopath/2007/PartnerControls"/>
    <ds:schemaRef ds:uri="http://purl.org/dc/elements/1.1/"/>
    <ds:schemaRef ds:uri="http://schemas.microsoft.com/office/2006/documentManagement/types"/>
    <ds:schemaRef ds:uri="129c0084-c7fc-4643-8158-88ab432b6090"/>
    <ds:schemaRef ds:uri="63ddf083-dc0d-4b47-968a-e5dd1503d41d"/>
    <ds:schemaRef ds:uri="http://www.w3.org/XML/1998/namespace"/>
    <ds:schemaRef ds:uri="db400f04-41d7-45ff-b037-2eaacd3460e2"/>
    <ds:schemaRef ds:uri="9610cbdb-f32e-47c5-9878-733256204b37"/>
  </ds:schemaRefs>
</ds:datastoreItem>
</file>

<file path=customXml/itemProps2.xml><?xml version="1.0" encoding="utf-8"?>
<ds:datastoreItem xmlns:ds="http://schemas.openxmlformats.org/officeDocument/2006/customXml" ds:itemID="{93F1708D-1B6D-402B-918F-3F625FD07B5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B4A8D44-A145-4B36-8AD1-A8DB4126157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610cbdb-f32e-47c5-9878-733256204b37"/>
    <ds:schemaRef ds:uri="db400f04-41d7-45ff-b037-2eaacd3460e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274</TotalTime>
  <Words>638</Words>
  <Application>Microsoft Office PowerPoint</Application>
  <PresentationFormat>Widescreen</PresentationFormat>
  <Paragraphs>132</Paragraphs>
  <Slides>13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Arial</vt:lpstr>
      <vt:lpstr>Calibri</vt:lpstr>
      <vt:lpstr>Times New Roman</vt:lpstr>
      <vt:lpstr>1_Title Pages</vt:lpstr>
      <vt:lpstr>2_Dividers</vt:lpstr>
      <vt:lpstr>3_Main Content Pages</vt:lpstr>
      <vt:lpstr>4_Main Content - Dark</vt:lpstr>
      <vt:lpstr>Retail Store Sales Performance &amp; Inventory Optimization</vt:lpstr>
      <vt:lpstr>Agenda</vt:lpstr>
      <vt:lpstr>Business Challenges</vt:lpstr>
      <vt:lpstr>Project Objectives</vt:lpstr>
      <vt:lpstr>DASHBOARD ANALYSIS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Key Findings</vt:lpstr>
      <vt:lpstr>Recommendations &amp; 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Brad Grew</dc:creator>
  <cp:lastModifiedBy>Narenkarthik Sivaprabhu</cp:lastModifiedBy>
  <cp:revision>57</cp:revision>
  <dcterms:created xsi:type="dcterms:W3CDTF">2022-05-23T09:35:25Z</dcterms:created>
  <dcterms:modified xsi:type="dcterms:W3CDTF">2026-05-13T06:14:41Z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0x0101001149C9DEB4166E4D9A547140426BBCA2</vt:lpwstr>
  </property>
  <property fmtid="{D5CDD505-2E9C-101B-9397-08002B2CF9AE}" pid="3" name="MediaServiceImageTags">
    <vt:lpwstr/>
  </property>
</Properties>
</file>